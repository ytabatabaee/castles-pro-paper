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28"/>
  </p:notesMasterIdLst>
  <p:sldIdLst>
    <p:sldId id="301" r:id="rId2"/>
    <p:sldId id="265" r:id="rId3"/>
    <p:sldId id="297" r:id="rId4"/>
    <p:sldId id="298" r:id="rId5"/>
    <p:sldId id="285" r:id="rId6"/>
    <p:sldId id="289" r:id="rId7"/>
    <p:sldId id="284" r:id="rId8"/>
    <p:sldId id="290" r:id="rId9"/>
    <p:sldId id="292" r:id="rId10"/>
    <p:sldId id="291" r:id="rId11"/>
    <p:sldId id="300" r:id="rId12"/>
    <p:sldId id="296" r:id="rId13"/>
    <p:sldId id="295" r:id="rId14"/>
    <p:sldId id="294" r:id="rId15"/>
    <p:sldId id="293" r:id="rId16"/>
    <p:sldId id="288" r:id="rId17"/>
    <p:sldId id="287" r:id="rId18"/>
    <p:sldId id="299" r:id="rId19"/>
    <p:sldId id="269" r:id="rId20"/>
    <p:sldId id="302" r:id="rId21"/>
    <p:sldId id="418" r:id="rId22"/>
    <p:sldId id="419" r:id="rId23"/>
    <p:sldId id="417" r:id="rId24"/>
    <p:sldId id="303" r:id="rId25"/>
    <p:sldId id="286" r:id="rId26"/>
    <p:sldId id="274" r:id="rId27"/>
  </p:sldIdLst>
  <p:sldSz cx="36576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3F0"/>
    <a:srgbClr val="F498CE"/>
    <a:srgbClr val="FF40FF"/>
    <a:srgbClr val="C09000"/>
    <a:srgbClr val="712FA1"/>
    <a:srgbClr val="C55A0F"/>
    <a:srgbClr val="2D75B6"/>
    <a:srgbClr val="5382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18"/>
    <p:restoredTop sz="95073"/>
  </p:normalViewPr>
  <p:slideViewPr>
    <p:cSldViewPr snapToGrid="0">
      <p:cViewPr>
        <p:scale>
          <a:sx n="37" d="100"/>
          <a:sy n="37" d="100"/>
        </p:scale>
        <p:origin x="424" y="-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68111-3457-F442-A6D1-A65D3185FFC3}" type="datetimeFigureOut">
              <a:rPr lang="en-US" smtClean="0"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94CDA4-44C5-4843-A689-9AC2513185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146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1pPr>
    <a:lvl2pPr marL="1243167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2pPr>
    <a:lvl3pPr marL="2486328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3pPr>
    <a:lvl4pPr marL="3729495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4pPr>
    <a:lvl5pPr marL="4972657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5pPr>
    <a:lvl6pPr marL="6215818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6pPr>
    <a:lvl7pPr marL="7458985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7pPr>
    <a:lvl8pPr marL="8702152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8pPr>
    <a:lvl9pPr marL="9945313" algn="l" defTabSz="2486328" rtl="0" eaLnBrk="1" latinLnBrk="0" hangingPunct="1">
      <a:defRPr sz="326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94CDA4-44C5-4843-A689-9AC2513185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54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4489452"/>
            <a:ext cx="31089600" cy="9550400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4408152"/>
            <a:ext cx="27432000" cy="6623048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2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6838958"/>
            <a:ext cx="31546800" cy="11410948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18357858"/>
            <a:ext cx="31546800" cy="6000748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/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75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30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460506"/>
            <a:ext cx="315468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6724652"/>
            <a:ext cx="15473360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0020300"/>
            <a:ext cx="1547336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6724652"/>
            <a:ext cx="15549564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0020300"/>
            <a:ext cx="15549564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408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053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27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3949706"/>
            <a:ext cx="18516600" cy="19494500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749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3949706"/>
            <a:ext cx="18516600" cy="19494500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882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855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460500"/>
            <a:ext cx="7886700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460500"/>
            <a:ext cx="23202900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380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460506"/>
            <a:ext cx="315468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7302500"/>
            <a:ext cx="315468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25425406"/>
            <a:ext cx="123444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47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1.png"/><Relationship Id="rId117" Type="http://schemas.openxmlformats.org/officeDocument/2006/relationships/image" Target="../media/image142.png"/><Relationship Id="rId21" Type="http://schemas.openxmlformats.org/officeDocument/2006/relationships/image" Target="../media/image46.png"/><Relationship Id="rId42" Type="http://schemas.openxmlformats.org/officeDocument/2006/relationships/image" Target="../media/image67.png"/><Relationship Id="rId47" Type="http://schemas.openxmlformats.org/officeDocument/2006/relationships/image" Target="../media/image72.png"/><Relationship Id="rId63" Type="http://schemas.openxmlformats.org/officeDocument/2006/relationships/image" Target="../media/image88.png"/><Relationship Id="rId68" Type="http://schemas.openxmlformats.org/officeDocument/2006/relationships/image" Target="../media/image93.png"/><Relationship Id="rId84" Type="http://schemas.openxmlformats.org/officeDocument/2006/relationships/image" Target="../media/image109.png"/><Relationship Id="rId89" Type="http://schemas.openxmlformats.org/officeDocument/2006/relationships/image" Target="../media/image114.png"/><Relationship Id="rId112" Type="http://schemas.openxmlformats.org/officeDocument/2006/relationships/image" Target="../media/image137.png"/><Relationship Id="rId16" Type="http://schemas.openxmlformats.org/officeDocument/2006/relationships/image" Target="../media/image41.png"/><Relationship Id="rId107" Type="http://schemas.openxmlformats.org/officeDocument/2006/relationships/image" Target="../media/image132.png"/><Relationship Id="rId11" Type="http://schemas.openxmlformats.org/officeDocument/2006/relationships/image" Target="../media/image36.png"/><Relationship Id="rId32" Type="http://schemas.openxmlformats.org/officeDocument/2006/relationships/image" Target="../media/image57.png"/><Relationship Id="rId37" Type="http://schemas.openxmlformats.org/officeDocument/2006/relationships/image" Target="../media/image62.png"/><Relationship Id="rId53" Type="http://schemas.openxmlformats.org/officeDocument/2006/relationships/image" Target="../media/image78.png"/><Relationship Id="rId58" Type="http://schemas.openxmlformats.org/officeDocument/2006/relationships/image" Target="../media/image83.png"/><Relationship Id="rId74" Type="http://schemas.openxmlformats.org/officeDocument/2006/relationships/image" Target="../media/image99.png"/><Relationship Id="rId79" Type="http://schemas.openxmlformats.org/officeDocument/2006/relationships/image" Target="../media/image104.png"/><Relationship Id="rId102" Type="http://schemas.openxmlformats.org/officeDocument/2006/relationships/image" Target="../media/image127.png"/><Relationship Id="rId123" Type="http://schemas.openxmlformats.org/officeDocument/2006/relationships/image" Target="../media/image148.png"/><Relationship Id="rId5" Type="http://schemas.openxmlformats.org/officeDocument/2006/relationships/image" Target="../media/image30.png"/><Relationship Id="rId90" Type="http://schemas.openxmlformats.org/officeDocument/2006/relationships/image" Target="../media/image115.png"/><Relationship Id="rId95" Type="http://schemas.openxmlformats.org/officeDocument/2006/relationships/image" Target="../media/image12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Relationship Id="rId43" Type="http://schemas.openxmlformats.org/officeDocument/2006/relationships/image" Target="../media/image68.png"/><Relationship Id="rId48" Type="http://schemas.openxmlformats.org/officeDocument/2006/relationships/image" Target="../media/image73.png"/><Relationship Id="rId64" Type="http://schemas.openxmlformats.org/officeDocument/2006/relationships/image" Target="../media/image89.png"/><Relationship Id="rId69" Type="http://schemas.openxmlformats.org/officeDocument/2006/relationships/image" Target="../media/image94.png"/><Relationship Id="rId113" Type="http://schemas.openxmlformats.org/officeDocument/2006/relationships/image" Target="../media/image138.png"/><Relationship Id="rId118" Type="http://schemas.openxmlformats.org/officeDocument/2006/relationships/image" Target="../media/image143.png"/><Relationship Id="rId80" Type="http://schemas.openxmlformats.org/officeDocument/2006/relationships/image" Target="../media/image105.png"/><Relationship Id="rId85" Type="http://schemas.openxmlformats.org/officeDocument/2006/relationships/image" Target="../media/image110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33" Type="http://schemas.openxmlformats.org/officeDocument/2006/relationships/image" Target="../media/image58.png"/><Relationship Id="rId38" Type="http://schemas.openxmlformats.org/officeDocument/2006/relationships/image" Target="../media/image63.png"/><Relationship Id="rId59" Type="http://schemas.openxmlformats.org/officeDocument/2006/relationships/image" Target="../media/image84.png"/><Relationship Id="rId103" Type="http://schemas.openxmlformats.org/officeDocument/2006/relationships/image" Target="../media/image128.png"/><Relationship Id="rId108" Type="http://schemas.openxmlformats.org/officeDocument/2006/relationships/image" Target="../media/image133.png"/><Relationship Id="rId54" Type="http://schemas.openxmlformats.org/officeDocument/2006/relationships/image" Target="../media/image79.png"/><Relationship Id="rId70" Type="http://schemas.openxmlformats.org/officeDocument/2006/relationships/image" Target="../media/image95.png"/><Relationship Id="rId75" Type="http://schemas.openxmlformats.org/officeDocument/2006/relationships/image" Target="../media/image100.png"/><Relationship Id="rId91" Type="http://schemas.openxmlformats.org/officeDocument/2006/relationships/image" Target="../media/image116.png"/><Relationship Id="rId96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49" Type="http://schemas.openxmlformats.org/officeDocument/2006/relationships/image" Target="../media/image74.png"/><Relationship Id="rId114" Type="http://schemas.openxmlformats.org/officeDocument/2006/relationships/image" Target="../media/image139.png"/><Relationship Id="rId119" Type="http://schemas.openxmlformats.org/officeDocument/2006/relationships/image" Target="../media/image144.png"/><Relationship Id="rId44" Type="http://schemas.openxmlformats.org/officeDocument/2006/relationships/image" Target="../media/image69.png"/><Relationship Id="rId60" Type="http://schemas.openxmlformats.org/officeDocument/2006/relationships/image" Target="../media/image85.png"/><Relationship Id="rId65" Type="http://schemas.openxmlformats.org/officeDocument/2006/relationships/image" Target="../media/image90.png"/><Relationship Id="rId81" Type="http://schemas.openxmlformats.org/officeDocument/2006/relationships/image" Target="../media/image106.png"/><Relationship Id="rId86" Type="http://schemas.openxmlformats.org/officeDocument/2006/relationships/image" Target="../media/image111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9" Type="http://schemas.openxmlformats.org/officeDocument/2006/relationships/image" Target="../media/image64.png"/><Relationship Id="rId109" Type="http://schemas.openxmlformats.org/officeDocument/2006/relationships/image" Target="../media/image134.png"/><Relationship Id="rId34" Type="http://schemas.openxmlformats.org/officeDocument/2006/relationships/image" Target="../media/image59.png"/><Relationship Id="rId50" Type="http://schemas.openxmlformats.org/officeDocument/2006/relationships/image" Target="../media/image75.png"/><Relationship Id="rId55" Type="http://schemas.openxmlformats.org/officeDocument/2006/relationships/image" Target="../media/image80.png"/><Relationship Id="rId76" Type="http://schemas.openxmlformats.org/officeDocument/2006/relationships/image" Target="../media/image101.png"/><Relationship Id="rId97" Type="http://schemas.openxmlformats.org/officeDocument/2006/relationships/image" Target="../media/image122.png"/><Relationship Id="rId104" Type="http://schemas.openxmlformats.org/officeDocument/2006/relationships/image" Target="../media/image129.png"/><Relationship Id="rId120" Type="http://schemas.openxmlformats.org/officeDocument/2006/relationships/image" Target="../media/image145.png"/><Relationship Id="rId7" Type="http://schemas.openxmlformats.org/officeDocument/2006/relationships/image" Target="../media/image32.png"/><Relationship Id="rId71" Type="http://schemas.openxmlformats.org/officeDocument/2006/relationships/image" Target="../media/image96.png"/><Relationship Id="rId92" Type="http://schemas.openxmlformats.org/officeDocument/2006/relationships/image" Target="../media/image117.png"/><Relationship Id="rId2" Type="http://schemas.openxmlformats.org/officeDocument/2006/relationships/image" Target="../media/image27.png"/><Relationship Id="rId29" Type="http://schemas.openxmlformats.org/officeDocument/2006/relationships/image" Target="../media/image54.png"/><Relationship Id="rId24" Type="http://schemas.openxmlformats.org/officeDocument/2006/relationships/image" Target="../media/image49.png"/><Relationship Id="rId40" Type="http://schemas.openxmlformats.org/officeDocument/2006/relationships/image" Target="../media/image65.png"/><Relationship Id="rId45" Type="http://schemas.openxmlformats.org/officeDocument/2006/relationships/image" Target="../media/image70.png"/><Relationship Id="rId66" Type="http://schemas.openxmlformats.org/officeDocument/2006/relationships/image" Target="../media/image91.png"/><Relationship Id="rId87" Type="http://schemas.openxmlformats.org/officeDocument/2006/relationships/image" Target="../media/image112.png"/><Relationship Id="rId110" Type="http://schemas.openxmlformats.org/officeDocument/2006/relationships/image" Target="../media/image135.png"/><Relationship Id="rId115" Type="http://schemas.openxmlformats.org/officeDocument/2006/relationships/image" Target="../media/image140.png"/><Relationship Id="rId61" Type="http://schemas.openxmlformats.org/officeDocument/2006/relationships/image" Target="../media/image86.png"/><Relationship Id="rId82" Type="http://schemas.openxmlformats.org/officeDocument/2006/relationships/image" Target="../media/image107.png"/><Relationship Id="rId19" Type="http://schemas.openxmlformats.org/officeDocument/2006/relationships/image" Target="../media/image44.png"/><Relationship Id="rId14" Type="http://schemas.openxmlformats.org/officeDocument/2006/relationships/image" Target="../media/image39.png"/><Relationship Id="rId30" Type="http://schemas.openxmlformats.org/officeDocument/2006/relationships/image" Target="../media/image55.png"/><Relationship Id="rId35" Type="http://schemas.openxmlformats.org/officeDocument/2006/relationships/image" Target="../media/image60.png"/><Relationship Id="rId56" Type="http://schemas.openxmlformats.org/officeDocument/2006/relationships/image" Target="../media/image81.png"/><Relationship Id="rId77" Type="http://schemas.openxmlformats.org/officeDocument/2006/relationships/image" Target="../media/image102.png"/><Relationship Id="rId100" Type="http://schemas.openxmlformats.org/officeDocument/2006/relationships/image" Target="../media/image125.png"/><Relationship Id="rId105" Type="http://schemas.openxmlformats.org/officeDocument/2006/relationships/image" Target="../media/image130.png"/><Relationship Id="rId8" Type="http://schemas.openxmlformats.org/officeDocument/2006/relationships/image" Target="../media/image33.png"/><Relationship Id="rId51" Type="http://schemas.openxmlformats.org/officeDocument/2006/relationships/image" Target="../media/image76.png"/><Relationship Id="rId72" Type="http://schemas.openxmlformats.org/officeDocument/2006/relationships/image" Target="../media/image97.png"/><Relationship Id="rId93" Type="http://schemas.openxmlformats.org/officeDocument/2006/relationships/image" Target="../media/image118.png"/><Relationship Id="rId98" Type="http://schemas.openxmlformats.org/officeDocument/2006/relationships/image" Target="../media/image123.png"/><Relationship Id="rId121" Type="http://schemas.openxmlformats.org/officeDocument/2006/relationships/image" Target="../media/image146.png"/><Relationship Id="rId3" Type="http://schemas.openxmlformats.org/officeDocument/2006/relationships/image" Target="../media/image28.png"/><Relationship Id="rId25" Type="http://schemas.openxmlformats.org/officeDocument/2006/relationships/image" Target="../media/image50.png"/><Relationship Id="rId46" Type="http://schemas.openxmlformats.org/officeDocument/2006/relationships/image" Target="../media/image71.png"/><Relationship Id="rId67" Type="http://schemas.openxmlformats.org/officeDocument/2006/relationships/image" Target="../media/image92.png"/><Relationship Id="rId116" Type="http://schemas.openxmlformats.org/officeDocument/2006/relationships/image" Target="../media/image141.png"/><Relationship Id="rId20" Type="http://schemas.openxmlformats.org/officeDocument/2006/relationships/image" Target="../media/image45.png"/><Relationship Id="rId41" Type="http://schemas.openxmlformats.org/officeDocument/2006/relationships/image" Target="../media/image66.png"/><Relationship Id="rId62" Type="http://schemas.openxmlformats.org/officeDocument/2006/relationships/image" Target="../media/image87.png"/><Relationship Id="rId83" Type="http://schemas.openxmlformats.org/officeDocument/2006/relationships/image" Target="../media/image108.png"/><Relationship Id="rId88" Type="http://schemas.openxmlformats.org/officeDocument/2006/relationships/image" Target="../media/image113.png"/><Relationship Id="rId111" Type="http://schemas.openxmlformats.org/officeDocument/2006/relationships/image" Target="../media/image136.png"/><Relationship Id="rId15" Type="http://schemas.openxmlformats.org/officeDocument/2006/relationships/image" Target="../media/image40.png"/><Relationship Id="rId36" Type="http://schemas.openxmlformats.org/officeDocument/2006/relationships/image" Target="../media/image61.png"/><Relationship Id="rId57" Type="http://schemas.openxmlformats.org/officeDocument/2006/relationships/image" Target="../media/image82.png"/><Relationship Id="rId106" Type="http://schemas.openxmlformats.org/officeDocument/2006/relationships/image" Target="../media/image131.png"/><Relationship Id="rId10" Type="http://schemas.openxmlformats.org/officeDocument/2006/relationships/image" Target="../media/image35.png"/><Relationship Id="rId31" Type="http://schemas.openxmlformats.org/officeDocument/2006/relationships/image" Target="../media/image56.png"/><Relationship Id="rId52" Type="http://schemas.openxmlformats.org/officeDocument/2006/relationships/image" Target="../media/image77.png"/><Relationship Id="rId73" Type="http://schemas.openxmlformats.org/officeDocument/2006/relationships/image" Target="../media/image98.png"/><Relationship Id="rId78" Type="http://schemas.openxmlformats.org/officeDocument/2006/relationships/image" Target="../media/image103.png"/><Relationship Id="rId94" Type="http://schemas.openxmlformats.org/officeDocument/2006/relationships/image" Target="../media/image119.png"/><Relationship Id="rId99" Type="http://schemas.openxmlformats.org/officeDocument/2006/relationships/image" Target="../media/image124.png"/><Relationship Id="rId101" Type="http://schemas.openxmlformats.org/officeDocument/2006/relationships/image" Target="../media/image126.png"/><Relationship Id="rId122" Type="http://schemas.openxmlformats.org/officeDocument/2006/relationships/image" Target="../media/image147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7.png"/><Relationship Id="rId21" Type="http://schemas.openxmlformats.org/officeDocument/2006/relationships/image" Target="../media/image164.png"/><Relationship Id="rId42" Type="http://schemas.openxmlformats.org/officeDocument/2006/relationships/image" Target="../media/image179.png"/><Relationship Id="rId47" Type="http://schemas.openxmlformats.org/officeDocument/2006/relationships/image" Target="../media/image182.png"/><Relationship Id="rId63" Type="http://schemas.openxmlformats.org/officeDocument/2006/relationships/image" Target="../media/image186.png"/><Relationship Id="rId68" Type="http://schemas.openxmlformats.org/officeDocument/2006/relationships/image" Target="../media/image58.png"/><Relationship Id="rId84" Type="http://schemas.openxmlformats.org/officeDocument/2006/relationships/image" Target="../media/image99.png"/><Relationship Id="rId89" Type="http://schemas.openxmlformats.org/officeDocument/2006/relationships/image" Target="../media/image204.png"/><Relationship Id="rId112" Type="http://schemas.openxmlformats.org/officeDocument/2006/relationships/image" Target="../media/image223.png"/><Relationship Id="rId16" Type="http://schemas.openxmlformats.org/officeDocument/2006/relationships/image" Target="../media/image159.png"/><Relationship Id="rId107" Type="http://schemas.openxmlformats.org/officeDocument/2006/relationships/image" Target="../media/image218.png"/><Relationship Id="rId11" Type="http://schemas.openxmlformats.org/officeDocument/2006/relationships/image" Target="../media/image72.png"/><Relationship Id="rId32" Type="http://schemas.openxmlformats.org/officeDocument/2006/relationships/image" Target="../media/image172.png"/><Relationship Id="rId37" Type="http://schemas.openxmlformats.org/officeDocument/2006/relationships/image" Target="../media/image176.png"/><Relationship Id="rId53" Type="http://schemas.openxmlformats.org/officeDocument/2006/relationships/image" Target="../media/image80.png"/><Relationship Id="rId58" Type="http://schemas.openxmlformats.org/officeDocument/2006/relationships/image" Target="../media/image84.png"/><Relationship Id="rId74" Type="http://schemas.openxmlformats.org/officeDocument/2006/relationships/image" Target="../media/image194.png"/><Relationship Id="rId79" Type="http://schemas.openxmlformats.org/officeDocument/2006/relationships/image" Target="../media/image198.png"/><Relationship Id="rId102" Type="http://schemas.openxmlformats.org/officeDocument/2006/relationships/image" Target="../media/image114.png"/><Relationship Id="rId123" Type="http://schemas.openxmlformats.org/officeDocument/2006/relationships/image" Target="../media/image231.png"/><Relationship Id="rId128" Type="http://schemas.openxmlformats.org/officeDocument/2006/relationships/image" Target="../media/image146.png"/><Relationship Id="rId5" Type="http://schemas.openxmlformats.org/officeDocument/2006/relationships/image" Target="../media/image151.png"/><Relationship Id="rId90" Type="http://schemas.openxmlformats.org/officeDocument/2006/relationships/image" Target="../media/image205.png"/><Relationship Id="rId95" Type="http://schemas.openxmlformats.org/officeDocument/2006/relationships/image" Target="../media/image208.png"/><Relationship Id="rId22" Type="http://schemas.openxmlformats.org/officeDocument/2006/relationships/image" Target="../media/image165.png"/><Relationship Id="rId27" Type="http://schemas.openxmlformats.org/officeDocument/2006/relationships/image" Target="../media/image89.png"/><Relationship Id="rId43" Type="http://schemas.openxmlformats.org/officeDocument/2006/relationships/image" Target="../media/image141.png"/><Relationship Id="rId48" Type="http://schemas.openxmlformats.org/officeDocument/2006/relationships/image" Target="../media/image183.png"/><Relationship Id="rId64" Type="http://schemas.openxmlformats.org/officeDocument/2006/relationships/image" Target="../media/image187.png"/><Relationship Id="rId69" Type="http://schemas.openxmlformats.org/officeDocument/2006/relationships/image" Target="../media/image190.png"/><Relationship Id="rId113" Type="http://schemas.openxmlformats.org/officeDocument/2006/relationships/image" Target="../media/image224.png"/><Relationship Id="rId118" Type="http://schemas.openxmlformats.org/officeDocument/2006/relationships/image" Target="../media/image228.png"/><Relationship Id="rId80" Type="http://schemas.openxmlformats.org/officeDocument/2006/relationships/image" Target="../media/image199.png"/><Relationship Id="rId85" Type="http://schemas.openxmlformats.org/officeDocument/2006/relationships/image" Target="../media/image100.png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33" Type="http://schemas.openxmlformats.org/officeDocument/2006/relationships/image" Target="../media/image173.png"/><Relationship Id="rId38" Type="http://schemas.openxmlformats.org/officeDocument/2006/relationships/image" Target="../media/image177.png"/><Relationship Id="rId59" Type="http://schemas.openxmlformats.org/officeDocument/2006/relationships/image" Target="../media/image85.png"/><Relationship Id="rId103" Type="http://schemas.openxmlformats.org/officeDocument/2006/relationships/image" Target="../media/image214.png"/><Relationship Id="rId108" Type="http://schemas.openxmlformats.org/officeDocument/2006/relationships/image" Target="../media/image219.png"/><Relationship Id="rId124" Type="http://schemas.openxmlformats.org/officeDocument/2006/relationships/image" Target="../media/image91.png"/><Relationship Id="rId129" Type="http://schemas.openxmlformats.org/officeDocument/2006/relationships/image" Target="../media/image234.png"/><Relationship Id="rId54" Type="http://schemas.openxmlformats.org/officeDocument/2006/relationships/image" Target="../media/image81.png"/><Relationship Id="rId70" Type="http://schemas.openxmlformats.org/officeDocument/2006/relationships/image" Target="../media/image191.png"/><Relationship Id="rId75" Type="http://schemas.openxmlformats.org/officeDocument/2006/relationships/image" Target="../media/image195.png"/><Relationship Id="rId91" Type="http://schemas.openxmlformats.org/officeDocument/2006/relationships/image" Target="../media/image206.png"/><Relationship Id="rId96" Type="http://schemas.openxmlformats.org/officeDocument/2006/relationships/image" Target="../media/image2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23" Type="http://schemas.openxmlformats.org/officeDocument/2006/relationships/image" Target="../media/image166.png"/><Relationship Id="rId28" Type="http://schemas.openxmlformats.org/officeDocument/2006/relationships/image" Target="../media/image169.png"/><Relationship Id="rId49" Type="http://schemas.openxmlformats.org/officeDocument/2006/relationships/image" Target="../media/image184.png"/><Relationship Id="rId114" Type="http://schemas.openxmlformats.org/officeDocument/2006/relationships/image" Target="../media/image225.png"/><Relationship Id="rId119" Type="http://schemas.openxmlformats.org/officeDocument/2006/relationships/image" Target="../media/image229.png"/><Relationship Id="rId44" Type="http://schemas.openxmlformats.org/officeDocument/2006/relationships/image" Target="../media/image70.png"/><Relationship Id="rId60" Type="http://schemas.openxmlformats.org/officeDocument/2006/relationships/image" Target="../media/image86.png"/><Relationship Id="rId65" Type="http://schemas.openxmlformats.org/officeDocument/2006/relationships/image" Target="../media/image188.png"/><Relationship Id="rId81" Type="http://schemas.openxmlformats.org/officeDocument/2006/relationships/image" Target="../media/image200.png"/><Relationship Id="rId86" Type="http://schemas.openxmlformats.org/officeDocument/2006/relationships/image" Target="../media/image101.png"/><Relationship Id="rId130" Type="http://schemas.openxmlformats.org/officeDocument/2006/relationships/image" Target="../media/image235.png"/><Relationship Id="rId13" Type="http://schemas.openxmlformats.org/officeDocument/2006/relationships/image" Target="../media/image156.png"/><Relationship Id="rId18" Type="http://schemas.openxmlformats.org/officeDocument/2006/relationships/image" Target="../media/image161.png"/><Relationship Id="rId39" Type="http://schemas.openxmlformats.org/officeDocument/2006/relationships/image" Target="../media/image178.png"/><Relationship Id="rId109" Type="http://schemas.openxmlformats.org/officeDocument/2006/relationships/image" Target="../media/image220.png"/><Relationship Id="rId34" Type="http://schemas.openxmlformats.org/officeDocument/2006/relationships/image" Target="../media/image174.png"/><Relationship Id="rId50" Type="http://schemas.openxmlformats.org/officeDocument/2006/relationships/image" Target="../media/image76.png"/><Relationship Id="rId55" Type="http://schemas.openxmlformats.org/officeDocument/2006/relationships/image" Target="../media/image82.png"/><Relationship Id="rId76" Type="http://schemas.openxmlformats.org/officeDocument/2006/relationships/image" Target="../media/image196.png"/><Relationship Id="rId97" Type="http://schemas.openxmlformats.org/officeDocument/2006/relationships/image" Target="../media/image124.png"/><Relationship Id="rId104" Type="http://schemas.openxmlformats.org/officeDocument/2006/relationships/image" Target="../media/image215.png"/><Relationship Id="rId120" Type="http://schemas.openxmlformats.org/officeDocument/2006/relationships/image" Target="../media/image88.png"/><Relationship Id="rId125" Type="http://schemas.openxmlformats.org/officeDocument/2006/relationships/image" Target="../media/image232.png"/><Relationship Id="rId7" Type="http://schemas.openxmlformats.org/officeDocument/2006/relationships/image" Target="../media/image153.png"/><Relationship Id="rId71" Type="http://schemas.openxmlformats.org/officeDocument/2006/relationships/image" Target="../media/image192.png"/><Relationship Id="rId92" Type="http://schemas.openxmlformats.org/officeDocument/2006/relationships/image" Target="../media/image109.png"/><Relationship Id="rId2" Type="http://schemas.openxmlformats.org/officeDocument/2006/relationships/image" Target="../media/image149.png"/><Relationship Id="rId29" Type="http://schemas.openxmlformats.org/officeDocument/2006/relationships/image" Target="../media/image170.png"/><Relationship Id="rId24" Type="http://schemas.openxmlformats.org/officeDocument/2006/relationships/image" Target="../media/image167.png"/><Relationship Id="rId40" Type="http://schemas.openxmlformats.org/officeDocument/2006/relationships/image" Target="../media/image78.png"/><Relationship Id="rId45" Type="http://schemas.openxmlformats.org/officeDocument/2006/relationships/image" Target="../media/image180.png"/><Relationship Id="rId66" Type="http://schemas.openxmlformats.org/officeDocument/2006/relationships/image" Target="../media/image189.png"/><Relationship Id="rId87" Type="http://schemas.openxmlformats.org/officeDocument/2006/relationships/image" Target="../media/image102.png"/><Relationship Id="rId110" Type="http://schemas.openxmlformats.org/officeDocument/2006/relationships/image" Target="../media/image221.png"/><Relationship Id="rId115" Type="http://schemas.openxmlformats.org/officeDocument/2006/relationships/image" Target="../media/image226.png"/><Relationship Id="rId61" Type="http://schemas.openxmlformats.org/officeDocument/2006/relationships/image" Target="../media/image87.png"/><Relationship Id="rId82" Type="http://schemas.openxmlformats.org/officeDocument/2006/relationships/image" Target="../media/image201.png"/><Relationship Id="rId19" Type="http://schemas.openxmlformats.org/officeDocument/2006/relationships/image" Target="../media/image162.png"/><Relationship Id="rId14" Type="http://schemas.openxmlformats.org/officeDocument/2006/relationships/image" Target="../media/image157.png"/><Relationship Id="rId30" Type="http://schemas.openxmlformats.org/officeDocument/2006/relationships/image" Target="../media/image44.png"/><Relationship Id="rId35" Type="http://schemas.openxmlformats.org/officeDocument/2006/relationships/image" Target="../media/image175.png"/><Relationship Id="rId56" Type="http://schemas.openxmlformats.org/officeDocument/2006/relationships/image" Target="../media/image47.png"/><Relationship Id="rId77" Type="http://schemas.openxmlformats.org/officeDocument/2006/relationships/image" Target="../media/image197.png"/><Relationship Id="rId100" Type="http://schemas.openxmlformats.org/officeDocument/2006/relationships/image" Target="../media/image212.png"/><Relationship Id="rId105" Type="http://schemas.openxmlformats.org/officeDocument/2006/relationships/image" Target="../media/image216.png"/><Relationship Id="rId126" Type="http://schemas.openxmlformats.org/officeDocument/2006/relationships/image" Target="../media/image93.png"/><Relationship Id="rId8" Type="http://schemas.openxmlformats.org/officeDocument/2006/relationships/image" Target="../media/image69.png"/><Relationship Id="rId51" Type="http://schemas.openxmlformats.org/officeDocument/2006/relationships/image" Target="../media/image77.png"/><Relationship Id="rId72" Type="http://schemas.openxmlformats.org/officeDocument/2006/relationships/image" Target="../media/image50.png"/><Relationship Id="rId93" Type="http://schemas.openxmlformats.org/officeDocument/2006/relationships/image" Target="../media/image207.png"/><Relationship Id="rId98" Type="http://schemas.openxmlformats.org/officeDocument/2006/relationships/image" Target="../media/image210.png"/><Relationship Id="rId121" Type="http://schemas.openxmlformats.org/officeDocument/2006/relationships/image" Target="../media/image230.png"/><Relationship Id="rId3" Type="http://schemas.openxmlformats.org/officeDocument/2006/relationships/image" Target="../media/image65.png"/><Relationship Id="rId25" Type="http://schemas.openxmlformats.org/officeDocument/2006/relationships/image" Target="../media/image168.png"/><Relationship Id="rId46" Type="http://schemas.openxmlformats.org/officeDocument/2006/relationships/image" Target="../media/image181.png"/><Relationship Id="rId67" Type="http://schemas.openxmlformats.org/officeDocument/2006/relationships/image" Target="../media/image57.png"/><Relationship Id="rId116" Type="http://schemas.openxmlformats.org/officeDocument/2006/relationships/image" Target="../media/image105.png"/><Relationship Id="rId20" Type="http://schemas.openxmlformats.org/officeDocument/2006/relationships/image" Target="../media/image163.png"/><Relationship Id="rId41" Type="http://schemas.openxmlformats.org/officeDocument/2006/relationships/image" Target="../media/image67.png"/><Relationship Id="rId62" Type="http://schemas.openxmlformats.org/officeDocument/2006/relationships/image" Target="../media/image185.png"/><Relationship Id="rId83" Type="http://schemas.openxmlformats.org/officeDocument/2006/relationships/image" Target="../media/image202.png"/><Relationship Id="rId88" Type="http://schemas.openxmlformats.org/officeDocument/2006/relationships/image" Target="../media/image203.png"/><Relationship Id="rId111" Type="http://schemas.openxmlformats.org/officeDocument/2006/relationships/image" Target="../media/image222.png"/><Relationship Id="rId15" Type="http://schemas.openxmlformats.org/officeDocument/2006/relationships/image" Target="../media/image158.png"/><Relationship Id="rId36" Type="http://schemas.openxmlformats.org/officeDocument/2006/relationships/image" Target="../media/image94.png"/><Relationship Id="rId57" Type="http://schemas.openxmlformats.org/officeDocument/2006/relationships/image" Target="../media/image83.png"/><Relationship Id="rId106" Type="http://schemas.openxmlformats.org/officeDocument/2006/relationships/image" Target="../media/image217.png"/><Relationship Id="rId127" Type="http://schemas.openxmlformats.org/officeDocument/2006/relationships/image" Target="../media/image233.png"/><Relationship Id="rId10" Type="http://schemas.openxmlformats.org/officeDocument/2006/relationships/image" Target="../media/image71.png"/><Relationship Id="rId31" Type="http://schemas.openxmlformats.org/officeDocument/2006/relationships/image" Target="../media/image171.png"/><Relationship Id="rId52" Type="http://schemas.openxmlformats.org/officeDocument/2006/relationships/image" Target="../media/image79.png"/><Relationship Id="rId73" Type="http://schemas.openxmlformats.org/officeDocument/2006/relationships/image" Target="../media/image193.png"/><Relationship Id="rId78" Type="http://schemas.openxmlformats.org/officeDocument/2006/relationships/image" Target="../media/image46.png"/><Relationship Id="rId94" Type="http://schemas.openxmlformats.org/officeDocument/2006/relationships/image" Target="../media/image106.png"/><Relationship Id="rId99" Type="http://schemas.openxmlformats.org/officeDocument/2006/relationships/image" Target="../media/image211.png"/><Relationship Id="rId101" Type="http://schemas.openxmlformats.org/officeDocument/2006/relationships/image" Target="../media/image213.png"/><Relationship Id="rId122" Type="http://schemas.openxmlformats.org/officeDocument/2006/relationships/image" Target="../media/image31.png"/><Relationship Id="rId4" Type="http://schemas.openxmlformats.org/officeDocument/2006/relationships/image" Target="../media/image150.png"/><Relationship Id="rId9" Type="http://schemas.openxmlformats.org/officeDocument/2006/relationships/image" Target="../media/image154.png"/><Relationship Id="rId26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47.png"/><Relationship Id="rId18" Type="http://schemas.openxmlformats.org/officeDocument/2006/relationships/image" Target="../media/image252.png"/><Relationship Id="rId3" Type="http://schemas.openxmlformats.org/officeDocument/2006/relationships/image" Target="../media/image237.png"/><Relationship Id="rId7" Type="http://schemas.openxmlformats.org/officeDocument/2006/relationships/image" Target="../media/image241.png"/><Relationship Id="rId12" Type="http://schemas.openxmlformats.org/officeDocument/2006/relationships/image" Target="../media/image246.png"/><Relationship Id="rId17" Type="http://schemas.openxmlformats.org/officeDocument/2006/relationships/image" Target="../media/image251.png"/><Relationship Id="rId2" Type="http://schemas.openxmlformats.org/officeDocument/2006/relationships/image" Target="../media/image236.png"/><Relationship Id="rId16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11" Type="http://schemas.openxmlformats.org/officeDocument/2006/relationships/image" Target="../media/image245.png"/><Relationship Id="rId5" Type="http://schemas.openxmlformats.org/officeDocument/2006/relationships/image" Target="../media/image239.png"/><Relationship Id="rId15" Type="http://schemas.openxmlformats.org/officeDocument/2006/relationships/image" Target="../media/image249.png"/><Relationship Id="rId10" Type="http://schemas.openxmlformats.org/officeDocument/2006/relationships/image" Target="../media/image244.png"/><Relationship Id="rId19" Type="http://schemas.openxmlformats.org/officeDocument/2006/relationships/image" Target="../media/image253.png"/><Relationship Id="rId4" Type="http://schemas.openxmlformats.org/officeDocument/2006/relationships/image" Target="../media/image238.png"/><Relationship Id="rId9" Type="http://schemas.openxmlformats.org/officeDocument/2006/relationships/image" Target="../media/image243.png"/><Relationship Id="rId14" Type="http://schemas.openxmlformats.org/officeDocument/2006/relationships/image" Target="../media/image24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72.png"/><Relationship Id="rId21" Type="http://schemas.openxmlformats.org/officeDocument/2006/relationships/image" Target="../media/image57.png"/><Relationship Id="rId42" Type="http://schemas.openxmlformats.org/officeDocument/2006/relationships/image" Target="../media/image182.png"/><Relationship Id="rId47" Type="http://schemas.openxmlformats.org/officeDocument/2006/relationships/image" Target="../media/image285.png"/><Relationship Id="rId63" Type="http://schemas.openxmlformats.org/officeDocument/2006/relationships/image" Target="../media/image294.png"/><Relationship Id="rId68" Type="http://schemas.openxmlformats.org/officeDocument/2006/relationships/image" Target="../media/image298.png"/><Relationship Id="rId84" Type="http://schemas.openxmlformats.org/officeDocument/2006/relationships/image" Target="../media/image216.png"/><Relationship Id="rId16" Type="http://schemas.openxmlformats.org/officeDocument/2006/relationships/image" Target="../media/image264.png"/><Relationship Id="rId11" Type="http://schemas.openxmlformats.org/officeDocument/2006/relationships/image" Target="../media/image261.png"/><Relationship Id="rId32" Type="http://schemas.openxmlformats.org/officeDocument/2006/relationships/image" Target="../media/image276.png"/><Relationship Id="rId37" Type="http://schemas.openxmlformats.org/officeDocument/2006/relationships/image" Target="../media/image67.png"/><Relationship Id="rId53" Type="http://schemas.openxmlformats.org/officeDocument/2006/relationships/image" Target="../media/image288.png"/><Relationship Id="rId58" Type="http://schemas.openxmlformats.org/officeDocument/2006/relationships/image" Target="../media/image110.png"/><Relationship Id="rId74" Type="http://schemas.openxmlformats.org/officeDocument/2006/relationships/image" Target="../media/image124.png"/><Relationship Id="rId79" Type="http://schemas.openxmlformats.org/officeDocument/2006/relationships/image" Target="../media/image213.png"/><Relationship Id="rId5" Type="http://schemas.openxmlformats.org/officeDocument/2006/relationships/image" Target="../media/image255.png"/><Relationship Id="rId19" Type="http://schemas.openxmlformats.org/officeDocument/2006/relationships/image" Target="../media/image267.png"/><Relationship Id="rId14" Type="http://schemas.openxmlformats.org/officeDocument/2006/relationships/image" Target="../media/image263.png"/><Relationship Id="rId22" Type="http://schemas.openxmlformats.org/officeDocument/2006/relationships/image" Target="../media/image269.png"/><Relationship Id="rId27" Type="http://schemas.openxmlformats.org/officeDocument/2006/relationships/image" Target="../media/image194.png"/><Relationship Id="rId30" Type="http://schemas.openxmlformats.org/officeDocument/2006/relationships/image" Target="../media/image274.png"/><Relationship Id="rId35" Type="http://schemas.openxmlformats.org/officeDocument/2006/relationships/image" Target="../media/image279.png"/><Relationship Id="rId43" Type="http://schemas.openxmlformats.org/officeDocument/2006/relationships/image" Target="../media/image283.png"/><Relationship Id="rId48" Type="http://schemas.openxmlformats.org/officeDocument/2006/relationships/image" Target="../media/image286.png"/><Relationship Id="rId56" Type="http://schemas.openxmlformats.org/officeDocument/2006/relationships/image" Target="../media/image290.png"/><Relationship Id="rId64" Type="http://schemas.openxmlformats.org/officeDocument/2006/relationships/image" Target="../media/image295.png"/><Relationship Id="rId69" Type="http://schemas.openxmlformats.org/officeDocument/2006/relationships/image" Target="../media/image299.png"/><Relationship Id="rId77" Type="http://schemas.openxmlformats.org/officeDocument/2006/relationships/image" Target="../media/image304.png"/><Relationship Id="rId8" Type="http://schemas.openxmlformats.org/officeDocument/2006/relationships/image" Target="../media/image258.png"/><Relationship Id="rId51" Type="http://schemas.openxmlformats.org/officeDocument/2006/relationships/image" Target="../media/image47.png"/><Relationship Id="rId72" Type="http://schemas.openxmlformats.org/officeDocument/2006/relationships/image" Target="../media/image301.png"/><Relationship Id="rId80" Type="http://schemas.openxmlformats.org/officeDocument/2006/relationships/image" Target="../media/image306.png"/><Relationship Id="rId85" Type="http://schemas.openxmlformats.org/officeDocument/2006/relationships/image" Target="../media/image310.png"/><Relationship Id="rId3" Type="http://schemas.openxmlformats.org/officeDocument/2006/relationships/image" Target="../media/image254.png"/><Relationship Id="rId12" Type="http://schemas.openxmlformats.org/officeDocument/2006/relationships/image" Target="../media/image36.png"/><Relationship Id="rId17" Type="http://schemas.openxmlformats.org/officeDocument/2006/relationships/image" Target="../media/image265.png"/><Relationship Id="rId25" Type="http://schemas.openxmlformats.org/officeDocument/2006/relationships/image" Target="../media/image271.png"/><Relationship Id="rId33" Type="http://schemas.openxmlformats.org/officeDocument/2006/relationships/image" Target="../media/image277.png"/><Relationship Id="rId38" Type="http://schemas.openxmlformats.org/officeDocument/2006/relationships/image" Target="../media/image179.png"/><Relationship Id="rId46" Type="http://schemas.openxmlformats.org/officeDocument/2006/relationships/image" Target="../media/image284.png"/><Relationship Id="rId59" Type="http://schemas.openxmlformats.org/officeDocument/2006/relationships/image" Target="../media/image106.png"/><Relationship Id="rId67" Type="http://schemas.openxmlformats.org/officeDocument/2006/relationships/image" Target="../media/image297.png"/><Relationship Id="rId20" Type="http://schemas.openxmlformats.org/officeDocument/2006/relationships/image" Target="../media/image268.png"/><Relationship Id="rId41" Type="http://schemas.openxmlformats.org/officeDocument/2006/relationships/image" Target="../media/image282.png"/><Relationship Id="rId54" Type="http://schemas.openxmlformats.org/officeDocument/2006/relationships/image" Target="../media/image97.png"/><Relationship Id="rId62" Type="http://schemas.openxmlformats.org/officeDocument/2006/relationships/image" Target="../media/image293.png"/><Relationship Id="rId70" Type="http://schemas.openxmlformats.org/officeDocument/2006/relationships/image" Target="../media/image300.png"/><Relationship Id="rId75" Type="http://schemas.openxmlformats.org/officeDocument/2006/relationships/image" Target="../media/image134.png"/><Relationship Id="rId83" Type="http://schemas.openxmlformats.org/officeDocument/2006/relationships/image" Target="../media/image3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6.png"/><Relationship Id="rId15" Type="http://schemas.openxmlformats.org/officeDocument/2006/relationships/image" Target="../media/image98.png"/><Relationship Id="rId23" Type="http://schemas.openxmlformats.org/officeDocument/2006/relationships/image" Target="../media/image270.png"/><Relationship Id="rId28" Type="http://schemas.openxmlformats.org/officeDocument/2006/relationships/image" Target="../media/image273.png"/><Relationship Id="rId36" Type="http://schemas.openxmlformats.org/officeDocument/2006/relationships/image" Target="../media/image280.png"/><Relationship Id="rId49" Type="http://schemas.openxmlformats.org/officeDocument/2006/relationships/image" Target="../media/image31.png"/><Relationship Id="rId57" Type="http://schemas.openxmlformats.org/officeDocument/2006/relationships/image" Target="../media/image109.png"/><Relationship Id="rId10" Type="http://schemas.openxmlformats.org/officeDocument/2006/relationships/image" Target="../media/image260.png"/><Relationship Id="rId31" Type="http://schemas.openxmlformats.org/officeDocument/2006/relationships/image" Target="../media/image275.png"/><Relationship Id="rId44" Type="http://schemas.openxmlformats.org/officeDocument/2006/relationships/image" Target="../media/image39.png"/><Relationship Id="rId52" Type="http://schemas.openxmlformats.org/officeDocument/2006/relationships/image" Target="../media/image287.png"/><Relationship Id="rId60" Type="http://schemas.openxmlformats.org/officeDocument/2006/relationships/image" Target="../media/image291.png"/><Relationship Id="rId65" Type="http://schemas.openxmlformats.org/officeDocument/2006/relationships/image" Target="../media/image222.png"/><Relationship Id="rId73" Type="http://schemas.openxmlformats.org/officeDocument/2006/relationships/image" Target="../media/image302.png"/><Relationship Id="rId78" Type="http://schemas.openxmlformats.org/officeDocument/2006/relationships/image" Target="../media/image305.png"/><Relationship Id="rId81" Type="http://schemas.openxmlformats.org/officeDocument/2006/relationships/image" Target="../media/image307.png"/><Relationship Id="rId4" Type="http://schemas.openxmlformats.org/officeDocument/2006/relationships/image" Target="../media/image54.png"/><Relationship Id="rId9" Type="http://schemas.openxmlformats.org/officeDocument/2006/relationships/image" Target="../media/image259.png"/><Relationship Id="rId13" Type="http://schemas.openxmlformats.org/officeDocument/2006/relationships/image" Target="../media/image262.png"/><Relationship Id="rId18" Type="http://schemas.openxmlformats.org/officeDocument/2006/relationships/image" Target="../media/image266.png"/><Relationship Id="rId39" Type="http://schemas.openxmlformats.org/officeDocument/2006/relationships/image" Target="../media/image171.png"/><Relationship Id="rId34" Type="http://schemas.openxmlformats.org/officeDocument/2006/relationships/image" Target="../media/image278.png"/><Relationship Id="rId50" Type="http://schemas.openxmlformats.org/officeDocument/2006/relationships/image" Target="../media/image46.png"/><Relationship Id="rId55" Type="http://schemas.openxmlformats.org/officeDocument/2006/relationships/image" Target="../media/image289.png"/><Relationship Id="rId76" Type="http://schemas.openxmlformats.org/officeDocument/2006/relationships/image" Target="../media/image303.png"/><Relationship Id="rId7" Type="http://schemas.openxmlformats.org/officeDocument/2006/relationships/image" Target="../media/image257.png"/><Relationship Id="rId71" Type="http://schemas.openxmlformats.org/officeDocument/2006/relationships/image" Target="../media/image214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161.png"/><Relationship Id="rId24" Type="http://schemas.openxmlformats.org/officeDocument/2006/relationships/image" Target="../media/image192.png"/><Relationship Id="rId40" Type="http://schemas.openxmlformats.org/officeDocument/2006/relationships/image" Target="../media/image281.png"/><Relationship Id="rId45" Type="http://schemas.openxmlformats.org/officeDocument/2006/relationships/image" Target="../media/image195.png"/><Relationship Id="rId66" Type="http://schemas.openxmlformats.org/officeDocument/2006/relationships/image" Target="../media/image296.png"/><Relationship Id="rId61" Type="http://schemas.openxmlformats.org/officeDocument/2006/relationships/image" Target="../media/image292.png"/><Relationship Id="rId82" Type="http://schemas.openxmlformats.org/officeDocument/2006/relationships/image" Target="../media/image30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.png"/><Relationship Id="rId13" Type="http://schemas.openxmlformats.org/officeDocument/2006/relationships/image" Target="../media/image314.png"/><Relationship Id="rId18" Type="http://schemas.openxmlformats.org/officeDocument/2006/relationships/image" Target="../media/image169.png"/><Relationship Id="rId26" Type="http://schemas.openxmlformats.org/officeDocument/2006/relationships/image" Target="../media/image320.png"/><Relationship Id="rId3" Type="http://schemas.openxmlformats.org/officeDocument/2006/relationships/image" Target="../media/image54.png"/><Relationship Id="rId21" Type="http://schemas.openxmlformats.org/officeDocument/2006/relationships/image" Target="../media/image163.png"/><Relationship Id="rId7" Type="http://schemas.openxmlformats.org/officeDocument/2006/relationships/image" Target="../media/image57.png"/><Relationship Id="rId12" Type="http://schemas.openxmlformats.org/officeDocument/2006/relationships/image" Target="../media/image313.png"/><Relationship Id="rId17" Type="http://schemas.openxmlformats.org/officeDocument/2006/relationships/image" Target="../media/image89.png"/><Relationship Id="rId25" Type="http://schemas.openxmlformats.org/officeDocument/2006/relationships/image" Target="../media/image174.png"/><Relationship Id="rId2" Type="http://schemas.openxmlformats.org/officeDocument/2006/relationships/image" Target="../media/image27.png"/><Relationship Id="rId16" Type="http://schemas.openxmlformats.org/officeDocument/2006/relationships/image" Target="../media/image317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6.png"/><Relationship Id="rId24" Type="http://schemas.openxmlformats.org/officeDocument/2006/relationships/image" Target="../media/image35.png"/><Relationship Id="rId5" Type="http://schemas.openxmlformats.org/officeDocument/2006/relationships/image" Target="../media/image55.png"/><Relationship Id="rId15" Type="http://schemas.openxmlformats.org/officeDocument/2006/relationships/image" Target="../media/image316.png"/><Relationship Id="rId23" Type="http://schemas.openxmlformats.org/officeDocument/2006/relationships/image" Target="../media/image172.png"/><Relationship Id="rId28" Type="http://schemas.openxmlformats.org/officeDocument/2006/relationships/image" Target="../media/image322.png"/><Relationship Id="rId10" Type="http://schemas.openxmlformats.org/officeDocument/2006/relationships/image" Target="../media/image312.png"/><Relationship Id="rId19" Type="http://schemas.openxmlformats.org/officeDocument/2006/relationships/image" Target="../media/image318.png"/><Relationship Id="rId4" Type="http://schemas.openxmlformats.org/officeDocument/2006/relationships/image" Target="../media/image255.png"/><Relationship Id="rId9" Type="http://schemas.openxmlformats.org/officeDocument/2006/relationships/image" Target="../media/image59.png"/><Relationship Id="rId14" Type="http://schemas.openxmlformats.org/officeDocument/2006/relationships/image" Target="../media/image315.png"/><Relationship Id="rId22" Type="http://schemas.openxmlformats.org/officeDocument/2006/relationships/image" Target="../media/image319.png"/><Relationship Id="rId27" Type="http://schemas.openxmlformats.org/officeDocument/2006/relationships/image" Target="../media/image3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.png"/><Relationship Id="rId13" Type="http://schemas.openxmlformats.org/officeDocument/2006/relationships/image" Target="../media/image314.png"/><Relationship Id="rId3" Type="http://schemas.openxmlformats.org/officeDocument/2006/relationships/image" Target="../media/image54.png"/><Relationship Id="rId7" Type="http://schemas.openxmlformats.org/officeDocument/2006/relationships/image" Target="../media/image57.png"/><Relationship Id="rId12" Type="http://schemas.openxmlformats.org/officeDocument/2006/relationships/image" Target="../media/image313.png"/><Relationship Id="rId17" Type="http://schemas.openxmlformats.org/officeDocument/2006/relationships/image" Target="../media/image324.png"/><Relationship Id="rId2" Type="http://schemas.openxmlformats.org/officeDocument/2006/relationships/image" Target="../media/image27.png"/><Relationship Id="rId16" Type="http://schemas.openxmlformats.org/officeDocument/2006/relationships/image" Target="../media/image2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6.png"/><Relationship Id="rId5" Type="http://schemas.openxmlformats.org/officeDocument/2006/relationships/image" Target="../media/image55.png"/><Relationship Id="rId15" Type="http://schemas.openxmlformats.org/officeDocument/2006/relationships/image" Target="../media/image323.png"/><Relationship Id="rId10" Type="http://schemas.openxmlformats.org/officeDocument/2006/relationships/image" Target="../media/image312.png"/><Relationship Id="rId4" Type="http://schemas.openxmlformats.org/officeDocument/2006/relationships/image" Target="../media/image255.png"/><Relationship Id="rId9" Type="http://schemas.openxmlformats.org/officeDocument/2006/relationships/image" Target="../media/image59.png"/><Relationship Id="rId14" Type="http://schemas.openxmlformats.org/officeDocument/2006/relationships/image" Target="../media/image3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1.png"/><Relationship Id="rId13" Type="http://schemas.openxmlformats.org/officeDocument/2006/relationships/image" Target="../media/image336.png"/><Relationship Id="rId3" Type="http://schemas.openxmlformats.org/officeDocument/2006/relationships/image" Target="../media/image326.png"/><Relationship Id="rId7" Type="http://schemas.openxmlformats.org/officeDocument/2006/relationships/image" Target="../media/image330.png"/><Relationship Id="rId12" Type="http://schemas.openxmlformats.org/officeDocument/2006/relationships/image" Target="../media/image335.png"/><Relationship Id="rId2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9.png"/><Relationship Id="rId11" Type="http://schemas.openxmlformats.org/officeDocument/2006/relationships/image" Target="../media/image334.png"/><Relationship Id="rId5" Type="http://schemas.openxmlformats.org/officeDocument/2006/relationships/image" Target="../media/image328.png"/><Relationship Id="rId15" Type="http://schemas.openxmlformats.org/officeDocument/2006/relationships/image" Target="../media/image338.png"/><Relationship Id="rId10" Type="http://schemas.openxmlformats.org/officeDocument/2006/relationships/image" Target="../media/image333.png"/><Relationship Id="rId4" Type="http://schemas.openxmlformats.org/officeDocument/2006/relationships/image" Target="../media/image327.png"/><Relationship Id="rId9" Type="http://schemas.openxmlformats.org/officeDocument/2006/relationships/image" Target="../media/image332.png"/><Relationship Id="rId14" Type="http://schemas.openxmlformats.org/officeDocument/2006/relationships/image" Target="../media/image33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3.png"/><Relationship Id="rId18" Type="http://schemas.openxmlformats.org/officeDocument/2006/relationships/image" Target="../media/image325.png"/><Relationship Id="rId26" Type="http://schemas.openxmlformats.org/officeDocument/2006/relationships/image" Target="../media/image333.png"/><Relationship Id="rId39" Type="http://schemas.openxmlformats.org/officeDocument/2006/relationships/image" Target="../media/image344.png"/><Relationship Id="rId21" Type="http://schemas.openxmlformats.org/officeDocument/2006/relationships/image" Target="../media/image328.png"/><Relationship Id="rId34" Type="http://schemas.openxmlformats.org/officeDocument/2006/relationships/image" Target="../media/image306.png"/><Relationship Id="rId42" Type="http://schemas.openxmlformats.org/officeDocument/2006/relationships/image" Target="../media/image347.png"/><Relationship Id="rId47" Type="http://schemas.openxmlformats.org/officeDocument/2006/relationships/image" Target="../media/image352.png"/><Relationship Id="rId50" Type="http://schemas.openxmlformats.org/officeDocument/2006/relationships/image" Target="../media/image355.png"/><Relationship Id="rId55" Type="http://schemas.openxmlformats.org/officeDocument/2006/relationships/image" Target="../media/image360.png"/><Relationship Id="rId7" Type="http://schemas.openxmlformats.org/officeDocument/2006/relationships/image" Target="../media/image56.png"/><Relationship Id="rId2" Type="http://schemas.openxmlformats.org/officeDocument/2006/relationships/image" Target="../media/image213.png"/><Relationship Id="rId16" Type="http://schemas.openxmlformats.org/officeDocument/2006/relationships/image" Target="../media/image323.png"/><Relationship Id="rId29" Type="http://schemas.openxmlformats.org/officeDocument/2006/relationships/image" Target="../media/image336.png"/><Relationship Id="rId11" Type="http://schemas.openxmlformats.org/officeDocument/2006/relationships/image" Target="../media/image312.png"/><Relationship Id="rId24" Type="http://schemas.openxmlformats.org/officeDocument/2006/relationships/image" Target="../media/image331.png"/><Relationship Id="rId32" Type="http://schemas.openxmlformats.org/officeDocument/2006/relationships/image" Target="../media/image339.png"/><Relationship Id="rId37" Type="http://schemas.openxmlformats.org/officeDocument/2006/relationships/image" Target="../media/image342.png"/><Relationship Id="rId40" Type="http://schemas.openxmlformats.org/officeDocument/2006/relationships/image" Target="../media/image345.png"/><Relationship Id="rId45" Type="http://schemas.openxmlformats.org/officeDocument/2006/relationships/image" Target="../media/image350.png"/><Relationship Id="rId53" Type="http://schemas.openxmlformats.org/officeDocument/2006/relationships/image" Target="../media/image358.png"/><Relationship Id="rId58" Type="http://schemas.openxmlformats.org/officeDocument/2006/relationships/image" Target="../media/image363.png"/><Relationship Id="rId5" Type="http://schemas.openxmlformats.org/officeDocument/2006/relationships/image" Target="../media/image255.png"/><Relationship Id="rId19" Type="http://schemas.openxmlformats.org/officeDocument/2006/relationships/image" Target="../media/image326.png"/><Relationship Id="rId4" Type="http://schemas.openxmlformats.org/officeDocument/2006/relationships/image" Target="../media/image54.png"/><Relationship Id="rId9" Type="http://schemas.openxmlformats.org/officeDocument/2006/relationships/image" Target="../media/image311.png"/><Relationship Id="rId14" Type="http://schemas.openxmlformats.org/officeDocument/2006/relationships/image" Target="../media/image314.png"/><Relationship Id="rId22" Type="http://schemas.openxmlformats.org/officeDocument/2006/relationships/image" Target="../media/image329.png"/><Relationship Id="rId27" Type="http://schemas.openxmlformats.org/officeDocument/2006/relationships/image" Target="../media/image334.png"/><Relationship Id="rId30" Type="http://schemas.openxmlformats.org/officeDocument/2006/relationships/image" Target="../media/image337.png"/><Relationship Id="rId35" Type="http://schemas.openxmlformats.org/officeDocument/2006/relationships/image" Target="../media/image340.png"/><Relationship Id="rId43" Type="http://schemas.openxmlformats.org/officeDocument/2006/relationships/image" Target="../media/image348.png"/><Relationship Id="rId48" Type="http://schemas.openxmlformats.org/officeDocument/2006/relationships/image" Target="../media/image353.png"/><Relationship Id="rId56" Type="http://schemas.openxmlformats.org/officeDocument/2006/relationships/image" Target="../media/image361.png"/><Relationship Id="rId8" Type="http://schemas.openxmlformats.org/officeDocument/2006/relationships/image" Target="../media/image57.png"/><Relationship Id="rId51" Type="http://schemas.openxmlformats.org/officeDocument/2006/relationships/image" Target="../media/image356.png"/><Relationship Id="rId3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204.png"/><Relationship Id="rId25" Type="http://schemas.openxmlformats.org/officeDocument/2006/relationships/image" Target="../media/image332.png"/><Relationship Id="rId33" Type="http://schemas.openxmlformats.org/officeDocument/2006/relationships/image" Target="../media/image324.png"/><Relationship Id="rId38" Type="http://schemas.openxmlformats.org/officeDocument/2006/relationships/image" Target="../media/image343.png"/><Relationship Id="rId46" Type="http://schemas.openxmlformats.org/officeDocument/2006/relationships/image" Target="../media/image351.png"/><Relationship Id="rId59" Type="http://schemas.openxmlformats.org/officeDocument/2006/relationships/image" Target="../media/image364.png"/><Relationship Id="rId20" Type="http://schemas.openxmlformats.org/officeDocument/2006/relationships/image" Target="../media/image327.png"/><Relationship Id="rId41" Type="http://schemas.openxmlformats.org/officeDocument/2006/relationships/image" Target="../media/image346.png"/><Relationship Id="rId54" Type="http://schemas.openxmlformats.org/officeDocument/2006/relationships/image" Target="../media/image3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5" Type="http://schemas.openxmlformats.org/officeDocument/2006/relationships/image" Target="../media/image315.png"/><Relationship Id="rId23" Type="http://schemas.openxmlformats.org/officeDocument/2006/relationships/image" Target="../media/image330.png"/><Relationship Id="rId28" Type="http://schemas.openxmlformats.org/officeDocument/2006/relationships/image" Target="../media/image335.png"/><Relationship Id="rId36" Type="http://schemas.openxmlformats.org/officeDocument/2006/relationships/image" Target="../media/image341.png"/><Relationship Id="rId49" Type="http://schemas.openxmlformats.org/officeDocument/2006/relationships/image" Target="../media/image354.png"/><Relationship Id="rId57" Type="http://schemas.openxmlformats.org/officeDocument/2006/relationships/image" Target="../media/image362.png"/><Relationship Id="rId10" Type="http://schemas.openxmlformats.org/officeDocument/2006/relationships/image" Target="../media/image59.png"/><Relationship Id="rId31" Type="http://schemas.openxmlformats.org/officeDocument/2006/relationships/image" Target="../media/image338.png"/><Relationship Id="rId44" Type="http://schemas.openxmlformats.org/officeDocument/2006/relationships/image" Target="../media/image349.png"/><Relationship Id="rId52" Type="http://schemas.openxmlformats.org/officeDocument/2006/relationships/image" Target="../media/image357.png"/><Relationship Id="rId60" Type="http://schemas.openxmlformats.org/officeDocument/2006/relationships/image" Target="../media/image36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2.png"/><Relationship Id="rId13" Type="http://schemas.openxmlformats.org/officeDocument/2006/relationships/image" Target="../media/image377.png"/><Relationship Id="rId18" Type="http://schemas.openxmlformats.org/officeDocument/2006/relationships/image" Target="../media/image382.png"/><Relationship Id="rId26" Type="http://schemas.openxmlformats.org/officeDocument/2006/relationships/image" Target="../media/image390.png"/><Relationship Id="rId3" Type="http://schemas.openxmlformats.org/officeDocument/2006/relationships/image" Target="../media/image367.png"/><Relationship Id="rId21" Type="http://schemas.openxmlformats.org/officeDocument/2006/relationships/image" Target="../media/image385.png"/><Relationship Id="rId7" Type="http://schemas.openxmlformats.org/officeDocument/2006/relationships/image" Target="../media/image371.png"/><Relationship Id="rId12" Type="http://schemas.openxmlformats.org/officeDocument/2006/relationships/image" Target="../media/image376.png"/><Relationship Id="rId17" Type="http://schemas.openxmlformats.org/officeDocument/2006/relationships/image" Target="../media/image381.png"/><Relationship Id="rId25" Type="http://schemas.openxmlformats.org/officeDocument/2006/relationships/image" Target="../media/image389.png"/><Relationship Id="rId2" Type="http://schemas.openxmlformats.org/officeDocument/2006/relationships/image" Target="../media/image366.png"/><Relationship Id="rId16" Type="http://schemas.openxmlformats.org/officeDocument/2006/relationships/image" Target="../media/image380.png"/><Relationship Id="rId20" Type="http://schemas.openxmlformats.org/officeDocument/2006/relationships/image" Target="../media/image384.png"/><Relationship Id="rId29" Type="http://schemas.openxmlformats.org/officeDocument/2006/relationships/image" Target="../media/image3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375.png"/><Relationship Id="rId24" Type="http://schemas.openxmlformats.org/officeDocument/2006/relationships/image" Target="../media/image388.png"/><Relationship Id="rId32" Type="http://schemas.openxmlformats.org/officeDocument/2006/relationships/image" Target="../media/image396.png"/><Relationship Id="rId5" Type="http://schemas.openxmlformats.org/officeDocument/2006/relationships/image" Target="../media/image369.png"/><Relationship Id="rId15" Type="http://schemas.openxmlformats.org/officeDocument/2006/relationships/image" Target="../media/image379.png"/><Relationship Id="rId23" Type="http://schemas.openxmlformats.org/officeDocument/2006/relationships/image" Target="../media/image387.png"/><Relationship Id="rId28" Type="http://schemas.openxmlformats.org/officeDocument/2006/relationships/image" Target="../media/image392.png"/><Relationship Id="rId10" Type="http://schemas.openxmlformats.org/officeDocument/2006/relationships/image" Target="../media/image374.png"/><Relationship Id="rId19" Type="http://schemas.openxmlformats.org/officeDocument/2006/relationships/image" Target="../media/image383.png"/><Relationship Id="rId31" Type="http://schemas.openxmlformats.org/officeDocument/2006/relationships/image" Target="../media/image395.png"/><Relationship Id="rId4" Type="http://schemas.openxmlformats.org/officeDocument/2006/relationships/image" Target="../media/image368.png"/><Relationship Id="rId9" Type="http://schemas.openxmlformats.org/officeDocument/2006/relationships/image" Target="../media/image373.png"/><Relationship Id="rId14" Type="http://schemas.openxmlformats.org/officeDocument/2006/relationships/image" Target="../media/image378.png"/><Relationship Id="rId22" Type="http://schemas.openxmlformats.org/officeDocument/2006/relationships/image" Target="../media/image386.png"/><Relationship Id="rId27" Type="http://schemas.openxmlformats.org/officeDocument/2006/relationships/image" Target="../media/image391.png"/><Relationship Id="rId30" Type="http://schemas.openxmlformats.org/officeDocument/2006/relationships/image" Target="../media/image39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3.png"/><Relationship Id="rId13" Type="http://schemas.openxmlformats.org/officeDocument/2006/relationships/image" Target="../media/image408.png"/><Relationship Id="rId3" Type="http://schemas.openxmlformats.org/officeDocument/2006/relationships/image" Target="../media/image398.png"/><Relationship Id="rId7" Type="http://schemas.openxmlformats.org/officeDocument/2006/relationships/image" Target="../media/image402.png"/><Relationship Id="rId12" Type="http://schemas.openxmlformats.org/officeDocument/2006/relationships/image" Target="../media/image407.png"/><Relationship Id="rId2" Type="http://schemas.openxmlformats.org/officeDocument/2006/relationships/image" Target="../media/image397.png"/><Relationship Id="rId16" Type="http://schemas.openxmlformats.org/officeDocument/2006/relationships/image" Target="../media/image4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png"/><Relationship Id="rId11" Type="http://schemas.openxmlformats.org/officeDocument/2006/relationships/image" Target="../media/image406.png"/><Relationship Id="rId5" Type="http://schemas.openxmlformats.org/officeDocument/2006/relationships/image" Target="../media/image400.png"/><Relationship Id="rId15" Type="http://schemas.openxmlformats.org/officeDocument/2006/relationships/image" Target="../media/image410.png"/><Relationship Id="rId10" Type="http://schemas.openxmlformats.org/officeDocument/2006/relationships/image" Target="../media/image405.png"/><Relationship Id="rId4" Type="http://schemas.openxmlformats.org/officeDocument/2006/relationships/image" Target="../media/image399.png"/><Relationship Id="rId9" Type="http://schemas.openxmlformats.org/officeDocument/2006/relationships/image" Target="../media/image404.png"/><Relationship Id="rId14" Type="http://schemas.openxmlformats.org/officeDocument/2006/relationships/image" Target="../media/image409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4.png"/><Relationship Id="rId18" Type="http://schemas.openxmlformats.org/officeDocument/2006/relationships/image" Target="../media/image326.png"/><Relationship Id="rId26" Type="http://schemas.openxmlformats.org/officeDocument/2006/relationships/image" Target="../media/image334.png"/><Relationship Id="rId39" Type="http://schemas.openxmlformats.org/officeDocument/2006/relationships/image" Target="../media/image417.png"/><Relationship Id="rId21" Type="http://schemas.openxmlformats.org/officeDocument/2006/relationships/image" Target="../media/image329.png"/><Relationship Id="rId34" Type="http://schemas.openxmlformats.org/officeDocument/2006/relationships/image" Target="../media/image413.png"/><Relationship Id="rId42" Type="http://schemas.openxmlformats.org/officeDocument/2006/relationships/image" Target="../media/image420.png"/><Relationship Id="rId7" Type="http://schemas.openxmlformats.org/officeDocument/2006/relationships/image" Target="../media/image57.png"/><Relationship Id="rId2" Type="http://schemas.openxmlformats.org/officeDocument/2006/relationships/image" Target="../media/image27.png"/><Relationship Id="rId16" Type="http://schemas.openxmlformats.org/officeDocument/2006/relationships/image" Target="../media/image204.png"/><Relationship Id="rId20" Type="http://schemas.openxmlformats.org/officeDocument/2006/relationships/image" Target="../media/image328.png"/><Relationship Id="rId29" Type="http://schemas.openxmlformats.org/officeDocument/2006/relationships/image" Target="../media/image337.png"/><Relationship Id="rId41" Type="http://schemas.openxmlformats.org/officeDocument/2006/relationships/image" Target="../media/image4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6.png"/><Relationship Id="rId24" Type="http://schemas.openxmlformats.org/officeDocument/2006/relationships/image" Target="../media/image332.png"/><Relationship Id="rId32" Type="http://schemas.openxmlformats.org/officeDocument/2006/relationships/image" Target="../media/image324.png"/><Relationship Id="rId37" Type="http://schemas.openxmlformats.org/officeDocument/2006/relationships/image" Target="../media/image209.png"/><Relationship Id="rId40" Type="http://schemas.openxmlformats.org/officeDocument/2006/relationships/image" Target="../media/image418.png"/><Relationship Id="rId5" Type="http://schemas.openxmlformats.org/officeDocument/2006/relationships/image" Target="../media/image55.png"/><Relationship Id="rId15" Type="http://schemas.openxmlformats.org/officeDocument/2006/relationships/image" Target="../media/image323.png"/><Relationship Id="rId23" Type="http://schemas.openxmlformats.org/officeDocument/2006/relationships/image" Target="../media/image331.png"/><Relationship Id="rId28" Type="http://schemas.openxmlformats.org/officeDocument/2006/relationships/image" Target="../media/image336.png"/><Relationship Id="rId36" Type="http://schemas.openxmlformats.org/officeDocument/2006/relationships/image" Target="../media/image415.png"/><Relationship Id="rId10" Type="http://schemas.openxmlformats.org/officeDocument/2006/relationships/image" Target="../media/image312.png"/><Relationship Id="rId19" Type="http://schemas.openxmlformats.org/officeDocument/2006/relationships/image" Target="../media/image327.png"/><Relationship Id="rId31" Type="http://schemas.openxmlformats.org/officeDocument/2006/relationships/image" Target="../media/image339.png"/><Relationship Id="rId44" Type="http://schemas.openxmlformats.org/officeDocument/2006/relationships/image" Target="../media/image422.png"/><Relationship Id="rId4" Type="http://schemas.openxmlformats.org/officeDocument/2006/relationships/image" Target="../media/image255.png"/><Relationship Id="rId9" Type="http://schemas.openxmlformats.org/officeDocument/2006/relationships/image" Target="../media/image59.png"/><Relationship Id="rId14" Type="http://schemas.openxmlformats.org/officeDocument/2006/relationships/image" Target="../media/image315.png"/><Relationship Id="rId22" Type="http://schemas.openxmlformats.org/officeDocument/2006/relationships/image" Target="../media/image330.png"/><Relationship Id="rId27" Type="http://schemas.openxmlformats.org/officeDocument/2006/relationships/image" Target="../media/image335.png"/><Relationship Id="rId30" Type="http://schemas.openxmlformats.org/officeDocument/2006/relationships/image" Target="../media/image338.png"/><Relationship Id="rId35" Type="http://schemas.openxmlformats.org/officeDocument/2006/relationships/image" Target="../media/image414.png"/><Relationship Id="rId43" Type="http://schemas.openxmlformats.org/officeDocument/2006/relationships/image" Target="../media/image421.png"/><Relationship Id="rId8" Type="http://schemas.openxmlformats.org/officeDocument/2006/relationships/image" Target="../media/image311.png"/><Relationship Id="rId3" Type="http://schemas.openxmlformats.org/officeDocument/2006/relationships/image" Target="../media/image54.png"/><Relationship Id="rId12" Type="http://schemas.openxmlformats.org/officeDocument/2006/relationships/image" Target="../media/image313.png"/><Relationship Id="rId17" Type="http://schemas.openxmlformats.org/officeDocument/2006/relationships/image" Target="../media/image325.png"/><Relationship Id="rId25" Type="http://schemas.openxmlformats.org/officeDocument/2006/relationships/image" Target="../media/image333.png"/><Relationship Id="rId33" Type="http://schemas.openxmlformats.org/officeDocument/2006/relationships/image" Target="../media/image412.png"/><Relationship Id="rId38" Type="http://schemas.openxmlformats.org/officeDocument/2006/relationships/image" Target="../media/image41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9.png"/><Relationship Id="rId13" Type="http://schemas.openxmlformats.org/officeDocument/2006/relationships/image" Target="../media/image434.png"/><Relationship Id="rId3" Type="http://schemas.openxmlformats.org/officeDocument/2006/relationships/image" Target="../media/image424.png"/><Relationship Id="rId7" Type="http://schemas.openxmlformats.org/officeDocument/2006/relationships/image" Target="../media/image428.png"/><Relationship Id="rId12" Type="http://schemas.openxmlformats.org/officeDocument/2006/relationships/image" Target="../media/image433.png"/><Relationship Id="rId2" Type="http://schemas.openxmlformats.org/officeDocument/2006/relationships/image" Target="../media/image423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7.png"/><Relationship Id="rId11" Type="http://schemas.openxmlformats.org/officeDocument/2006/relationships/image" Target="../media/image432.png"/><Relationship Id="rId5" Type="http://schemas.openxmlformats.org/officeDocument/2006/relationships/image" Target="../media/image426.png"/><Relationship Id="rId15" Type="http://schemas.openxmlformats.org/officeDocument/2006/relationships/image" Target="../media/image203.png"/><Relationship Id="rId10" Type="http://schemas.openxmlformats.org/officeDocument/2006/relationships/image" Target="../media/image431.png"/><Relationship Id="rId4" Type="http://schemas.openxmlformats.org/officeDocument/2006/relationships/image" Target="../media/image425.png"/><Relationship Id="rId9" Type="http://schemas.openxmlformats.org/officeDocument/2006/relationships/image" Target="../media/image430.png"/><Relationship Id="rId14" Type="http://schemas.openxmlformats.org/officeDocument/2006/relationships/image" Target="../media/image4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443.png"/><Relationship Id="rId18" Type="http://schemas.openxmlformats.org/officeDocument/2006/relationships/image" Target="../media/image448.png"/><Relationship Id="rId26" Type="http://schemas.openxmlformats.org/officeDocument/2006/relationships/image" Target="../media/image456.png"/><Relationship Id="rId3" Type="http://schemas.openxmlformats.org/officeDocument/2006/relationships/image" Target="../media/image352.png"/><Relationship Id="rId21" Type="http://schemas.openxmlformats.org/officeDocument/2006/relationships/image" Target="../media/image451.png"/><Relationship Id="rId7" Type="http://schemas.openxmlformats.org/officeDocument/2006/relationships/image" Target="../media/image437.png"/><Relationship Id="rId12" Type="http://schemas.openxmlformats.org/officeDocument/2006/relationships/image" Target="../media/image442.png"/><Relationship Id="rId17" Type="http://schemas.openxmlformats.org/officeDocument/2006/relationships/image" Target="../media/image447.png"/><Relationship Id="rId25" Type="http://schemas.openxmlformats.org/officeDocument/2006/relationships/image" Target="../media/image455.png"/><Relationship Id="rId2" Type="http://schemas.openxmlformats.org/officeDocument/2006/relationships/image" Target="../media/image351.png"/><Relationship Id="rId16" Type="http://schemas.openxmlformats.org/officeDocument/2006/relationships/image" Target="../media/image446.png"/><Relationship Id="rId20" Type="http://schemas.openxmlformats.org/officeDocument/2006/relationships/image" Target="../media/image450.png"/><Relationship Id="rId29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6.png"/><Relationship Id="rId11" Type="http://schemas.openxmlformats.org/officeDocument/2006/relationships/image" Target="../media/image441.png"/><Relationship Id="rId24" Type="http://schemas.openxmlformats.org/officeDocument/2006/relationships/image" Target="../media/image454.png"/><Relationship Id="rId5" Type="http://schemas.openxmlformats.org/officeDocument/2006/relationships/image" Target="../media/image354.png"/><Relationship Id="rId15" Type="http://schemas.openxmlformats.org/officeDocument/2006/relationships/image" Target="../media/image445.png"/><Relationship Id="rId23" Type="http://schemas.openxmlformats.org/officeDocument/2006/relationships/image" Target="../media/image453.png"/><Relationship Id="rId28" Type="http://schemas.openxmlformats.org/officeDocument/2006/relationships/image" Target="../media/image458.png"/><Relationship Id="rId10" Type="http://schemas.openxmlformats.org/officeDocument/2006/relationships/image" Target="../media/image440.png"/><Relationship Id="rId19" Type="http://schemas.openxmlformats.org/officeDocument/2006/relationships/image" Target="../media/image449.png"/><Relationship Id="rId31" Type="http://schemas.openxmlformats.org/officeDocument/2006/relationships/image" Target="../media/image460.png"/><Relationship Id="rId4" Type="http://schemas.openxmlformats.org/officeDocument/2006/relationships/image" Target="../media/image353.png"/><Relationship Id="rId9" Type="http://schemas.openxmlformats.org/officeDocument/2006/relationships/image" Target="../media/image439.png"/><Relationship Id="rId14" Type="http://schemas.openxmlformats.org/officeDocument/2006/relationships/image" Target="../media/image444.png"/><Relationship Id="rId22" Type="http://schemas.openxmlformats.org/officeDocument/2006/relationships/image" Target="../media/image452.png"/><Relationship Id="rId27" Type="http://schemas.openxmlformats.org/officeDocument/2006/relationships/image" Target="../media/image457.png"/><Relationship Id="rId30" Type="http://schemas.openxmlformats.org/officeDocument/2006/relationships/image" Target="../media/image459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3.png"/><Relationship Id="rId18" Type="http://schemas.openxmlformats.org/officeDocument/2006/relationships/image" Target="../media/image461.png"/><Relationship Id="rId26" Type="http://schemas.openxmlformats.org/officeDocument/2006/relationships/image" Target="../media/image332.png"/><Relationship Id="rId39" Type="http://schemas.openxmlformats.org/officeDocument/2006/relationships/image" Target="../media/image343.png"/><Relationship Id="rId21" Type="http://schemas.openxmlformats.org/officeDocument/2006/relationships/image" Target="../media/image327.png"/><Relationship Id="rId34" Type="http://schemas.openxmlformats.org/officeDocument/2006/relationships/image" Target="../media/image324.png"/><Relationship Id="rId42" Type="http://schemas.openxmlformats.org/officeDocument/2006/relationships/image" Target="../media/image346.png"/><Relationship Id="rId47" Type="http://schemas.openxmlformats.org/officeDocument/2006/relationships/image" Target="../media/image351.png"/><Relationship Id="rId50" Type="http://schemas.openxmlformats.org/officeDocument/2006/relationships/image" Target="../media/image354.png"/><Relationship Id="rId55" Type="http://schemas.openxmlformats.org/officeDocument/2006/relationships/image" Target="../media/image467.png"/><Relationship Id="rId7" Type="http://schemas.openxmlformats.org/officeDocument/2006/relationships/image" Target="../media/image56.png"/><Relationship Id="rId2" Type="http://schemas.openxmlformats.org/officeDocument/2006/relationships/image" Target="../media/image213.png"/><Relationship Id="rId16" Type="http://schemas.openxmlformats.org/officeDocument/2006/relationships/image" Target="../media/image323.png"/><Relationship Id="rId29" Type="http://schemas.openxmlformats.org/officeDocument/2006/relationships/image" Target="../media/image335.png"/><Relationship Id="rId11" Type="http://schemas.openxmlformats.org/officeDocument/2006/relationships/image" Target="../media/image312.png"/><Relationship Id="rId24" Type="http://schemas.openxmlformats.org/officeDocument/2006/relationships/image" Target="../media/image330.png"/><Relationship Id="rId32" Type="http://schemas.openxmlformats.org/officeDocument/2006/relationships/image" Target="../media/image338.png"/><Relationship Id="rId37" Type="http://schemas.openxmlformats.org/officeDocument/2006/relationships/image" Target="../media/image341.png"/><Relationship Id="rId40" Type="http://schemas.openxmlformats.org/officeDocument/2006/relationships/image" Target="../media/image344.png"/><Relationship Id="rId45" Type="http://schemas.openxmlformats.org/officeDocument/2006/relationships/image" Target="../media/image349.png"/><Relationship Id="rId53" Type="http://schemas.openxmlformats.org/officeDocument/2006/relationships/image" Target="../media/image465.png"/><Relationship Id="rId58" Type="http://schemas.openxmlformats.org/officeDocument/2006/relationships/image" Target="../media/image470.png"/><Relationship Id="rId5" Type="http://schemas.openxmlformats.org/officeDocument/2006/relationships/image" Target="../media/image255.png"/><Relationship Id="rId61" Type="http://schemas.openxmlformats.org/officeDocument/2006/relationships/image" Target="../media/image472.png"/><Relationship Id="rId19" Type="http://schemas.openxmlformats.org/officeDocument/2006/relationships/image" Target="../media/image325.png"/><Relationship Id="rId14" Type="http://schemas.openxmlformats.org/officeDocument/2006/relationships/image" Target="../media/image314.png"/><Relationship Id="rId22" Type="http://schemas.openxmlformats.org/officeDocument/2006/relationships/image" Target="../media/image328.png"/><Relationship Id="rId27" Type="http://schemas.openxmlformats.org/officeDocument/2006/relationships/image" Target="../media/image333.png"/><Relationship Id="rId30" Type="http://schemas.openxmlformats.org/officeDocument/2006/relationships/image" Target="../media/image336.png"/><Relationship Id="rId35" Type="http://schemas.openxmlformats.org/officeDocument/2006/relationships/image" Target="../media/image306.png"/><Relationship Id="rId43" Type="http://schemas.openxmlformats.org/officeDocument/2006/relationships/image" Target="../media/image347.png"/><Relationship Id="rId48" Type="http://schemas.openxmlformats.org/officeDocument/2006/relationships/image" Target="../media/image352.png"/><Relationship Id="rId56" Type="http://schemas.openxmlformats.org/officeDocument/2006/relationships/image" Target="../media/image468.png"/><Relationship Id="rId8" Type="http://schemas.openxmlformats.org/officeDocument/2006/relationships/image" Target="../media/image57.png"/><Relationship Id="rId51" Type="http://schemas.openxmlformats.org/officeDocument/2006/relationships/image" Target="../media/image463.png"/><Relationship Id="rId3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204.png"/><Relationship Id="rId25" Type="http://schemas.openxmlformats.org/officeDocument/2006/relationships/image" Target="../media/image331.png"/><Relationship Id="rId33" Type="http://schemas.openxmlformats.org/officeDocument/2006/relationships/image" Target="../media/image339.png"/><Relationship Id="rId38" Type="http://schemas.openxmlformats.org/officeDocument/2006/relationships/image" Target="../media/image342.png"/><Relationship Id="rId46" Type="http://schemas.openxmlformats.org/officeDocument/2006/relationships/image" Target="../media/image350.png"/><Relationship Id="rId59" Type="http://schemas.openxmlformats.org/officeDocument/2006/relationships/image" Target="../media/image471.png"/><Relationship Id="rId20" Type="http://schemas.openxmlformats.org/officeDocument/2006/relationships/image" Target="../media/image326.png"/><Relationship Id="rId41" Type="http://schemas.openxmlformats.org/officeDocument/2006/relationships/image" Target="../media/image462.png"/><Relationship Id="rId54" Type="http://schemas.openxmlformats.org/officeDocument/2006/relationships/image" Target="../media/image4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5" Type="http://schemas.openxmlformats.org/officeDocument/2006/relationships/image" Target="../media/image315.png"/><Relationship Id="rId23" Type="http://schemas.openxmlformats.org/officeDocument/2006/relationships/image" Target="../media/image329.png"/><Relationship Id="rId28" Type="http://schemas.openxmlformats.org/officeDocument/2006/relationships/image" Target="../media/image334.png"/><Relationship Id="rId36" Type="http://schemas.openxmlformats.org/officeDocument/2006/relationships/image" Target="../media/image340.png"/><Relationship Id="rId49" Type="http://schemas.openxmlformats.org/officeDocument/2006/relationships/image" Target="../media/image353.png"/><Relationship Id="rId57" Type="http://schemas.openxmlformats.org/officeDocument/2006/relationships/image" Target="../media/image469.png"/><Relationship Id="rId10" Type="http://schemas.openxmlformats.org/officeDocument/2006/relationships/image" Target="../media/image59.png"/><Relationship Id="rId31" Type="http://schemas.openxmlformats.org/officeDocument/2006/relationships/image" Target="../media/image337.png"/><Relationship Id="rId44" Type="http://schemas.openxmlformats.org/officeDocument/2006/relationships/image" Target="../media/image348.png"/><Relationship Id="rId52" Type="http://schemas.openxmlformats.org/officeDocument/2006/relationships/image" Target="../media/image464.png"/><Relationship Id="rId60" Type="http://schemas.openxmlformats.org/officeDocument/2006/relationships/image" Target="../media/image410.png"/><Relationship Id="rId4" Type="http://schemas.openxmlformats.org/officeDocument/2006/relationships/image" Target="../media/image54.png"/><Relationship Id="rId9" Type="http://schemas.openxmlformats.org/officeDocument/2006/relationships/image" Target="../media/image3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9.png"/><Relationship Id="rId13" Type="http://schemas.openxmlformats.org/officeDocument/2006/relationships/image" Target="../media/image484.png"/><Relationship Id="rId18" Type="http://schemas.openxmlformats.org/officeDocument/2006/relationships/image" Target="../media/image489.png"/><Relationship Id="rId3" Type="http://schemas.openxmlformats.org/officeDocument/2006/relationships/image" Target="../media/image474.png"/><Relationship Id="rId21" Type="http://schemas.openxmlformats.org/officeDocument/2006/relationships/image" Target="../media/image492.png"/><Relationship Id="rId7" Type="http://schemas.openxmlformats.org/officeDocument/2006/relationships/image" Target="../media/image478.png"/><Relationship Id="rId12" Type="http://schemas.openxmlformats.org/officeDocument/2006/relationships/image" Target="../media/image483.png"/><Relationship Id="rId17" Type="http://schemas.openxmlformats.org/officeDocument/2006/relationships/image" Target="../media/image488.png"/><Relationship Id="rId2" Type="http://schemas.openxmlformats.org/officeDocument/2006/relationships/image" Target="../media/image473.png"/><Relationship Id="rId16" Type="http://schemas.openxmlformats.org/officeDocument/2006/relationships/image" Target="../media/image487.png"/><Relationship Id="rId20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7.png"/><Relationship Id="rId11" Type="http://schemas.openxmlformats.org/officeDocument/2006/relationships/image" Target="../media/image482.png"/><Relationship Id="rId24" Type="http://schemas.openxmlformats.org/officeDocument/2006/relationships/image" Target="../media/image495.png"/><Relationship Id="rId5" Type="http://schemas.openxmlformats.org/officeDocument/2006/relationships/image" Target="../media/image476.png"/><Relationship Id="rId15" Type="http://schemas.openxmlformats.org/officeDocument/2006/relationships/image" Target="../media/image486.png"/><Relationship Id="rId23" Type="http://schemas.openxmlformats.org/officeDocument/2006/relationships/image" Target="../media/image494.png"/><Relationship Id="rId10" Type="http://schemas.openxmlformats.org/officeDocument/2006/relationships/image" Target="../media/image481.png"/><Relationship Id="rId19" Type="http://schemas.openxmlformats.org/officeDocument/2006/relationships/image" Target="../media/image490.png"/><Relationship Id="rId4" Type="http://schemas.openxmlformats.org/officeDocument/2006/relationships/image" Target="../media/image475.png"/><Relationship Id="rId9" Type="http://schemas.openxmlformats.org/officeDocument/2006/relationships/image" Target="../media/image480.png"/><Relationship Id="rId14" Type="http://schemas.openxmlformats.org/officeDocument/2006/relationships/image" Target="../media/image485.png"/><Relationship Id="rId22" Type="http://schemas.openxmlformats.org/officeDocument/2006/relationships/image" Target="../media/image49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3.png"/><Relationship Id="rId13" Type="http://schemas.openxmlformats.org/officeDocument/2006/relationships/image" Target="../media/image493.png"/><Relationship Id="rId3" Type="http://schemas.openxmlformats.org/officeDocument/2006/relationships/image" Target="../media/image474.png"/><Relationship Id="rId7" Type="http://schemas.openxmlformats.org/officeDocument/2006/relationships/image" Target="../media/image478.png"/><Relationship Id="rId12" Type="http://schemas.openxmlformats.org/officeDocument/2006/relationships/image" Target="../media/image492.png"/><Relationship Id="rId2" Type="http://schemas.openxmlformats.org/officeDocument/2006/relationships/image" Target="../media/image4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7.png"/><Relationship Id="rId11" Type="http://schemas.openxmlformats.org/officeDocument/2006/relationships/image" Target="../media/image486.png"/><Relationship Id="rId5" Type="http://schemas.openxmlformats.org/officeDocument/2006/relationships/image" Target="../media/image476.png"/><Relationship Id="rId10" Type="http://schemas.openxmlformats.org/officeDocument/2006/relationships/image" Target="../media/image485.png"/><Relationship Id="rId4" Type="http://schemas.openxmlformats.org/officeDocument/2006/relationships/image" Target="../media/image475.png"/><Relationship Id="rId9" Type="http://schemas.openxmlformats.org/officeDocument/2006/relationships/image" Target="../media/image484.png"/><Relationship Id="rId14" Type="http://schemas.openxmlformats.org/officeDocument/2006/relationships/image" Target="../media/image495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8.png"/><Relationship Id="rId117" Type="http://schemas.openxmlformats.org/officeDocument/2006/relationships/image" Target="../media/image564.png"/><Relationship Id="rId21" Type="http://schemas.openxmlformats.org/officeDocument/2006/relationships/image" Target="../media/image509.png"/><Relationship Id="rId42" Type="http://schemas.openxmlformats.org/officeDocument/2006/relationships/image" Target="../media/image154.png"/><Relationship Id="rId47" Type="http://schemas.openxmlformats.org/officeDocument/2006/relationships/image" Target="../media/image153.png"/><Relationship Id="rId63" Type="http://schemas.openxmlformats.org/officeDocument/2006/relationships/image" Target="../media/image530.png"/><Relationship Id="rId68" Type="http://schemas.openxmlformats.org/officeDocument/2006/relationships/image" Target="../media/image532.png"/><Relationship Id="rId84" Type="http://schemas.openxmlformats.org/officeDocument/2006/relationships/image" Target="../media/image302.png"/><Relationship Id="rId89" Type="http://schemas.openxmlformats.org/officeDocument/2006/relationships/image" Target="../media/image543.png"/><Relationship Id="rId112" Type="http://schemas.openxmlformats.org/officeDocument/2006/relationships/image" Target="../media/image560.png"/><Relationship Id="rId16" Type="http://schemas.openxmlformats.org/officeDocument/2006/relationships/image" Target="../media/image506.png"/><Relationship Id="rId107" Type="http://schemas.openxmlformats.org/officeDocument/2006/relationships/image" Target="../media/image556.png"/><Relationship Id="rId11" Type="http://schemas.openxmlformats.org/officeDocument/2006/relationships/image" Target="../media/image501.png"/><Relationship Id="rId32" Type="http://schemas.openxmlformats.org/officeDocument/2006/relationships/image" Target="../media/image267.png"/><Relationship Id="rId37" Type="http://schemas.openxmlformats.org/officeDocument/2006/relationships/image" Target="../media/image520.png"/><Relationship Id="rId53" Type="http://schemas.openxmlformats.org/officeDocument/2006/relationships/image" Target="../media/image149.png"/><Relationship Id="rId58" Type="http://schemas.openxmlformats.org/officeDocument/2006/relationships/image" Target="../media/image78.png"/><Relationship Id="rId74" Type="http://schemas.openxmlformats.org/officeDocument/2006/relationships/image" Target="../media/image180.png"/><Relationship Id="rId79" Type="http://schemas.openxmlformats.org/officeDocument/2006/relationships/image" Target="../media/image87.png"/><Relationship Id="rId102" Type="http://schemas.openxmlformats.org/officeDocument/2006/relationships/image" Target="../media/image551.png"/><Relationship Id="rId5" Type="http://schemas.openxmlformats.org/officeDocument/2006/relationships/image" Target="../media/image498.png"/><Relationship Id="rId90" Type="http://schemas.openxmlformats.org/officeDocument/2006/relationships/image" Target="../media/image226.png"/><Relationship Id="rId95" Type="http://schemas.openxmlformats.org/officeDocument/2006/relationships/image" Target="../media/image217.png"/><Relationship Id="rId22" Type="http://schemas.openxmlformats.org/officeDocument/2006/relationships/image" Target="../media/image510.png"/><Relationship Id="rId27" Type="http://schemas.openxmlformats.org/officeDocument/2006/relationships/image" Target="../media/image513.png"/><Relationship Id="rId43" Type="http://schemas.openxmlformats.org/officeDocument/2006/relationships/image" Target="../media/image522.png"/><Relationship Id="rId48" Type="http://schemas.openxmlformats.org/officeDocument/2006/relationships/image" Target="../media/image524.png"/><Relationship Id="rId64" Type="http://schemas.openxmlformats.org/officeDocument/2006/relationships/image" Target="../media/image200.png"/><Relationship Id="rId69" Type="http://schemas.openxmlformats.org/officeDocument/2006/relationships/image" Target="../media/image143.png"/><Relationship Id="rId113" Type="http://schemas.openxmlformats.org/officeDocument/2006/relationships/image" Target="../media/image561.png"/><Relationship Id="rId80" Type="http://schemas.openxmlformats.org/officeDocument/2006/relationships/image" Target="../media/image104.png"/><Relationship Id="rId85" Type="http://schemas.openxmlformats.org/officeDocument/2006/relationships/image" Target="../media/image105.png"/><Relationship Id="rId12" Type="http://schemas.openxmlformats.org/officeDocument/2006/relationships/image" Target="../media/image502.png"/><Relationship Id="rId17" Type="http://schemas.openxmlformats.org/officeDocument/2006/relationships/image" Target="../media/image507.png"/><Relationship Id="rId33" Type="http://schemas.openxmlformats.org/officeDocument/2006/relationships/image" Target="../media/image517.png"/><Relationship Id="rId38" Type="http://schemas.openxmlformats.org/officeDocument/2006/relationships/image" Target="../media/image94.png"/><Relationship Id="rId59" Type="http://schemas.openxmlformats.org/officeDocument/2006/relationships/image" Target="../media/image289.png"/><Relationship Id="rId103" Type="http://schemas.openxmlformats.org/officeDocument/2006/relationships/image" Target="../media/image552.png"/><Relationship Id="rId108" Type="http://schemas.openxmlformats.org/officeDocument/2006/relationships/image" Target="../media/image557.png"/><Relationship Id="rId54" Type="http://schemas.openxmlformats.org/officeDocument/2006/relationships/image" Target="../media/image527.png"/><Relationship Id="rId70" Type="http://schemas.openxmlformats.org/officeDocument/2006/relationships/image" Target="../media/image277.png"/><Relationship Id="rId75" Type="http://schemas.openxmlformats.org/officeDocument/2006/relationships/image" Target="../media/image535.png"/><Relationship Id="rId91" Type="http://schemas.openxmlformats.org/officeDocument/2006/relationships/image" Target="../media/image544.png"/><Relationship Id="rId96" Type="http://schemas.openxmlformats.org/officeDocument/2006/relationships/image" Target="../media/image5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9.png"/><Relationship Id="rId23" Type="http://schemas.openxmlformats.org/officeDocument/2006/relationships/image" Target="../media/image273.png"/><Relationship Id="rId28" Type="http://schemas.openxmlformats.org/officeDocument/2006/relationships/image" Target="../media/image514.png"/><Relationship Id="rId49" Type="http://schemas.openxmlformats.org/officeDocument/2006/relationships/image" Target="../media/image525.png"/><Relationship Id="rId114" Type="http://schemas.openxmlformats.org/officeDocument/2006/relationships/image" Target="../media/image562.png"/><Relationship Id="rId10" Type="http://schemas.openxmlformats.org/officeDocument/2006/relationships/image" Target="../media/image259.png"/><Relationship Id="rId31" Type="http://schemas.openxmlformats.org/officeDocument/2006/relationships/image" Target="../media/image516.png"/><Relationship Id="rId44" Type="http://schemas.openxmlformats.org/officeDocument/2006/relationships/image" Target="../media/image523.png"/><Relationship Id="rId52" Type="http://schemas.openxmlformats.org/officeDocument/2006/relationships/image" Target="../media/image526.png"/><Relationship Id="rId60" Type="http://schemas.openxmlformats.org/officeDocument/2006/relationships/image" Target="../media/image528.png"/><Relationship Id="rId65" Type="http://schemas.openxmlformats.org/officeDocument/2006/relationships/image" Target="../media/image55.png"/><Relationship Id="rId73" Type="http://schemas.openxmlformats.org/officeDocument/2006/relationships/image" Target="../media/image534.png"/><Relationship Id="rId78" Type="http://schemas.openxmlformats.org/officeDocument/2006/relationships/image" Target="../media/image537.png"/><Relationship Id="rId81" Type="http://schemas.openxmlformats.org/officeDocument/2006/relationships/image" Target="../media/image538.png"/><Relationship Id="rId86" Type="http://schemas.openxmlformats.org/officeDocument/2006/relationships/image" Target="../media/image134.png"/><Relationship Id="rId94" Type="http://schemas.openxmlformats.org/officeDocument/2006/relationships/image" Target="../media/image221.png"/><Relationship Id="rId99" Type="http://schemas.openxmlformats.org/officeDocument/2006/relationships/image" Target="../media/image209.png"/><Relationship Id="rId101" Type="http://schemas.openxmlformats.org/officeDocument/2006/relationships/image" Target="../media/image101.png"/><Relationship Id="rId4" Type="http://schemas.openxmlformats.org/officeDocument/2006/relationships/image" Target="../media/image497.png"/><Relationship Id="rId9" Type="http://schemas.openxmlformats.org/officeDocument/2006/relationships/image" Target="../media/image81.png"/><Relationship Id="rId13" Type="http://schemas.openxmlformats.org/officeDocument/2006/relationships/image" Target="../media/image503.png"/><Relationship Id="rId18" Type="http://schemas.openxmlformats.org/officeDocument/2006/relationships/image" Target="../media/image508.png"/><Relationship Id="rId39" Type="http://schemas.openxmlformats.org/officeDocument/2006/relationships/image" Target="../media/image157.png"/><Relationship Id="rId109" Type="http://schemas.openxmlformats.org/officeDocument/2006/relationships/image" Target="../media/image558.png"/><Relationship Id="rId34" Type="http://schemas.openxmlformats.org/officeDocument/2006/relationships/image" Target="../media/image518.png"/><Relationship Id="rId50" Type="http://schemas.openxmlformats.org/officeDocument/2006/relationships/image" Target="../media/image50.png"/><Relationship Id="rId55" Type="http://schemas.openxmlformats.org/officeDocument/2006/relationships/image" Target="../media/image191.png"/><Relationship Id="rId76" Type="http://schemas.openxmlformats.org/officeDocument/2006/relationships/image" Target="../media/image68.png"/><Relationship Id="rId97" Type="http://schemas.openxmlformats.org/officeDocument/2006/relationships/image" Target="../media/image548.png"/><Relationship Id="rId104" Type="http://schemas.openxmlformats.org/officeDocument/2006/relationships/image" Target="../media/image553.png"/><Relationship Id="rId7" Type="http://schemas.openxmlformats.org/officeDocument/2006/relationships/image" Target="../media/image500.png"/><Relationship Id="rId71" Type="http://schemas.openxmlformats.org/officeDocument/2006/relationships/image" Target="../media/image278.png"/><Relationship Id="rId92" Type="http://schemas.openxmlformats.org/officeDocument/2006/relationships/image" Target="../media/image545.png"/><Relationship Id="rId2" Type="http://schemas.openxmlformats.org/officeDocument/2006/relationships/image" Target="../media/image496.png"/><Relationship Id="rId29" Type="http://schemas.openxmlformats.org/officeDocument/2006/relationships/image" Target="../media/image515.png"/><Relationship Id="rId24" Type="http://schemas.openxmlformats.org/officeDocument/2006/relationships/image" Target="../media/image511.png"/><Relationship Id="rId40" Type="http://schemas.openxmlformats.org/officeDocument/2006/relationships/image" Target="../media/image521.png"/><Relationship Id="rId45" Type="http://schemas.openxmlformats.org/officeDocument/2006/relationships/image" Target="../media/image161.png"/><Relationship Id="rId66" Type="http://schemas.openxmlformats.org/officeDocument/2006/relationships/image" Target="../media/image531.png"/><Relationship Id="rId87" Type="http://schemas.openxmlformats.org/officeDocument/2006/relationships/image" Target="../media/image541.png"/><Relationship Id="rId110" Type="http://schemas.openxmlformats.org/officeDocument/2006/relationships/image" Target="../media/image559.png"/><Relationship Id="rId115" Type="http://schemas.openxmlformats.org/officeDocument/2006/relationships/image" Target="../media/image106.png"/><Relationship Id="rId61" Type="http://schemas.openxmlformats.org/officeDocument/2006/relationships/image" Target="../media/image53.png"/><Relationship Id="rId82" Type="http://schemas.openxmlformats.org/officeDocument/2006/relationships/image" Target="../media/image539.png"/><Relationship Id="rId19" Type="http://schemas.openxmlformats.org/officeDocument/2006/relationships/image" Target="../media/image36.png"/><Relationship Id="rId14" Type="http://schemas.openxmlformats.org/officeDocument/2006/relationships/image" Target="../media/image504.png"/><Relationship Id="rId30" Type="http://schemas.openxmlformats.org/officeDocument/2006/relationships/image" Target="../media/image261.png"/><Relationship Id="rId35" Type="http://schemas.openxmlformats.org/officeDocument/2006/relationships/image" Target="../media/image164.png"/><Relationship Id="rId56" Type="http://schemas.openxmlformats.org/officeDocument/2006/relationships/image" Target="../media/image142.png"/><Relationship Id="rId77" Type="http://schemas.openxmlformats.org/officeDocument/2006/relationships/image" Target="../media/image536.png"/><Relationship Id="rId100" Type="http://schemas.openxmlformats.org/officeDocument/2006/relationships/image" Target="../media/image550.png"/><Relationship Id="rId105" Type="http://schemas.openxmlformats.org/officeDocument/2006/relationships/image" Target="../media/image554.png"/><Relationship Id="rId8" Type="http://schemas.openxmlformats.org/officeDocument/2006/relationships/image" Target="../media/image31.png"/><Relationship Id="rId51" Type="http://schemas.openxmlformats.org/officeDocument/2006/relationships/image" Target="../media/image201.png"/><Relationship Id="rId72" Type="http://schemas.openxmlformats.org/officeDocument/2006/relationships/image" Target="../media/image533.png"/><Relationship Id="rId93" Type="http://schemas.openxmlformats.org/officeDocument/2006/relationships/image" Target="../media/image546.png"/><Relationship Id="rId98" Type="http://schemas.openxmlformats.org/officeDocument/2006/relationships/image" Target="../media/image549.png"/><Relationship Id="rId3" Type="http://schemas.openxmlformats.org/officeDocument/2006/relationships/image" Target="../media/image77.png"/><Relationship Id="rId25" Type="http://schemas.openxmlformats.org/officeDocument/2006/relationships/image" Target="../media/image512.png"/><Relationship Id="rId46" Type="http://schemas.openxmlformats.org/officeDocument/2006/relationships/image" Target="../media/image179.png"/><Relationship Id="rId67" Type="http://schemas.openxmlformats.org/officeDocument/2006/relationships/image" Target="../media/image311.png"/><Relationship Id="rId116" Type="http://schemas.openxmlformats.org/officeDocument/2006/relationships/image" Target="../media/image563.png"/><Relationship Id="rId20" Type="http://schemas.openxmlformats.org/officeDocument/2006/relationships/image" Target="../media/image151.png"/><Relationship Id="rId41" Type="http://schemas.openxmlformats.org/officeDocument/2006/relationships/image" Target="../media/image65.png"/><Relationship Id="rId62" Type="http://schemas.openxmlformats.org/officeDocument/2006/relationships/image" Target="../media/image529.png"/><Relationship Id="rId83" Type="http://schemas.openxmlformats.org/officeDocument/2006/relationships/image" Target="../media/image540.png"/><Relationship Id="rId88" Type="http://schemas.openxmlformats.org/officeDocument/2006/relationships/image" Target="../media/image542.png"/><Relationship Id="rId111" Type="http://schemas.openxmlformats.org/officeDocument/2006/relationships/image" Target="../media/image204.png"/><Relationship Id="rId15" Type="http://schemas.openxmlformats.org/officeDocument/2006/relationships/image" Target="../media/image505.png"/><Relationship Id="rId36" Type="http://schemas.openxmlformats.org/officeDocument/2006/relationships/image" Target="../media/image519.png"/><Relationship Id="rId57" Type="http://schemas.openxmlformats.org/officeDocument/2006/relationships/image" Target="../media/image163.png"/><Relationship Id="rId106" Type="http://schemas.openxmlformats.org/officeDocument/2006/relationships/image" Target="../media/image55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9.png"/><Relationship Id="rId3" Type="http://schemas.openxmlformats.org/officeDocument/2006/relationships/image" Target="../media/image566.png"/><Relationship Id="rId7" Type="http://schemas.openxmlformats.org/officeDocument/2006/relationships/image" Target="../media/image369.png"/><Relationship Id="rId2" Type="http://schemas.openxmlformats.org/officeDocument/2006/relationships/image" Target="../media/image5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8.png"/><Relationship Id="rId5" Type="http://schemas.openxmlformats.org/officeDocument/2006/relationships/image" Target="../media/image567.png"/><Relationship Id="rId10" Type="http://schemas.openxmlformats.org/officeDocument/2006/relationships/image" Target="../media/image571.png"/><Relationship Id="rId4" Type="http://schemas.openxmlformats.org/officeDocument/2006/relationships/image" Target="../media/image428.png"/><Relationship Id="rId9" Type="http://schemas.openxmlformats.org/officeDocument/2006/relationships/image" Target="../media/image57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8.png"/><Relationship Id="rId3" Type="http://schemas.openxmlformats.org/officeDocument/2006/relationships/image" Target="../media/image573.png"/><Relationship Id="rId7" Type="http://schemas.openxmlformats.org/officeDocument/2006/relationships/image" Target="../media/image577.png"/><Relationship Id="rId12" Type="http://schemas.openxmlformats.org/officeDocument/2006/relationships/image" Target="../media/image582.png"/><Relationship Id="rId2" Type="http://schemas.openxmlformats.org/officeDocument/2006/relationships/image" Target="../media/image5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6.png"/><Relationship Id="rId11" Type="http://schemas.openxmlformats.org/officeDocument/2006/relationships/image" Target="../media/image581.png"/><Relationship Id="rId5" Type="http://schemas.openxmlformats.org/officeDocument/2006/relationships/image" Target="../media/image575.png"/><Relationship Id="rId10" Type="http://schemas.openxmlformats.org/officeDocument/2006/relationships/image" Target="../media/image580.png"/><Relationship Id="rId4" Type="http://schemas.openxmlformats.org/officeDocument/2006/relationships/image" Target="../media/image574.png"/><Relationship Id="rId9" Type="http://schemas.openxmlformats.org/officeDocument/2006/relationships/image" Target="../media/image57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8.png"/><Relationship Id="rId3" Type="http://schemas.openxmlformats.org/officeDocument/2006/relationships/image" Target="../media/image573.png"/><Relationship Id="rId7" Type="http://schemas.openxmlformats.org/officeDocument/2006/relationships/image" Target="../media/image577.png"/><Relationship Id="rId12" Type="http://schemas.openxmlformats.org/officeDocument/2006/relationships/image" Target="../media/image582.png"/><Relationship Id="rId2" Type="http://schemas.openxmlformats.org/officeDocument/2006/relationships/image" Target="../media/image5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6.png"/><Relationship Id="rId11" Type="http://schemas.openxmlformats.org/officeDocument/2006/relationships/image" Target="../media/image581.png"/><Relationship Id="rId5" Type="http://schemas.openxmlformats.org/officeDocument/2006/relationships/image" Target="../media/image575.png"/><Relationship Id="rId10" Type="http://schemas.openxmlformats.org/officeDocument/2006/relationships/image" Target="../media/image580.png"/><Relationship Id="rId4" Type="http://schemas.openxmlformats.org/officeDocument/2006/relationships/image" Target="../media/image574.png"/><Relationship Id="rId9" Type="http://schemas.openxmlformats.org/officeDocument/2006/relationships/image" Target="../media/image57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9.png"/><Relationship Id="rId3" Type="http://schemas.openxmlformats.org/officeDocument/2006/relationships/image" Target="../media/image584.png"/><Relationship Id="rId7" Type="http://schemas.openxmlformats.org/officeDocument/2006/relationships/image" Target="../media/image588.png"/><Relationship Id="rId2" Type="http://schemas.openxmlformats.org/officeDocument/2006/relationships/image" Target="../media/image5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7.png"/><Relationship Id="rId5" Type="http://schemas.openxmlformats.org/officeDocument/2006/relationships/image" Target="../media/image586.png"/><Relationship Id="rId4" Type="http://schemas.openxmlformats.org/officeDocument/2006/relationships/image" Target="../media/image58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1.emf"/><Relationship Id="rId2" Type="http://schemas.openxmlformats.org/officeDocument/2006/relationships/image" Target="../media/image59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3.emf"/><Relationship Id="rId4" Type="http://schemas.openxmlformats.org/officeDocument/2006/relationships/image" Target="../media/image592.emf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83.png"/><Relationship Id="rId18" Type="http://schemas.openxmlformats.org/officeDocument/2006/relationships/image" Target="../media/image530.png"/><Relationship Id="rId26" Type="http://schemas.openxmlformats.org/officeDocument/2006/relationships/image" Target="../media/image601.png"/><Relationship Id="rId39" Type="http://schemas.openxmlformats.org/officeDocument/2006/relationships/image" Target="../media/image130.png"/><Relationship Id="rId21" Type="http://schemas.openxmlformats.org/officeDocument/2006/relationships/image" Target="../media/image31.png"/><Relationship Id="rId34" Type="http://schemas.openxmlformats.org/officeDocument/2006/relationships/image" Target="../media/image222.png"/><Relationship Id="rId7" Type="http://schemas.openxmlformats.org/officeDocument/2006/relationships/image" Target="../media/image596.png"/><Relationship Id="rId12" Type="http://schemas.openxmlformats.org/officeDocument/2006/relationships/image" Target="../media/image599.png"/><Relationship Id="rId17" Type="http://schemas.openxmlformats.org/officeDocument/2006/relationships/image" Target="../media/image497.png"/><Relationship Id="rId25" Type="http://schemas.openxmlformats.org/officeDocument/2006/relationships/image" Target="../media/image502.png"/><Relationship Id="rId33" Type="http://schemas.openxmlformats.org/officeDocument/2006/relationships/image" Target="../media/image119.png"/><Relationship Id="rId38" Type="http://schemas.openxmlformats.org/officeDocument/2006/relationships/image" Target="../media/image214.png"/><Relationship Id="rId2" Type="http://schemas.openxmlformats.org/officeDocument/2006/relationships/image" Target="../media/image27.png"/><Relationship Id="rId16" Type="http://schemas.openxmlformats.org/officeDocument/2006/relationships/image" Target="../media/image529.png"/><Relationship Id="rId20" Type="http://schemas.openxmlformats.org/officeDocument/2006/relationships/image" Target="../media/image535.png"/><Relationship Id="rId29" Type="http://schemas.openxmlformats.org/officeDocument/2006/relationships/image" Target="../media/image6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598.png"/><Relationship Id="rId24" Type="http://schemas.openxmlformats.org/officeDocument/2006/relationships/image" Target="../media/image255.png"/><Relationship Id="rId32" Type="http://schemas.openxmlformats.org/officeDocument/2006/relationships/image" Target="../media/image606.png"/><Relationship Id="rId37" Type="http://schemas.openxmlformats.org/officeDocument/2006/relationships/image" Target="../media/image609.png"/><Relationship Id="rId5" Type="http://schemas.openxmlformats.org/officeDocument/2006/relationships/image" Target="../media/image180.png"/><Relationship Id="rId15" Type="http://schemas.openxmlformats.org/officeDocument/2006/relationships/image" Target="../media/image53.png"/><Relationship Id="rId23" Type="http://schemas.openxmlformats.org/officeDocument/2006/relationships/image" Target="../media/image600.png"/><Relationship Id="rId28" Type="http://schemas.openxmlformats.org/officeDocument/2006/relationships/image" Target="../media/image602.png"/><Relationship Id="rId36" Type="http://schemas.openxmlformats.org/officeDocument/2006/relationships/image" Target="../media/image608.png"/><Relationship Id="rId10" Type="http://schemas.openxmlformats.org/officeDocument/2006/relationships/image" Target="../media/image597.png"/><Relationship Id="rId19" Type="http://schemas.openxmlformats.org/officeDocument/2006/relationships/image" Target="../media/image499.png"/><Relationship Id="rId31" Type="http://schemas.openxmlformats.org/officeDocument/2006/relationships/image" Target="../media/image605.png"/><Relationship Id="rId4" Type="http://schemas.openxmlformats.org/officeDocument/2006/relationships/image" Target="../media/image595.png"/><Relationship Id="rId9" Type="http://schemas.openxmlformats.org/officeDocument/2006/relationships/image" Target="../media/image57.png"/><Relationship Id="rId14" Type="http://schemas.openxmlformats.org/officeDocument/2006/relationships/image" Target="../media/image87.png"/><Relationship Id="rId22" Type="http://schemas.openxmlformats.org/officeDocument/2006/relationships/image" Target="../media/image81.png"/><Relationship Id="rId27" Type="http://schemas.openxmlformats.org/officeDocument/2006/relationships/image" Target="../media/image278.png"/><Relationship Id="rId30" Type="http://schemas.openxmlformats.org/officeDocument/2006/relationships/image" Target="../media/image604.png"/><Relationship Id="rId35" Type="http://schemas.openxmlformats.org/officeDocument/2006/relationships/image" Target="../media/image607.png"/><Relationship Id="rId8" Type="http://schemas.openxmlformats.org/officeDocument/2006/relationships/image" Target="../media/image140.png"/><Relationship Id="rId3" Type="http://schemas.openxmlformats.org/officeDocument/2006/relationships/image" Target="../media/image594.png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613.png"/><Relationship Id="rId26" Type="http://schemas.openxmlformats.org/officeDocument/2006/relationships/image" Target="../media/image161.png"/><Relationship Id="rId39" Type="http://schemas.openxmlformats.org/officeDocument/2006/relationships/image" Target="../media/image622.png"/><Relationship Id="rId21" Type="http://schemas.openxmlformats.org/officeDocument/2006/relationships/image" Target="../media/image616.png"/><Relationship Id="rId34" Type="http://schemas.openxmlformats.org/officeDocument/2006/relationships/image" Target="../media/image99.png"/><Relationship Id="rId42" Type="http://schemas.openxmlformats.org/officeDocument/2006/relationships/image" Target="../media/image276.png"/><Relationship Id="rId7" Type="http://schemas.openxmlformats.org/officeDocument/2006/relationships/image" Target="../media/image267.png"/><Relationship Id="rId2" Type="http://schemas.openxmlformats.org/officeDocument/2006/relationships/image" Target="../media/image177.png"/><Relationship Id="rId16" Type="http://schemas.openxmlformats.org/officeDocument/2006/relationships/image" Target="../media/image612.png"/><Relationship Id="rId29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78.png"/><Relationship Id="rId24" Type="http://schemas.openxmlformats.org/officeDocument/2006/relationships/image" Target="../media/image83.png"/><Relationship Id="rId32" Type="http://schemas.openxmlformats.org/officeDocument/2006/relationships/image" Target="../media/image62.png"/><Relationship Id="rId37" Type="http://schemas.openxmlformats.org/officeDocument/2006/relationships/image" Target="../media/image620.png"/><Relationship Id="rId40" Type="http://schemas.openxmlformats.org/officeDocument/2006/relationships/image" Target="../media/image158.png"/><Relationship Id="rId45" Type="http://schemas.openxmlformats.org/officeDocument/2006/relationships/image" Target="../media/image289.png"/><Relationship Id="rId5" Type="http://schemas.openxmlformats.org/officeDocument/2006/relationships/image" Target="../media/image312.png"/><Relationship Id="rId15" Type="http://schemas.openxmlformats.org/officeDocument/2006/relationships/image" Target="../media/image611.png"/><Relationship Id="rId23" Type="http://schemas.openxmlformats.org/officeDocument/2006/relationships/image" Target="../media/image260.png"/><Relationship Id="rId28" Type="http://schemas.openxmlformats.org/officeDocument/2006/relationships/image" Target="../media/image258.png"/><Relationship Id="rId36" Type="http://schemas.openxmlformats.org/officeDocument/2006/relationships/image" Target="../media/image101.png"/><Relationship Id="rId10" Type="http://schemas.openxmlformats.org/officeDocument/2006/relationships/image" Target="../media/image164.png"/><Relationship Id="rId19" Type="http://schemas.openxmlformats.org/officeDocument/2006/relationships/image" Target="../media/image614.png"/><Relationship Id="rId31" Type="http://schemas.openxmlformats.org/officeDocument/2006/relationships/image" Target="../media/image61.png"/><Relationship Id="rId44" Type="http://schemas.openxmlformats.org/officeDocument/2006/relationships/image" Target="../media/image623.png"/><Relationship Id="rId4" Type="http://schemas.openxmlformats.org/officeDocument/2006/relationships/image" Target="../media/image507.png"/><Relationship Id="rId9" Type="http://schemas.openxmlformats.org/officeDocument/2006/relationships/image" Target="../media/image163.png"/><Relationship Id="rId14" Type="http://schemas.openxmlformats.org/officeDocument/2006/relationships/image" Target="../media/image495.png"/><Relationship Id="rId22" Type="http://schemas.openxmlformats.org/officeDocument/2006/relationships/image" Target="../media/image89.png"/><Relationship Id="rId27" Type="http://schemas.openxmlformats.org/officeDocument/2006/relationships/image" Target="../media/image617.png"/><Relationship Id="rId30" Type="http://schemas.openxmlformats.org/officeDocument/2006/relationships/image" Target="../media/image618.png"/><Relationship Id="rId35" Type="http://schemas.openxmlformats.org/officeDocument/2006/relationships/image" Target="../media/image619.png"/><Relationship Id="rId43" Type="http://schemas.openxmlformats.org/officeDocument/2006/relationships/image" Target="../media/image524.png"/><Relationship Id="rId8" Type="http://schemas.openxmlformats.org/officeDocument/2006/relationships/image" Target="../media/image517.png"/><Relationship Id="rId3" Type="http://schemas.openxmlformats.org/officeDocument/2006/relationships/image" Target="../media/image610.png"/><Relationship Id="rId12" Type="http://schemas.openxmlformats.org/officeDocument/2006/relationships/image" Target="../media/image93.png"/><Relationship Id="rId17" Type="http://schemas.openxmlformats.org/officeDocument/2006/relationships/image" Target="../media/image205.png"/><Relationship Id="rId25" Type="http://schemas.openxmlformats.org/officeDocument/2006/relationships/image" Target="../media/image516.png"/><Relationship Id="rId33" Type="http://schemas.openxmlformats.org/officeDocument/2006/relationships/image" Target="../media/image52.png"/><Relationship Id="rId38" Type="http://schemas.openxmlformats.org/officeDocument/2006/relationships/image" Target="../media/image621.png"/><Relationship Id="rId46" Type="http://schemas.openxmlformats.org/officeDocument/2006/relationships/image" Target="../media/image528.png"/><Relationship Id="rId20" Type="http://schemas.openxmlformats.org/officeDocument/2006/relationships/image" Target="../media/image615.png"/><Relationship Id="rId41" Type="http://schemas.openxmlformats.org/officeDocument/2006/relationships/image" Target="../media/image5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2481166" y="9001641"/>
            <a:ext cx="7378263" cy="6212431"/>
            <a:chOff x="25954097" y="17237100"/>
            <a:chExt cx="9222829" cy="7765541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5954097" y="17237100"/>
              <a:ext cx="9222829" cy="7765541"/>
              <a:chOff x="26321631" y="15082907"/>
              <a:chExt cx="9222829" cy="77655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321631" y="18707453"/>
                    <a:ext cx="1120139" cy="10387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21631" y="18707453"/>
                    <a:ext cx="1120139" cy="103874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4167" b="-59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371079" y="17629575"/>
                    <a:ext cx="1120139" cy="10387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71079" y="17629575"/>
                    <a:ext cx="1120139" cy="103874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4167" b="-606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6638657" y="20244549"/>
                    <a:ext cx="1120139" cy="10387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38657" y="20244549"/>
                    <a:ext cx="1120139" cy="103874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333"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9" y="21734444"/>
                    <a:ext cx="1120139" cy="10387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9" y="21734444"/>
                    <a:ext cx="1120139" cy="103874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2"/>
                    <a:ext cx="1120139" cy="10387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2"/>
                    <a:ext cx="1120139" cy="103874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2" y="21775228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2" y="21775228"/>
                    <a:ext cx="1120139" cy="10387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10387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4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4"/>
                    <a:ext cx="1120139" cy="10387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944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505905" y="17492268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505905" y="17492268"/>
                    <a:ext cx="1120139" cy="10387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042"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8029" y="18607516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68029" y="18607516"/>
                    <a:ext cx="1120139" cy="10387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556"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10387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333"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818329" y="19875563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18329" y="19875563"/>
                    <a:ext cx="1120139" cy="10387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8451" b="-10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424321" y="19595138"/>
                    <a:ext cx="1120139" cy="1038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424321" y="19595138"/>
                    <a:ext cx="1120139" cy="10387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1268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EC1CD09-69AE-FED9-53B5-7D7D86FF6890}"/>
              </a:ext>
            </a:extLst>
          </p:cNvPr>
          <p:cNvGrpSpPr/>
          <p:nvPr/>
        </p:nvGrpSpPr>
        <p:grpSpPr>
          <a:xfrm>
            <a:off x="3748260" y="8978079"/>
            <a:ext cx="7898462" cy="6170083"/>
            <a:chOff x="16497732" y="9281963"/>
            <a:chExt cx="8661380" cy="679497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C2EC489-2A42-1B7C-9CCB-1ADD2DFB147B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3475FC-066F-E698-8B7C-0FA6BD7A33DB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794973"/>
              <a:chOff x="16497732" y="9281963"/>
              <a:chExt cx="8661380" cy="679497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931FC61-C9E8-7495-CCCA-DC40A0CEA202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1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931FC61-C9E8-7495-CCCA-DC40A0CEA2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1"/>
                    <a:ext cx="1120139" cy="91515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59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7D4D371-54BC-5B0B-CC26-01DE1C6362F3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80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7D4D371-54BC-5B0B-CC26-01DE1C6362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80"/>
                    <a:ext cx="1120139" cy="915158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06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939F9942-91AB-3E77-8592-C54343BDB4A8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69" y="9669411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939F9942-91AB-3E77-8592-C54343BDB4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69" y="9669411"/>
                    <a:ext cx="1120139" cy="915158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0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3CCCFB-5385-CDAF-163D-219DCCDF2126}"/>
                      </a:ext>
                    </a:extLst>
                  </p:cNvPr>
                  <p:cNvSpPr txBox="1"/>
                  <p:nvPr/>
                </p:nvSpPr>
                <p:spPr>
                  <a:xfrm>
                    <a:off x="22720402" y="11789896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3CCCFB-5385-CDAF-163D-219DCCDF21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20402" y="11789896"/>
                    <a:ext cx="1120139" cy="915158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56B8643-CFEC-D10C-D946-00A51B8659E6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474" y="11663430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56B8643-CFEC-D10C-D946-00A51B8659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474" y="11663430"/>
                    <a:ext cx="1120139" cy="9151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54AB462-8F33-AD03-F2B1-A88500D63C83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3" y="15092833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54AB462-8F33-AD03-F2B1-A88500D63C8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3" y="15092833"/>
                    <a:ext cx="1120139" cy="9151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F417009-120D-39C5-379C-286BD23FECC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2" y="15135140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F417009-120D-39C5-379C-286BD23FEC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2" y="15135140"/>
                    <a:ext cx="1120139" cy="9151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49FEFDA-6400-5749-EE8D-F5ED86467DD0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4" y="15148020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49FEFDA-6400-5749-EE8D-F5ED86467D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4" y="15148020"/>
                    <a:ext cx="1120139" cy="9151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FB9EC57-A73F-88CE-FE0B-EFB445AA2A26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8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FB9EC57-A73F-88CE-FE0B-EFB445AA2A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8"/>
                    <a:ext cx="1120139" cy="915158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C858B074-F88B-A419-1ED1-21F6EA51E5F5}"/>
                      </a:ext>
                    </a:extLst>
                  </p:cNvPr>
                  <p:cNvSpPr txBox="1"/>
                  <p:nvPr/>
                </p:nvSpPr>
                <p:spPr>
                  <a:xfrm>
                    <a:off x="16859116" y="13581102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C858B074-F88B-A419-1ED1-21F6EA51E5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59116" y="13581102"/>
                    <a:ext cx="1120139" cy="915158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69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9240EA6A-69BF-E234-A664-0F02F551FF2C}"/>
                      </a:ext>
                    </a:extLst>
                  </p:cNvPr>
                  <p:cNvSpPr txBox="1"/>
                  <p:nvPr/>
                </p:nvSpPr>
                <p:spPr>
                  <a:xfrm>
                    <a:off x="18760123" y="13914510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9240EA6A-69BF-E234-A664-0F02F551FF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760123" y="13914510"/>
                    <a:ext cx="1120139" cy="915158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2439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B811E268-7B3A-AF8A-257B-6903491C00F4}"/>
                      </a:ext>
                    </a:extLst>
                  </p:cNvPr>
                  <p:cNvSpPr txBox="1"/>
                  <p:nvPr/>
                </p:nvSpPr>
                <p:spPr>
                  <a:xfrm>
                    <a:off x="20815157" y="14028515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B811E268-7B3A-AF8A-257B-6903491C00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15157" y="14028515"/>
                    <a:ext cx="1120139" cy="915158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2469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762AA1D-78C2-1FC7-8A0F-3E34AB36B48E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1"/>
                    <a:ext cx="1120139" cy="9151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4800" dirty="0"/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762AA1D-78C2-1FC7-8A0F-3E34AB36B4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1"/>
                    <a:ext cx="1120139" cy="915158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2439" b="-1212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EAF26C-A878-E0E9-E8BD-4375E8404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5DF0A54-3F6A-7D43-CE93-76FD3A4701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7915849-AC29-B27E-B21C-C62B2B4627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5EF4F526-A59A-7096-0CAE-12B496A96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4756B8FB-4E38-AC2A-C5F6-F987488FB8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B1D0E504-9ADF-B3C1-1E15-9F2E186593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945EDBD-9A4A-6482-DBE7-61E4409671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BBB3F21-B055-71A3-1227-F3822C9ACC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D027536B-8A5F-2399-F6B7-60BFF1C27A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B6151E3E-7A3A-AC85-53CC-B2512DC4F0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B8F9C79-712B-58DE-E5A1-3CCCF0FE93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0622B9C9-6386-721D-395B-97AED44EE5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FA02F619-BC8F-1904-A31C-0CC9799035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3D32B1D7-27C5-1BD8-0BCC-5A89CC0A5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02ED2101-2CBE-028B-36F6-9B399DE8B6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C47EEFD-AE59-BFB6-1C79-A851465B9E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2E354A31-A94D-BC2A-0BC2-9D0BD70350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510F09-A4B6-A0FE-E7FB-C45DAB1AF5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31E0712F-C195-ACE6-54EE-D1E7DF276A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904DB82D-5691-25C9-33F5-143D28E371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809FF35-2DEA-68D8-449A-6F9E8374C0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E246F7-5789-7ADA-5010-DB69033316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64B0CBD6-C591-17CB-65A2-783E8DE384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1ECE8FF-FFEA-057A-692A-62250391B6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432CF4C8-3A1F-6219-5476-163D5E32D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1DDCB46-CB12-113B-A9FB-13F5F2A244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6167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" name="Group 540">
            <a:extLst>
              <a:ext uri="{FF2B5EF4-FFF2-40B4-BE49-F238E27FC236}">
                <a16:creationId xmlns:a16="http://schemas.microsoft.com/office/drawing/2014/main" id="{4A6CC412-EB17-0E81-C124-DE5F22978FD1}"/>
              </a:ext>
            </a:extLst>
          </p:cNvPr>
          <p:cNvGrpSpPr/>
          <p:nvPr/>
        </p:nvGrpSpPr>
        <p:grpSpPr>
          <a:xfrm>
            <a:off x="24538202" y="12406799"/>
            <a:ext cx="7187409" cy="5859899"/>
            <a:chOff x="26065361" y="17237100"/>
            <a:chExt cx="8984262" cy="7324876"/>
          </a:xfrm>
        </p:grpSpPr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351D6890-1C92-3CA5-29D9-B8BDFB12D7A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4" name="TextBox 543">
                    <a:extLst>
                      <a:ext uri="{FF2B5EF4-FFF2-40B4-BE49-F238E27FC236}">
                        <a16:creationId xmlns:a16="http://schemas.microsoft.com/office/drawing/2014/main" id="{62DAD031-A178-6936-2AFB-76B5C614972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4" name="TextBox 543">
                    <a:extLst>
                      <a:ext uri="{FF2B5EF4-FFF2-40B4-BE49-F238E27FC236}">
                        <a16:creationId xmlns:a16="http://schemas.microsoft.com/office/drawing/2014/main" id="{62DAD031-A178-6936-2AFB-76B5C61497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5" name="TextBox 544">
                    <a:extLst>
                      <a:ext uri="{FF2B5EF4-FFF2-40B4-BE49-F238E27FC236}">
                        <a16:creationId xmlns:a16="http://schemas.microsoft.com/office/drawing/2014/main" id="{F466FBDE-7B7D-37F3-8AD2-EDF2336D6308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5" name="TextBox 544">
                    <a:extLst>
                      <a:ext uri="{FF2B5EF4-FFF2-40B4-BE49-F238E27FC236}">
                        <a16:creationId xmlns:a16="http://schemas.microsoft.com/office/drawing/2014/main" id="{F466FBDE-7B7D-37F3-8AD2-EDF2336D63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6" name="TextBox 545">
                    <a:extLst>
                      <a:ext uri="{FF2B5EF4-FFF2-40B4-BE49-F238E27FC236}">
                        <a16:creationId xmlns:a16="http://schemas.microsoft.com/office/drawing/2014/main" id="{54CA77C4-57F0-ADE4-D1DF-0F286012966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6" name="TextBox 545">
                    <a:extLst>
                      <a:ext uri="{FF2B5EF4-FFF2-40B4-BE49-F238E27FC236}">
                        <a16:creationId xmlns:a16="http://schemas.microsoft.com/office/drawing/2014/main" id="{54CA77C4-57F0-ADE4-D1DF-0F28601296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47" name="Straight Connector 546">
                <a:extLst>
                  <a:ext uri="{FF2B5EF4-FFF2-40B4-BE49-F238E27FC236}">
                    <a16:creationId xmlns:a16="http://schemas.microsoft.com/office/drawing/2014/main" id="{E6E6DF4C-66C7-793B-0257-FF6DB83F47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Straight Connector 547">
                <a:extLst>
                  <a:ext uri="{FF2B5EF4-FFF2-40B4-BE49-F238E27FC236}">
                    <a16:creationId xmlns:a16="http://schemas.microsoft.com/office/drawing/2014/main" id="{7B99A5D4-A483-717C-0595-2FA9746870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Straight Connector 548">
                <a:extLst>
                  <a:ext uri="{FF2B5EF4-FFF2-40B4-BE49-F238E27FC236}">
                    <a16:creationId xmlns:a16="http://schemas.microsoft.com/office/drawing/2014/main" id="{89859010-6DA3-6441-C71C-2A176926FE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Straight Connector 549">
                <a:extLst>
                  <a:ext uri="{FF2B5EF4-FFF2-40B4-BE49-F238E27FC236}">
                    <a16:creationId xmlns:a16="http://schemas.microsoft.com/office/drawing/2014/main" id="{78ED299F-09AB-8ED2-CA74-F1392810BB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Straight Connector 550">
                <a:extLst>
                  <a:ext uri="{FF2B5EF4-FFF2-40B4-BE49-F238E27FC236}">
                    <a16:creationId xmlns:a16="http://schemas.microsoft.com/office/drawing/2014/main" id="{CC87D3BB-D148-7954-23D8-39513901AA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Straight Connector 551">
                <a:extLst>
                  <a:ext uri="{FF2B5EF4-FFF2-40B4-BE49-F238E27FC236}">
                    <a16:creationId xmlns:a16="http://schemas.microsoft.com/office/drawing/2014/main" id="{8ADFDBCB-5C49-87D5-B038-0A88587BA1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Straight Connector 552">
                <a:extLst>
                  <a:ext uri="{FF2B5EF4-FFF2-40B4-BE49-F238E27FC236}">
                    <a16:creationId xmlns:a16="http://schemas.microsoft.com/office/drawing/2014/main" id="{DB72F036-3D39-F5D6-4DC2-CCCDF3C6CD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Straight Connector 553">
                <a:extLst>
                  <a:ext uri="{FF2B5EF4-FFF2-40B4-BE49-F238E27FC236}">
                    <a16:creationId xmlns:a16="http://schemas.microsoft.com/office/drawing/2014/main" id="{7659A5D0-E1B6-2D68-A4EB-12060E0E90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Straight Connector 554">
                <a:extLst>
                  <a:ext uri="{FF2B5EF4-FFF2-40B4-BE49-F238E27FC236}">
                    <a16:creationId xmlns:a16="http://schemas.microsoft.com/office/drawing/2014/main" id="{85D600E6-6CB3-C0A2-4FAD-BCBB94D693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Straight Connector 555">
                <a:extLst>
                  <a:ext uri="{FF2B5EF4-FFF2-40B4-BE49-F238E27FC236}">
                    <a16:creationId xmlns:a16="http://schemas.microsoft.com/office/drawing/2014/main" id="{1803277E-9DB2-F796-4F1F-A7D16BA1C0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595E1E4F-0842-A660-4740-08A5D84A7F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8" name="Straight Connector 557">
                <a:extLst>
                  <a:ext uri="{FF2B5EF4-FFF2-40B4-BE49-F238E27FC236}">
                    <a16:creationId xmlns:a16="http://schemas.microsoft.com/office/drawing/2014/main" id="{45142CD2-B5DA-D372-FF89-18FB0EA795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>
                <a:extLst>
                  <a:ext uri="{FF2B5EF4-FFF2-40B4-BE49-F238E27FC236}">
                    <a16:creationId xmlns:a16="http://schemas.microsoft.com/office/drawing/2014/main" id="{E7336E08-5D08-16FE-85BE-7E9D170030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Straight Connector 559">
                <a:extLst>
                  <a:ext uri="{FF2B5EF4-FFF2-40B4-BE49-F238E27FC236}">
                    <a16:creationId xmlns:a16="http://schemas.microsoft.com/office/drawing/2014/main" id="{57501C19-4CDB-4F00-F90A-FFF835E6D3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Straight Connector 560">
                <a:extLst>
                  <a:ext uri="{FF2B5EF4-FFF2-40B4-BE49-F238E27FC236}">
                    <a16:creationId xmlns:a16="http://schemas.microsoft.com/office/drawing/2014/main" id="{179E21C3-E3B7-64EC-3503-955138B49C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253D7B8C-5EAD-FD1A-0D2A-A8CEDE26C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7BFA06CF-C74D-DCCB-9E62-20721E959C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Straight Connector 563">
                <a:extLst>
                  <a:ext uri="{FF2B5EF4-FFF2-40B4-BE49-F238E27FC236}">
                    <a16:creationId xmlns:a16="http://schemas.microsoft.com/office/drawing/2014/main" id="{6B9EA16C-10BB-42AA-C626-F3B8C43A80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5" name="Straight Connector 564">
                <a:extLst>
                  <a:ext uri="{FF2B5EF4-FFF2-40B4-BE49-F238E27FC236}">
                    <a16:creationId xmlns:a16="http://schemas.microsoft.com/office/drawing/2014/main" id="{E3BC375E-3543-6744-CD46-D7D439FC54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Straight Connector 565">
                <a:extLst>
                  <a:ext uri="{FF2B5EF4-FFF2-40B4-BE49-F238E27FC236}">
                    <a16:creationId xmlns:a16="http://schemas.microsoft.com/office/drawing/2014/main" id="{2F43EC5B-77BE-82A6-600C-338D78502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Straight Connector 566">
                <a:extLst>
                  <a:ext uri="{FF2B5EF4-FFF2-40B4-BE49-F238E27FC236}">
                    <a16:creationId xmlns:a16="http://schemas.microsoft.com/office/drawing/2014/main" id="{0C499DF5-E020-2640-F356-04CCB7C082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Straight Connector 567">
                <a:extLst>
                  <a:ext uri="{FF2B5EF4-FFF2-40B4-BE49-F238E27FC236}">
                    <a16:creationId xmlns:a16="http://schemas.microsoft.com/office/drawing/2014/main" id="{8B878BF1-F65B-478B-F28F-3DD6E266D2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9" name="Straight Connector 568">
                <a:extLst>
                  <a:ext uri="{FF2B5EF4-FFF2-40B4-BE49-F238E27FC236}">
                    <a16:creationId xmlns:a16="http://schemas.microsoft.com/office/drawing/2014/main" id="{ED5B8DEA-B11A-2604-B9A9-5CAB8A941A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Straight Connector 569">
                <a:extLst>
                  <a:ext uri="{FF2B5EF4-FFF2-40B4-BE49-F238E27FC236}">
                    <a16:creationId xmlns:a16="http://schemas.microsoft.com/office/drawing/2014/main" id="{F51A30E0-B4EE-C82C-F953-AC1B8DEF5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82A1BFB8-5F7A-7ADB-9E1D-0F8A3EFB4714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82A1BFB8-5F7A-7ADB-9E1D-0F8A3EFB47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DB18F096-62B6-C512-6469-BEBF72C97051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DB18F096-62B6-C512-6469-BEBF72C970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244AF074-0E40-754E-55FA-8535A2C30B9A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244AF074-0E40-754E-55FA-8535A2C30B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D5E26D8F-2662-E21C-CD7A-E5BAEDA35273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D5E26D8F-2662-E21C-CD7A-E5BAEDA352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75" name="Straight Connector 574">
                <a:extLst>
                  <a:ext uri="{FF2B5EF4-FFF2-40B4-BE49-F238E27FC236}">
                    <a16:creationId xmlns:a16="http://schemas.microsoft.com/office/drawing/2014/main" id="{03F14DB9-A38B-BF88-34BA-E25409ED25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6" name="TextBox 575">
                    <a:extLst>
                      <a:ext uri="{FF2B5EF4-FFF2-40B4-BE49-F238E27FC236}">
                        <a16:creationId xmlns:a16="http://schemas.microsoft.com/office/drawing/2014/main" id="{3AEED45C-D5A1-94EF-DBEC-A3D3A470DC01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6" name="TextBox 575">
                    <a:extLst>
                      <a:ext uri="{FF2B5EF4-FFF2-40B4-BE49-F238E27FC236}">
                        <a16:creationId xmlns:a16="http://schemas.microsoft.com/office/drawing/2014/main" id="{3AEED45C-D5A1-94EF-DBEC-A3D3A470DC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7" name="TextBox 576">
                    <a:extLst>
                      <a:ext uri="{FF2B5EF4-FFF2-40B4-BE49-F238E27FC236}">
                        <a16:creationId xmlns:a16="http://schemas.microsoft.com/office/drawing/2014/main" id="{0A417269-90EB-B04E-B4B8-4C3760A5520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7" name="TextBox 576">
                    <a:extLst>
                      <a:ext uri="{FF2B5EF4-FFF2-40B4-BE49-F238E27FC236}">
                        <a16:creationId xmlns:a16="http://schemas.microsoft.com/office/drawing/2014/main" id="{0A417269-90EB-B04E-B4B8-4C3760A552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8" name="TextBox 577">
                    <a:extLst>
                      <a:ext uri="{FF2B5EF4-FFF2-40B4-BE49-F238E27FC236}">
                        <a16:creationId xmlns:a16="http://schemas.microsoft.com/office/drawing/2014/main" id="{7E1C3E3C-78BA-364E-923D-EDA46512D164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8" name="TextBox 577">
                    <a:extLst>
                      <a:ext uri="{FF2B5EF4-FFF2-40B4-BE49-F238E27FC236}">
                        <a16:creationId xmlns:a16="http://schemas.microsoft.com/office/drawing/2014/main" id="{7E1C3E3C-78BA-364E-923D-EDA46512D1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9" name="TextBox 578">
                    <a:extLst>
                      <a:ext uri="{FF2B5EF4-FFF2-40B4-BE49-F238E27FC236}">
                        <a16:creationId xmlns:a16="http://schemas.microsoft.com/office/drawing/2014/main" id="{727389A5-0DDA-6F96-7439-82009A725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9" name="TextBox 578">
                    <a:extLst>
                      <a:ext uri="{FF2B5EF4-FFF2-40B4-BE49-F238E27FC236}">
                        <a16:creationId xmlns:a16="http://schemas.microsoft.com/office/drawing/2014/main" id="{727389A5-0DDA-6F96-7439-82009A725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0" name="TextBox 579">
                    <a:extLst>
                      <a:ext uri="{FF2B5EF4-FFF2-40B4-BE49-F238E27FC236}">
                        <a16:creationId xmlns:a16="http://schemas.microsoft.com/office/drawing/2014/main" id="{60A6D28E-18EF-878B-3354-77955FF13F27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0" name="TextBox 579">
                    <a:extLst>
                      <a:ext uri="{FF2B5EF4-FFF2-40B4-BE49-F238E27FC236}">
                        <a16:creationId xmlns:a16="http://schemas.microsoft.com/office/drawing/2014/main" id="{60A6D28E-18EF-878B-3354-77955FF13F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1" name="TextBox 580">
                    <a:extLst>
                      <a:ext uri="{FF2B5EF4-FFF2-40B4-BE49-F238E27FC236}">
                        <a16:creationId xmlns:a16="http://schemas.microsoft.com/office/drawing/2014/main" id="{F0A8B247-F681-5290-E8CA-41AD69536A1A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1" name="TextBox 580">
                    <a:extLst>
                      <a:ext uri="{FF2B5EF4-FFF2-40B4-BE49-F238E27FC236}">
                        <a16:creationId xmlns:a16="http://schemas.microsoft.com/office/drawing/2014/main" id="{F0A8B247-F681-5290-E8CA-41AD69536A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43" name="Straight Connector 542">
              <a:extLst>
                <a:ext uri="{FF2B5EF4-FFF2-40B4-BE49-F238E27FC236}">
                  <a16:creationId xmlns:a16="http://schemas.microsoft.com/office/drawing/2014/main" id="{B9DEAF25-98F5-4CF3-A1D1-90901F55C7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0" name="Group 499">
            <a:extLst>
              <a:ext uri="{FF2B5EF4-FFF2-40B4-BE49-F238E27FC236}">
                <a16:creationId xmlns:a16="http://schemas.microsoft.com/office/drawing/2014/main" id="{A6B97C4B-D7CC-FB31-0454-849260124B0B}"/>
              </a:ext>
            </a:extLst>
          </p:cNvPr>
          <p:cNvGrpSpPr/>
          <p:nvPr/>
        </p:nvGrpSpPr>
        <p:grpSpPr>
          <a:xfrm>
            <a:off x="17164160" y="12408724"/>
            <a:ext cx="7187409" cy="5859899"/>
            <a:chOff x="26065361" y="17237100"/>
            <a:chExt cx="8984262" cy="7324876"/>
          </a:xfrm>
        </p:grpSpPr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8707C274-E2C5-BB51-A898-E3F25AA0C07C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3" name="TextBox 502">
                    <a:extLst>
                      <a:ext uri="{FF2B5EF4-FFF2-40B4-BE49-F238E27FC236}">
                        <a16:creationId xmlns:a16="http://schemas.microsoft.com/office/drawing/2014/main" id="{930EC7C2-1AFB-B99F-A801-B5DBCF3672C8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3" name="TextBox 502">
                    <a:extLst>
                      <a:ext uri="{FF2B5EF4-FFF2-40B4-BE49-F238E27FC236}">
                        <a16:creationId xmlns:a16="http://schemas.microsoft.com/office/drawing/2014/main" id="{930EC7C2-1AFB-B99F-A801-B5DBCF367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4" name="TextBox 503">
                    <a:extLst>
                      <a:ext uri="{FF2B5EF4-FFF2-40B4-BE49-F238E27FC236}">
                        <a16:creationId xmlns:a16="http://schemas.microsoft.com/office/drawing/2014/main" id="{7C393C38-FA11-BE09-6455-FC9A777A29D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4" name="TextBox 503">
                    <a:extLst>
                      <a:ext uri="{FF2B5EF4-FFF2-40B4-BE49-F238E27FC236}">
                        <a16:creationId xmlns:a16="http://schemas.microsoft.com/office/drawing/2014/main" id="{7C393C38-FA11-BE09-6455-FC9A777A29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5" name="TextBox 504">
                    <a:extLst>
                      <a:ext uri="{FF2B5EF4-FFF2-40B4-BE49-F238E27FC236}">
                        <a16:creationId xmlns:a16="http://schemas.microsoft.com/office/drawing/2014/main" id="{144BB5DF-0245-25AC-4C97-3F4A7E10F984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5" name="TextBox 504">
                    <a:extLst>
                      <a:ext uri="{FF2B5EF4-FFF2-40B4-BE49-F238E27FC236}">
                        <a16:creationId xmlns:a16="http://schemas.microsoft.com/office/drawing/2014/main" id="{144BB5DF-0245-25AC-4C97-3F4A7E10F9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06" name="Straight Connector 505">
                <a:extLst>
                  <a:ext uri="{FF2B5EF4-FFF2-40B4-BE49-F238E27FC236}">
                    <a16:creationId xmlns:a16="http://schemas.microsoft.com/office/drawing/2014/main" id="{6EF8446D-472B-E0EF-57F1-66A068B64F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Straight Connector 506">
                <a:extLst>
                  <a:ext uri="{FF2B5EF4-FFF2-40B4-BE49-F238E27FC236}">
                    <a16:creationId xmlns:a16="http://schemas.microsoft.com/office/drawing/2014/main" id="{99FC9947-AEC4-34CC-219B-7CD507809F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Straight Connector 507">
                <a:extLst>
                  <a:ext uri="{FF2B5EF4-FFF2-40B4-BE49-F238E27FC236}">
                    <a16:creationId xmlns:a16="http://schemas.microsoft.com/office/drawing/2014/main" id="{CA4EAB81-8ABC-52DE-44C9-058E50B566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9" name="Straight Connector 508">
                <a:extLst>
                  <a:ext uri="{FF2B5EF4-FFF2-40B4-BE49-F238E27FC236}">
                    <a16:creationId xmlns:a16="http://schemas.microsoft.com/office/drawing/2014/main" id="{8887F05A-1074-A400-BB92-D0EE1E3FB0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Straight Connector 509">
                <a:extLst>
                  <a:ext uri="{FF2B5EF4-FFF2-40B4-BE49-F238E27FC236}">
                    <a16:creationId xmlns:a16="http://schemas.microsoft.com/office/drawing/2014/main" id="{C29F117D-53F0-96AB-B55B-01293049FE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Straight Connector 510">
                <a:extLst>
                  <a:ext uri="{FF2B5EF4-FFF2-40B4-BE49-F238E27FC236}">
                    <a16:creationId xmlns:a16="http://schemas.microsoft.com/office/drawing/2014/main" id="{9BF55358-3D0C-C59A-DBED-0D74233C71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Straight Connector 511">
                <a:extLst>
                  <a:ext uri="{FF2B5EF4-FFF2-40B4-BE49-F238E27FC236}">
                    <a16:creationId xmlns:a16="http://schemas.microsoft.com/office/drawing/2014/main" id="{33956B79-EABB-7865-6AC8-05272C099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Straight Connector 512">
                <a:extLst>
                  <a:ext uri="{FF2B5EF4-FFF2-40B4-BE49-F238E27FC236}">
                    <a16:creationId xmlns:a16="http://schemas.microsoft.com/office/drawing/2014/main" id="{043F2E3C-651B-004D-2509-3DE0951672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Straight Connector 513">
                <a:extLst>
                  <a:ext uri="{FF2B5EF4-FFF2-40B4-BE49-F238E27FC236}">
                    <a16:creationId xmlns:a16="http://schemas.microsoft.com/office/drawing/2014/main" id="{2C463BED-805E-74E3-303E-85EC50687A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B55CCBEB-09C0-D6ED-1F05-87A52C4470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Straight Connector 515">
                <a:extLst>
                  <a:ext uri="{FF2B5EF4-FFF2-40B4-BE49-F238E27FC236}">
                    <a16:creationId xmlns:a16="http://schemas.microsoft.com/office/drawing/2014/main" id="{8957B55C-7794-1E47-643A-77AC60FD94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0E1842DE-516D-4FE8-85FA-4DD8F78079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Straight Connector 517">
                <a:extLst>
                  <a:ext uri="{FF2B5EF4-FFF2-40B4-BE49-F238E27FC236}">
                    <a16:creationId xmlns:a16="http://schemas.microsoft.com/office/drawing/2014/main" id="{9C17AA77-0F13-32B1-A545-162789889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9" name="Straight Connector 518">
                <a:extLst>
                  <a:ext uri="{FF2B5EF4-FFF2-40B4-BE49-F238E27FC236}">
                    <a16:creationId xmlns:a16="http://schemas.microsoft.com/office/drawing/2014/main" id="{379B3F83-2517-4A53-D240-32A51BDC5D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E307817B-195D-A927-9878-94FC671E13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F5254097-66B8-F247-3536-E40BDA1D97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2" name="Straight Connector 521">
                <a:extLst>
                  <a:ext uri="{FF2B5EF4-FFF2-40B4-BE49-F238E27FC236}">
                    <a16:creationId xmlns:a16="http://schemas.microsoft.com/office/drawing/2014/main" id="{ABBCBB36-B843-57FB-624B-3B76677025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" name="Straight Connector 522">
                <a:extLst>
                  <a:ext uri="{FF2B5EF4-FFF2-40B4-BE49-F238E27FC236}">
                    <a16:creationId xmlns:a16="http://schemas.microsoft.com/office/drawing/2014/main" id="{435FC1F3-BF59-5AF5-5400-EB807CB6E7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4" name="Straight Connector 523">
                <a:extLst>
                  <a:ext uri="{FF2B5EF4-FFF2-40B4-BE49-F238E27FC236}">
                    <a16:creationId xmlns:a16="http://schemas.microsoft.com/office/drawing/2014/main" id="{7412D582-B9B9-37B1-8BAF-F167B05A0F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Straight Connector 524">
                <a:extLst>
                  <a:ext uri="{FF2B5EF4-FFF2-40B4-BE49-F238E27FC236}">
                    <a16:creationId xmlns:a16="http://schemas.microsoft.com/office/drawing/2014/main" id="{93E0FC35-A5DD-01C2-01E8-19A7E13B64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Straight Connector 525">
                <a:extLst>
                  <a:ext uri="{FF2B5EF4-FFF2-40B4-BE49-F238E27FC236}">
                    <a16:creationId xmlns:a16="http://schemas.microsoft.com/office/drawing/2014/main" id="{FFC2D5FD-7B03-5E75-D35B-37F09317A5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7" name="Straight Connector 526">
                <a:extLst>
                  <a:ext uri="{FF2B5EF4-FFF2-40B4-BE49-F238E27FC236}">
                    <a16:creationId xmlns:a16="http://schemas.microsoft.com/office/drawing/2014/main" id="{4613C4F6-5CC0-7647-30EA-D699A631F9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Straight Connector 527">
                <a:extLst>
                  <a:ext uri="{FF2B5EF4-FFF2-40B4-BE49-F238E27FC236}">
                    <a16:creationId xmlns:a16="http://schemas.microsoft.com/office/drawing/2014/main" id="{7FEDD2CA-B47A-9146-E1C2-60BB08C7E6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9" name="Straight Connector 528">
                <a:extLst>
                  <a:ext uri="{FF2B5EF4-FFF2-40B4-BE49-F238E27FC236}">
                    <a16:creationId xmlns:a16="http://schemas.microsoft.com/office/drawing/2014/main" id="{3BF2F759-75DB-344E-C898-EFD66EC04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277F9CD7-9F21-5BED-54D9-3A42F6707FAF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277F9CD7-9F21-5BED-54D9-3A42F6707F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34EA6660-8605-8C0F-E42F-8D63BBADAB92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34EA6660-8605-8C0F-E42F-8D63BBADAB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200FCDCE-1115-7F63-4419-965653C138C0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200FCDCE-1115-7F63-4419-965653C138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73E26B89-E749-12AF-CF5E-8031EB3CBA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73E26B89-E749-12AF-CF5E-8031EB3CBA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34" name="Straight Connector 533">
                <a:extLst>
                  <a:ext uri="{FF2B5EF4-FFF2-40B4-BE49-F238E27FC236}">
                    <a16:creationId xmlns:a16="http://schemas.microsoft.com/office/drawing/2014/main" id="{7924D916-A334-5819-58D1-3BF82F8BF6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5" name="TextBox 534">
                    <a:extLst>
                      <a:ext uri="{FF2B5EF4-FFF2-40B4-BE49-F238E27FC236}">
                        <a16:creationId xmlns:a16="http://schemas.microsoft.com/office/drawing/2014/main" id="{DAF5398B-9775-6B74-D7A6-C7A8D260228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5" name="TextBox 534">
                    <a:extLst>
                      <a:ext uri="{FF2B5EF4-FFF2-40B4-BE49-F238E27FC236}">
                        <a16:creationId xmlns:a16="http://schemas.microsoft.com/office/drawing/2014/main" id="{DAF5398B-9775-6B74-D7A6-C7A8D26022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6" name="TextBox 535">
                    <a:extLst>
                      <a:ext uri="{FF2B5EF4-FFF2-40B4-BE49-F238E27FC236}">
                        <a16:creationId xmlns:a16="http://schemas.microsoft.com/office/drawing/2014/main" id="{30547876-7E52-27E6-6A25-2F54C97CED4A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6" name="TextBox 535">
                    <a:extLst>
                      <a:ext uri="{FF2B5EF4-FFF2-40B4-BE49-F238E27FC236}">
                        <a16:creationId xmlns:a16="http://schemas.microsoft.com/office/drawing/2014/main" id="{30547876-7E52-27E6-6A25-2F54C97CED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7" name="TextBox 536">
                    <a:extLst>
                      <a:ext uri="{FF2B5EF4-FFF2-40B4-BE49-F238E27FC236}">
                        <a16:creationId xmlns:a16="http://schemas.microsoft.com/office/drawing/2014/main" id="{36ACD251-DB23-0F4D-217D-D8E2EF547F0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7" name="TextBox 536">
                    <a:extLst>
                      <a:ext uri="{FF2B5EF4-FFF2-40B4-BE49-F238E27FC236}">
                        <a16:creationId xmlns:a16="http://schemas.microsoft.com/office/drawing/2014/main" id="{36ACD251-DB23-0F4D-217D-D8E2EF547F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8" name="TextBox 537">
                    <a:extLst>
                      <a:ext uri="{FF2B5EF4-FFF2-40B4-BE49-F238E27FC236}">
                        <a16:creationId xmlns:a16="http://schemas.microsoft.com/office/drawing/2014/main" id="{F77DAB87-9D97-AE4E-F87D-B89E8883191E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8" name="TextBox 537">
                    <a:extLst>
                      <a:ext uri="{FF2B5EF4-FFF2-40B4-BE49-F238E27FC236}">
                        <a16:creationId xmlns:a16="http://schemas.microsoft.com/office/drawing/2014/main" id="{F77DAB87-9D97-AE4E-F87D-B89E888319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9" name="TextBox 538">
                    <a:extLst>
                      <a:ext uri="{FF2B5EF4-FFF2-40B4-BE49-F238E27FC236}">
                        <a16:creationId xmlns:a16="http://schemas.microsoft.com/office/drawing/2014/main" id="{D64742EF-948B-768B-C29F-E66E54E7093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9" name="TextBox 538">
                    <a:extLst>
                      <a:ext uri="{FF2B5EF4-FFF2-40B4-BE49-F238E27FC236}">
                        <a16:creationId xmlns:a16="http://schemas.microsoft.com/office/drawing/2014/main" id="{D64742EF-948B-768B-C29F-E66E54E709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0" name="TextBox 539">
                    <a:extLst>
                      <a:ext uri="{FF2B5EF4-FFF2-40B4-BE49-F238E27FC236}">
                        <a16:creationId xmlns:a16="http://schemas.microsoft.com/office/drawing/2014/main" id="{29D41CC0-4A6C-822F-BFD1-709A9EC17E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0" name="TextBox 539">
                    <a:extLst>
                      <a:ext uri="{FF2B5EF4-FFF2-40B4-BE49-F238E27FC236}">
                        <a16:creationId xmlns:a16="http://schemas.microsoft.com/office/drawing/2014/main" id="{29D41CC0-4A6C-822F-BFD1-709A9EC17E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02" name="Straight Connector 501">
              <a:extLst>
                <a:ext uri="{FF2B5EF4-FFF2-40B4-BE49-F238E27FC236}">
                  <a16:creationId xmlns:a16="http://schemas.microsoft.com/office/drawing/2014/main" id="{CEC3C96E-D0DB-14B7-2977-CEDE964CD6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D901F684-9FD6-FCC9-CA02-426B81EE096B}"/>
              </a:ext>
            </a:extLst>
          </p:cNvPr>
          <p:cNvGrpSpPr/>
          <p:nvPr/>
        </p:nvGrpSpPr>
        <p:grpSpPr>
          <a:xfrm>
            <a:off x="9335573" y="12293521"/>
            <a:ext cx="7187409" cy="5859899"/>
            <a:chOff x="26065361" y="17237100"/>
            <a:chExt cx="8984262" cy="7324876"/>
          </a:xfrm>
        </p:grpSpPr>
        <p:grpSp>
          <p:nvGrpSpPr>
            <p:cNvPr id="460" name="Group 459">
              <a:extLst>
                <a:ext uri="{FF2B5EF4-FFF2-40B4-BE49-F238E27FC236}">
                  <a16:creationId xmlns:a16="http://schemas.microsoft.com/office/drawing/2014/main" id="{746D5A5D-9F03-3624-C392-78C178CE7BCA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2" name="TextBox 461">
                    <a:extLst>
                      <a:ext uri="{FF2B5EF4-FFF2-40B4-BE49-F238E27FC236}">
                        <a16:creationId xmlns:a16="http://schemas.microsoft.com/office/drawing/2014/main" id="{528FD768-6A2B-5718-B6F6-C53D666EEE0D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2" name="TextBox 461">
                    <a:extLst>
                      <a:ext uri="{FF2B5EF4-FFF2-40B4-BE49-F238E27FC236}">
                        <a16:creationId xmlns:a16="http://schemas.microsoft.com/office/drawing/2014/main" id="{528FD768-6A2B-5718-B6F6-C53D666EEE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3" name="TextBox 462">
                    <a:extLst>
                      <a:ext uri="{FF2B5EF4-FFF2-40B4-BE49-F238E27FC236}">
                        <a16:creationId xmlns:a16="http://schemas.microsoft.com/office/drawing/2014/main" id="{538C4866-424D-CDA3-15BA-15A9D93ACFB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3" name="TextBox 462">
                    <a:extLst>
                      <a:ext uri="{FF2B5EF4-FFF2-40B4-BE49-F238E27FC236}">
                        <a16:creationId xmlns:a16="http://schemas.microsoft.com/office/drawing/2014/main" id="{538C4866-424D-CDA3-15BA-15A9D93ACF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4" name="TextBox 463">
                    <a:extLst>
                      <a:ext uri="{FF2B5EF4-FFF2-40B4-BE49-F238E27FC236}">
                        <a16:creationId xmlns:a16="http://schemas.microsoft.com/office/drawing/2014/main" id="{0C911B88-66BE-37A4-6327-DEF8D88830E3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4" name="TextBox 463">
                    <a:extLst>
                      <a:ext uri="{FF2B5EF4-FFF2-40B4-BE49-F238E27FC236}">
                        <a16:creationId xmlns:a16="http://schemas.microsoft.com/office/drawing/2014/main" id="{0C911B88-66BE-37A4-6327-DEF8D88830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5" name="Straight Connector 464">
                <a:extLst>
                  <a:ext uri="{FF2B5EF4-FFF2-40B4-BE49-F238E27FC236}">
                    <a16:creationId xmlns:a16="http://schemas.microsoft.com/office/drawing/2014/main" id="{0F22D0CC-EEA1-0FEB-8562-E2EC04D9B65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Straight Connector 465">
                <a:extLst>
                  <a:ext uri="{FF2B5EF4-FFF2-40B4-BE49-F238E27FC236}">
                    <a16:creationId xmlns:a16="http://schemas.microsoft.com/office/drawing/2014/main" id="{27E458FF-DFD6-062A-0FC9-E2696015A0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E7F831A4-8899-C2EF-00AC-7467F5CDA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79B36BD1-C24E-68D1-9E8E-28776C18AB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19917DF8-9AAE-9DEA-B16B-91002DB51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Straight Connector 469">
                <a:extLst>
                  <a:ext uri="{FF2B5EF4-FFF2-40B4-BE49-F238E27FC236}">
                    <a16:creationId xmlns:a16="http://schemas.microsoft.com/office/drawing/2014/main" id="{9B115875-C8ED-ABE5-903A-D31DCB2967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485089EF-4A1C-0B92-1D94-2B9A6B10F9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4FB40417-72EC-C63E-D534-FBBA31632A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C8E1BC73-D284-D158-9115-8857B76D60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7CFF4F0C-EF25-B009-FEB9-B480998241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948529CD-B55D-C654-F519-EE60E88B13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67B60118-DF9A-7E0A-839C-2708B1A958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Straight Connector 476">
                <a:extLst>
                  <a:ext uri="{FF2B5EF4-FFF2-40B4-BE49-F238E27FC236}">
                    <a16:creationId xmlns:a16="http://schemas.microsoft.com/office/drawing/2014/main" id="{4CCC54EC-5A69-F4E3-654D-DB4E98B4F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6BA8DA90-1DA0-B303-DFA3-035F537674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4C64C825-C094-BAC1-6BC6-615ECAFA0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83425095-B79D-6756-7EB3-634FCBFE74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>
                <a:extLst>
                  <a:ext uri="{FF2B5EF4-FFF2-40B4-BE49-F238E27FC236}">
                    <a16:creationId xmlns:a16="http://schemas.microsoft.com/office/drawing/2014/main" id="{E3C971A1-6332-DD64-F0A7-A03CA8821D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634705A5-D2BD-8F30-4BD0-3EF7DDF415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459234C7-40CC-C1B6-FDC6-4EFD191CF4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>
                <a:extLst>
                  <a:ext uri="{FF2B5EF4-FFF2-40B4-BE49-F238E27FC236}">
                    <a16:creationId xmlns:a16="http://schemas.microsoft.com/office/drawing/2014/main" id="{07F6CBF2-39C8-7E25-7422-57D156A0E3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77622604-E865-7906-6970-D1774C8536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5B3C9B35-678B-1EB7-39C4-CEF3E8D6CB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371F80D0-6CBB-9FDB-0E14-6488E9F31F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685E1334-AB66-CE41-AC49-A7A577DD41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3EDC1E1-971C-450B-674D-6F3AA8C60B50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3EDC1E1-971C-450B-674D-6F3AA8C60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6C48E1D4-08E8-B026-F2CD-0699199ACB2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6C48E1D4-08E8-B026-F2CD-0699199ACB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784A55E2-D9C4-6EF5-EC84-AD485E498879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784A55E2-D9C4-6EF5-EC84-AD485E498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2" name="TextBox 491">
                    <a:extLst>
                      <a:ext uri="{FF2B5EF4-FFF2-40B4-BE49-F238E27FC236}">
                        <a16:creationId xmlns:a16="http://schemas.microsoft.com/office/drawing/2014/main" id="{9D03A5D9-CEEB-5A94-4271-2AD8FA13F81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2" name="TextBox 491">
                    <a:extLst>
                      <a:ext uri="{FF2B5EF4-FFF2-40B4-BE49-F238E27FC236}">
                        <a16:creationId xmlns:a16="http://schemas.microsoft.com/office/drawing/2014/main" id="{9D03A5D9-CEEB-5A94-4271-2AD8FA13F8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3" name="Straight Connector 492">
                <a:extLst>
                  <a:ext uri="{FF2B5EF4-FFF2-40B4-BE49-F238E27FC236}">
                    <a16:creationId xmlns:a16="http://schemas.microsoft.com/office/drawing/2014/main" id="{0E571F79-794C-4266-FB5B-829F50D687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4" name="TextBox 493">
                    <a:extLst>
                      <a:ext uri="{FF2B5EF4-FFF2-40B4-BE49-F238E27FC236}">
                        <a16:creationId xmlns:a16="http://schemas.microsoft.com/office/drawing/2014/main" id="{9B5C9D3C-B8CA-F08E-8518-43CCD633DCC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4" name="TextBox 493">
                    <a:extLst>
                      <a:ext uri="{FF2B5EF4-FFF2-40B4-BE49-F238E27FC236}">
                        <a16:creationId xmlns:a16="http://schemas.microsoft.com/office/drawing/2014/main" id="{9B5C9D3C-B8CA-F08E-8518-43CCD633DC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5" name="TextBox 494">
                    <a:extLst>
                      <a:ext uri="{FF2B5EF4-FFF2-40B4-BE49-F238E27FC236}">
                        <a16:creationId xmlns:a16="http://schemas.microsoft.com/office/drawing/2014/main" id="{95E7B5E6-B2E5-F732-F85B-738C6A720589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5" name="TextBox 494">
                    <a:extLst>
                      <a:ext uri="{FF2B5EF4-FFF2-40B4-BE49-F238E27FC236}">
                        <a16:creationId xmlns:a16="http://schemas.microsoft.com/office/drawing/2014/main" id="{95E7B5E6-B2E5-F732-F85B-738C6A7205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6" name="TextBox 495">
                    <a:extLst>
                      <a:ext uri="{FF2B5EF4-FFF2-40B4-BE49-F238E27FC236}">
                        <a16:creationId xmlns:a16="http://schemas.microsoft.com/office/drawing/2014/main" id="{05F29F9D-0D17-33EC-8F6B-B38A9367B452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6" name="TextBox 495">
                    <a:extLst>
                      <a:ext uri="{FF2B5EF4-FFF2-40B4-BE49-F238E27FC236}">
                        <a16:creationId xmlns:a16="http://schemas.microsoft.com/office/drawing/2014/main" id="{05F29F9D-0D17-33EC-8F6B-B38A9367B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7" name="TextBox 496">
                    <a:extLst>
                      <a:ext uri="{FF2B5EF4-FFF2-40B4-BE49-F238E27FC236}">
                        <a16:creationId xmlns:a16="http://schemas.microsoft.com/office/drawing/2014/main" id="{E5F2ED38-1FFF-E58B-D423-5513F803C1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7" name="TextBox 496">
                    <a:extLst>
                      <a:ext uri="{FF2B5EF4-FFF2-40B4-BE49-F238E27FC236}">
                        <a16:creationId xmlns:a16="http://schemas.microsoft.com/office/drawing/2014/main" id="{E5F2ED38-1FFF-E58B-D423-5513F803C1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F3723C4C-4495-DF21-C65D-AF0F458A66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F3723C4C-4495-DF21-C65D-AF0F458A66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8DFD2479-1E64-A6A6-5CFE-88B27F85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8DFD2479-1E64-A6A6-5CFE-88B27F85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3D8B19E0-10A1-F3BF-4845-774427A5B6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0A5501C2-F43A-DE3E-98B8-7DA2C82A6BEA}"/>
              </a:ext>
            </a:extLst>
          </p:cNvPr>
          <p:cNvGrpSpPr/>
          <p:nvPr/>
        </p:nvGrpSpPr>
        <p:grpSpPr>
          <a:xfrm>
            <a:off x="1876370" y="12240491"/>
            <a:ext cx="7187409" cy="5859899"/>
            <a:chOff x="26065361" y="17237100"/>
            <a:chExt cx="8984262" cy="7324876"/>
          </a:xfrm>
        </p:grpSpPr>
        <p:grpSp>
          <p:nvGrpSpPr>
            <p:cNvPr id="419" name="Group 418">
              <a:extLst>
                <a:ext uri="{FF2B5EF4-FFF2-40B4-BE49-F238E27FC236}">
                  <a16:creationId xmlns:a16="http://schemas.microsoft.com/office/drawing/2014/main" id="{A8D67B3D-3A84-4CD3-CF1B-02CF381593E6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1" name="TextBox 420">
                    <a:extLst>
                      <a:ext uri="{FF2B5EF4-FFF2-40B4-BE49-F238E27FC236}">
                        <a16:creationId xmlns:a16="http://schemas.microsoft.com/office/drawing/2014/main" id="{3A25B28F-F1A7-DAFF-E116-24562F4A91FD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1" name="TextBox 420">
                    <a:extLst>
                      <a:ext uri="{FF2B5EF4-FFF2-40B4-BE49-F238E27FC236}">
                        <a16:creationId xmlns:a16="http://schemas.microsoft.com/office/drawing/2014/main" id="{3A25B28F-F1A7-DAFF-E116-24562F4A9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b="-5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59F55823-5A19-7032-BCB5-B4517B22C86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59F55823-5A19-7032-BCB5-B4517B22C8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C1EF1625-58E4-FDAA-8783-A80FAF6BB5DF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C1EF1625-58E4-FDAA-8783-A80FAF6BB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58E66F9F-B650-518D-BF10-90664EF3E4A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FB15DAF7-3388-5D15-3304-0198297783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425">
                <a:extLst>
                  <a:ext uri="{FF2B5EF4-FFF2-40B4-BE49-F238E27FC236}">
                    <a16:creationId xmlns:a16="http://schemas.microsoft.com/office/drawing/2014/main" id="{BB3743D0-DFD2-D39D-72F6-954BBEAFD6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EE93320F-9A88-0E30-7E46-D67E053CC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1A106FD3-2683-FD0A-C6B6-E51262790C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9F8CEAAD-BC9E-A197-2F0F-4E8CADB041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B3D1026F-1887-D423-E58E-4930DBF041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C0C44910-67B0-C9F2-63A6-C827A6EE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118FBE07-52FB-9EAB-69BC-FF2276AE0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39B55953-B5EC-52EB-FB2F-7204C30447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Straight Connector 433">
                <a:extLst>
                  <a:ext uri="{FF2B5EF4-FFF2-40B4-BE49-F238E27FC236}">
                    <a16:creationId xmlns:a16="http://schemas.microsoft.com/office/drawing/2014/main" id="{55CF96CF-7126-04B3-D8D9-38D2FDA295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>
                <a:extLst>
                  <a:ext uri="{FF2B5EF4-FFF2-40B4-BE49-F238E27FC236}">
                    <a16:creationId xmlns:a16="http://schemas.microsoft.com/office/drawing/2014/main" id="{D6B51B6C-5FB1-F923-616C-91C4303020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675DF2EC-7EC6-E444-E721-63CF61058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A31DD269-47DD-190A-39DF-5051E43B29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Straight Connector 437">
                <a:extLst>
                  <a:ext uri="{FF2B5EF4-FFF2-40B4-BE49-F238E27FC236}">
                    <a16:creationId xmlns:a16="http://schemas.microsoft.com/office/drawing/2014/main" id="{154ECF2F-D1D8-5471-1577-7405DC629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Straight Connector 438">
                <a:extLst>
                  <a:ext uri="{FF2B5EF4-FFF2-40B4-BE49-F238E27FC236}">
                    <a16:creationId xmlns:a16="http://schemas.microsoft.com/office/drawing/2014/main" id="{D055C736-ECF3-3C59-FE67-4B114FEE35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BC51A925-4C5E-67D6-10C5-74BE161AFB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9C52ABEE-CD44-EC8B-A24C-031C50B219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34F11D96-B106-A9C4-6B34-7785E68DF3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DA8A57B7-922F-8AF4-87B3-5AAA274BC9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443">
                <a:extLst>
                  <a:ext uri="{FF2B5EF4-FFF2-40B4-BE49-F238E27FC236}">
                    <a16:creationId xmlns:a16="http://schemas.microsoft.com/office/drawing/2014/main" id="{B864FAA9-8642-C3D3-5F63-A931A9BA9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0DF03153-81A4-AC43-B404-4EC86956B0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F71A545D-3FA7-5BFE-3BFA-4CAD8D46D3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Straight Connector 446">
                <a:extLst>
                  <a:ext uri="{FF2B5EF4-FFF2-40B4-BE49-F238E27FC236}">
                    <a16:creationId xmlns:a16="http://schemas.microsoft.com/office/drawing/2014/main" id="{6CFD6A6E-A87E-3D60-2B16-57362AA39F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D1093B90-3C9D-B6B2-6B22-B3422B63B134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D1093B90-3C9D-B6B2-6B22-B3422B63B1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DFE01FCB-3A3D-6144-EACE-5A5629C5179C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DFE01FCB-3A3D-6144-EACE-5A5629C517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0" name="TextBox 449">
                    <a:extLst>
                      <a:ext uri="{FF2B5EF4-FFF2-40B4-BE49-F238E27FC236}">
                        <a16:creationId xmlns:a16="http://schemas.microsoft.com/office/drawing/2014/main" id="{EF8C099B-9D29-C144-35E3-114B82F313C9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0" name="TextBox 449">
                    <a:extLst>
                      <a:ext uri="{FF2B5EF4-FFF2-40B4-BE49-F238E27FC236}">
                        <a16:creationId xmlns:a16="http://schemas.microsoft.com/office/drawing/2014/main" id="{EF8C099B-9D29-C144-35E3-114B82F313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1" name="TextBox 450">
                    <a:extLst>
                      <a:ext uri="{FF2B5EF4-FFF2-40B4-BE49-F238E27FC236}">
                        <a16:creationId xmlns:a16="http://schemas.microsoft.com/office/drawing/2014/main" id="{CC0F0E05-554C-EAA1-9A0A-76C7FABCAFAF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1" name="TextBox 450">
                    <a:extLst>
                      <a:ext uri="{FF2B5EF4-FFF2-40B4-BE49-F238E27FC236}">
                        <a16:creationId xmlns:a16="http://schemas.microsoft.com/office/drawing/2014/main" id="{CC0F0E05-554C-EAA1-9A0A-76C7FABCAF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40B5EF85-541A-935E-6399-180F402AC3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3" name="TextBox 452">
                    <a:extLst>
                      <a:ext uri="{FF2B5EF4-FFF2-40B4-BE49-F238E27FC236}">
                        <a16:creationId xmlns:a16="http://schemas.microsoft.com/office/drawing/2014/main" id="{5042C198-E72F-5868-B63F-3829FFE62DB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3" name="TextBox 452">
                    <a:extLst>
                      <a:ext uri="{FF2B5EF4-FFF2-40B4-BE49-F238E27FC236}">
                        <a16:creationId xmlns:a16="http://schemas.microsoft.com/office/drawing/2014/main" id="{5042C198-E72F-5868-B63F-3829FFE62D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4" name="TextBox 453">
                    <a:extLst>
                      <a:ext uri="{FF2B5EF4-FFF2-40B4-BE49-F238E27FC236}">
                        <a16:creationId xmlns:a16="http://schemas.microsoft.com/office/drawing/2014/main" id="{40A456AA-ABC3-0533-0B00-2C412FDBBEB5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4" name="TextBox 453">
                    <a:extLst>
                      <a:ext uri="{FF2B5EF4-FFF2-40B4-BE49-F238E27FC236}">
                        <a16:creationId xmlns:a16="http://schemas.microsoft.com/office/drawing/2014/main" id="{40A456AA-ABC3-0533-0B00-2C412FDBBE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5" name="TextBox 454">
                    <a:extLst>
                      <a:ext uri="{FF2B5EF4-FFF2-40B4-BE49-F238E27FC236}">
                        <a16:creationId xmlns:a16="http://schemas.microsoft.com/office/drawing/2014/main" id="{5EE5DE27-D193-7D79-0BDA-561A287D0CEA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5" name="TextBox 454">
                    <a:extLst>
                      <a:ext uri="{FF2B5EF4-FFF2-40B4-BE49-F238E27FC236}">
                        <a16:creationId xmlns:a16="http://schemas.microsoft.com/office/drawing/2014/main" id="{5EE5DE27-D193-7D79-0BDA-561A287D0C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6" name="TextBox 455">
                    <a:extLst>
                      <a:ext uri="{FF2B5EF4-FFF2-40B4-BE49-F238E27FC236}">
                        <a16:creationId xmlns:a16="http://schemas.microsoft.com/office/drawing/2014/main" id="{1FEB7364-303F-066B-CF68-26951BDE8CCA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6" name="TextBox 455">
                    <a:extLst>
                      <a:ext uri="{FF2B5EF4-FFF2-40B4-BE49-F238E27FC236}">
                        <a16:creationId xmlns:a16="http://schemas.microsoft.com/office/drawing/2014/main" id="{1FEB7364-303F-066B-CF68-26951BDE8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7" name="TextBox 456">
                    <a:extLst>
                      <a:ext uri="{FF2B5EF4-FFF2-40B4-BE49-F238E27FC236}">
                        <a16:creationId xmlns:a16="http://schemas.microsoft.com/office/drawing/2014/main" id="{E90CD37F-01CD-8AF5-6A08-47BEAA518219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7" name="TextBox 456">
                    <a:extLst>
                      <a:ext uri="{FF2B5EF4-FFF2-40B4-BE49-F238E27FC236}">
                        <a16:creationId xmlns:a16="http://schemas.microsoft.com/office/drawing/2014/main" id="{E90CD37F-01CD-8AF5-6A08-47BEAA5182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8" name="TextBox 457">
                    <a:extLst>
                      <a:ext uri="{FF2B5EF4-FFF2-40B4-BE49-F238E27FC236}">
                        <a16:creationId xmlns:a16="http://schemas.microsoft.com/office/drawing/2014/main" id="{6335F405-E637-61D5-C0CB-B26FF8DEA6A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8" name="TextBox 457">
                    <a:extLst>
                      <a:ext uri="{FF2B5EF4-FFF2-40B4-BE49-F238E27FC236}">
                        <a16:creationId xmlns:a16="http://schemas.microsoft.com/office/drawing/2014/main" id="{6335F405-E637-61D5-C0CB-B26FF8DEA6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9AD9758E-D4BD-CF75-9270-1EEDFF5920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A42F48A8-70A1-0F3F-48D8-4FDE99287283}"/>
              </a:ext>
            </a:extLst>
          </p:cNvPr>
          <p:cNvGrpSpPr/>
          <p:nvPr/>
        </p:nvGrpSpPr>
        <p:grpSpPr>
          <a:xfrm>
            <a:off x="2002202" y="4956178"/>
            <a:ext cx="7187409" cy="5859899"/>
            <a:chOff x="26065361" y="17237100"/>
            <a:chExt cx="8984262" cy="7324876"/>
          </a:xfrm>
        </p:grpSpPr>
        <p:grpSp>
          <p:nvGrpSpPr>
            <p:cNvPr id="337" name="Group 336">
              <a:extLst>
                <a:ext uri="{FF2B5EF4-FFF2-40B4-BE49-F238E27FC236}">
                  <a16:creationId xmlns:a16="http://schemas.microsoft.com/office/drawing/2014/main" id="{7EC113AF-CF53-261F-845F-8F6EEB0C3CA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9EF1C3F2-3B7D-6825-1202-9B7E021A82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055A879A-AB7E-AD82-5700-673E8E485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3E0FC168-D58B-175C-B1F3-F5E470581D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10C99A1D-8E17-92A2-7EC7-E977519B0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a16:creationId xmlns:a16="http://schemas.microsoft.com/office/drawing/2014/main" id="{9F2CB8EA-C3F9-C9CF-B466-B56368BD8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a16:creationId xmlns:a16="http://schemas.microsoft.com/office/drawing/2014/main" id="{B96F8227-AABC-A72D-763E-5BC8A69C1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a16:creationId xmlns:a16="http://schemas.microsoft.com/office/drawing/2014/main" id="{E5E7F02C-B867-DA74-1EDC-80788A5CB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Straight Connector 348">
                <a:extLst>
                  <a:ext uri="{FF2B5EF4-FFF2-40B4-BE49-F238E27FC236}">
                    <a16:creationId xmlns:a16="http://schemas.microsoft.com/office/drawing/2014/main" id="{6DE50824-94D4-1CC3-07B1-C9F44028F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2176A3AF-AE50-FB45-4627-F518B94774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Straight Connector 350">
                <a:extLst>
                  <a:ext uri="{FF2B5EF4-FFF2-40B4-BE49-F238E27FC236}">
                    <a16:creationId xmlns:a16="http://schemas.microsoft.com/office/drawing/2014/main" id="{0043B1F8-7DB4-52A0-2CA1-55FC6BCA14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ABF20D0-A416-FC2B-32B2-E75413ABDA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E1D0411F-39D5-2950-027F-C3394F8D1D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683ECAFC-1FA3-A687-25DE-9F5AF1667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974CB2D6-5DB9-AD25-EB68-9A0D2621F8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4985063-94FE-E732-337A-EDB1716F20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Straight Connector 356">
                <a:extLst>
                  <a:ext uri="{FF2B5EF4-FFF2-40B4-BE49-F238E27FC236}">
                    <a16:creationId xmlns:a16="http://schemas.microsoft.com/office/drawing/2014/main" id="{96E2C60C-BE46-E61E-D526-8C8702C736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81D3BCE1-8A22-EAFF-0F27-E9A84C25E9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B9264A91-8BA8-C638-D765-EA57743BA9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FCE5A805-4458-6A01-ABA3-2A254BCAD1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60">
                <a:extLst>
                  <a:ext uri="{FF2B5EF4-FFF2-40B4-BE49-F238E27FC236}">
                    <a16:creationId xmlns:a16="http://schemas.microsoft.com/office/drawing/2014/main" id="{5DFD0420-A19D-0630-A0A7-DE3A9BB180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Straight Connector 361">
                <a:extLst>
                  <a:ext uri="{FF2B5EF4-FFF2-40B4-BE49-F238E27FC236}">
                    <a16:creationId xmlns:a16="http://schemas.microsoft.com/office/drawing/2014/main" id="{E78D7022-C481-2D5A-BFE5-BB136F6EA9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Straight Connector 362">
                <a:extLst>
                  <a:ext uri="{FF2B5EF4-FFF2-40B4-BE49-F238E27FC236}">
                    <a16:creationId xmlns:a16="http://schemas.microsoft.com/office/drawing/2014/main" id="{862F2079-4978-DF8A-8D73-6AA9CD211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1640B957-558C-D557-8E19-2938096B93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Straight Connector 364">
                <a:extLst>
                  <a:ext uri="{FF2B5EF4-FFF2-40B4-BE49-F238E27FC236}">
                    <a16:creationId xmlns:a16="http://schemas.microsoft.com/office/drawing/2014/main" id="{C81DF181-06A5-DCF7-FE16-5C2F1E00F1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0A0F5A34-339A-00D0-31C7-2563590EFA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A5F1FFD2-84C3-1635-EFA2-4F1DCDA82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91C4F61A-94F0-1E8D-D022-B7ED1B9415B3}"/>
              </a:ext>
            </a:extLst>
          </p:cNvPr>
          <p:cNvGrpSpPr/>
          <p:nvPr/>
        </p:nvGrpSpPr>
        <p:grpSpPr>
          <a:xfrm>
            <a:off x="9541534" y="4915201"/>
            <a:ext cx="7187409" cy="5859899"/>
            <a:chOff x="26065361" y="17237100"/>
            <a:chExt cx="8984262" cy="7324876"/>
          </a:xfrm>
        </p:grpSpPr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3EFB03E9-FB74-669C-845C-5423492F29E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C0BDE935-D39A-B627-B9F4-F38F8D8A4B9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C0BDE935-D39A-B627-B9F4-F38F8D8A4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5B535362-B978-94F5-B912-975C7CBCD9B1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5B535362-B978-94F5-B912-975C7CBCD9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6C5A248-645D-8802-D70C-3761E31798F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6C5A248-645D-8802-D70C-3761E31798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65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01" name="Straight Connector 300">
                <a:extLst>
                  <a:ext uri="{FF2B5EF4-FFF2-40B4-BE49-F238E27FC236}">
                    <a16:creationId xmlns:a16="http://schemas.microsoft.com/office/drawing/2014/main" id="{D1AB7523-2A76-1EA6-3D00-067B1D3871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5BDC1290-A28E-2BAA-BB1E-D7A9A4B3AD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Straight Connector 302">
                <a:extLst>
                  <a:ext uri="{FF2B5EF4-FFF2-40B4-BE49-F238E27FC236}">
                    <a16:creationId xmlns:a16="http://schemas.microsoft.com/office/drawing/2014/main" id="{ECCAAF8A-4375-8DE8-EB83-A9141D4F7A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254EB029-4143-5AC4-22A3-6AEDC0B036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Straight Connector 304">
                <a:extLst>
                  <a:ext uri="{FF2B5EF4-FFF2-40B4-BE49-F238E27FC236}">
                    <a16:creationId xmlns:a16="http://schemas.microsoft.com/office/drawing/2014/main" id="{C6DAFDB3-1ED5-D1EB-CEDB-456F24AF01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Straight Connector 305">
                <a:extLst>
                  <a:ext uri="{FF2B5EF4-FFF2-40B4-BE49-F238E27FC236}">
                    <a16:creationId xmlns:a16="http://schemas.microsoft.com/office/drawing/2014/main" id="{DF8A6975-A05C-5B00-00C7-05D9FAFF0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Straight Connector 306">
                <a:extLst>
                  <a:ext uri="{FF2B5EF4-FFF2-40B4-BE49-F238E27FC236}">
                    <a16:creationId xmlns:a16="http://schemas.microsoft.com/office/drawing/2014/main" id="{8F34BF41-A3F4-734C-2FB1-D92D694BD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Straight Connector 307">
                <a:extLst>
                  <a:ext uri="{FF2B5EF4-FFF2-40B4-BE49-F238E27FC236}">
                    <a16:creationId xmlns:a16="http://schemas.microsoft.com/office/drawing/2014/main" id="{9A28400B-C1AC-1FE3-E950-9CC0BA43D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Straight Connector 308">
                <a:extLst>
                  <a:ext uri="{FF2B5EF4-FFF2-40B4-BE49-F238E27FC236}">
                    <a16:creationId xmlns:a16="http://schemas.microsoft.com/office/drawing/2014/main" id="{2FCD5AD3-4E89-4DFD-FC07-EE02534D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B27A1DBB-71C6-D8A0-CF6E-C15F6E6D7A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8F7882AB-57BE-8E85-9BE0-C29289B903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CA8E2D18-1273-30B9-0235-4FD1A27FC3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26CC76F8-C568-8141-6306-DC119B19A0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Straight Connector 313">
                <a:extLst>
                  <a:ext uri="{FF2B5EF4-FFF2-40B4-BE49-F238E27FC236}">
                    <a16:creationId xmlns:a16="http://schemas.microsoft.com/office/drawing/2014/main" id="{F7711D94-C90D-591D-8EA6-C746BC927E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Straight Connector 314">
                <a:extLst>
                  <a:ext uri="{FF2B5EF4-FFF2-40B4-BE49-F238E27FC236}">
                    <a16:creationId xmlns:a16="http://schemas.microsoft.com/office/drawing/2014/main" id="{F25E6BAC-0A80-8E42-5658-E87CCE509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1C194585-6747-7604-37D3-BABA354FC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7C854549-9E0F-24C6-8571-F769B29400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Straight Connector 317">
                <a:extLst>
                  <a:ext uri="{FF2B5EF4-FFF2-40B4-BE49-F238E27FC236}">
                    <a16:creationId xmlns:a16="http://schemas.microsoft.com/office/drawing/2014/main" id="{22672F21-7C4B-BAE7-C0AA-31D09DAF58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879153FD-ED86-586A-CAF4-6FE21B580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0" name="Straight Connector 319">
                <a:extLst>
                  <a:ext uri="{FF2B5EF4-FFF2-40B4-BE49-F238E27FC236}">
                    <a16:creationId xmlns:a16="http://schemas.microsoft.com/office/drawing/2014/main" id="{C3E50503-93E4-1B6F-3124-28FAB1E38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2E080564-626C-A7EB-893A-3E5EC032D3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05188A4C-7999-1505-4ED7-A39D3BE667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35B561E1-5EE4-E2F1-6733-AF171611A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706E2996-E598-4667-F84F-DD91514148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5" name="TextBox 324">
                    <a:extLst>
                      <a:ext uri="{FF2B5EF4-FFF2-40B4-BE49-F238E27FC236}">
                        <a16:creationId xmlns:a16="http://schemas.microsoft.com/office/drawing/2014/main" id="{46B9E735-4B77-38F4-79EC-D76CF5E4BE6D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5" name="TextBox 324">
                    <a:extLst>
                      <a:ext uri="{FF2B5EF4-FFF2-40B4-BE49-F238E27FC236}">
                        <a16:creationId xmlns:a16="http://schemas.microsoft.com/office/drawing/2014/main" id="{46B9E735-4B77-38F4-79EC-D76CF5E4BE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D2871209-C95F-934F-8E25-EEECE0D2B58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D2871209-C95F-934F-8E25-EEECE0D2B5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7" name="TextBox 326">
                    <a:extLst>
                      <a:ext uri="{FF2B5EF4-FFF2-40B4-BE49-F238E27FC236}">
                        <a16:creationId xmlns:a16="http://schemas.microsoft.com/office/drawing/2014/main" id="{9FC775C0-B3F0-6F58-0C35-2B2DD8CA49B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7" name="TextBox 326">
                    <a:extLst>
                      <a:ext uri="{FF2B5EF4-FFF2-40B4-BE49-F238E27FC236}">
                        <a16:creationId xmlns:a16="http://schemas.microsoft.com/office/drawing/2014/main" id="{9FC775C0-B3F0-6F58-0C35-2B2DD8CA49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8" name="TextBox 327">
                    <a:extLst>
                      <a:ext uri="{FF2B5EF4-FFF2-40B4-BE49-F238E27FC236}">
                        <a16:creationId xmlns:a16="http://schemas.microsoft.com/office/drawing/2014/main" id="{89E3F2BC-12F2-CBF3-26B9-A75901ADE729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8" name="TextBox 327">
                    <a:extLst>
                      <a:ext uri="{FF2B5EF4-FFF2-40B4-BE49-F238E27FC236}">
                        <a16:creationId xmlns:a16="http://schemas.microsoft.com/office/drawing/2014/main" id="{89E3F2BC-12F2-CBF3-26B9-A75901ADE7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AF032972-7EF4-1729-E763-BE6BCFBFE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0" name="TextBox 329">
                    <a:extLst>
                      <a:ext uri="{FF2B5EF4-FFF2-40B4-BE49-F238E27FC236}">
                        <a16:creationId xmlns:a16="http://schemas.microsoft.com/office/drawing/2014/main" id="{10385B56-C529-445C-AA1E-4B5A2435FF4F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0" name="TextBox 329">
                    <a:extLst>
                      <a:ext uri="{FF2B5EF4-FFF2-40B4-BE49-F238E27FC236}">
                        <a16:creationId xmlns:a16="http://schemas.microsoft.com/office/drawing/2014/main" id="{10385B56-C529-445C-AA1E-4B5A2435FF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6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1" name="TextBox 330">
                    <a:extLst>
                      <a:ext uri="{FF2B5EF4-FFF2-40B4-BE49-F238E27FC236}">
                        <a16:creationId xmlns:a16="http://schemas.microsoft.com/office/drawing/2014/main" id="{63C104F7-736A-48E8-6AEE-2D0C7C739E67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1" name="TextBox 330">
                    <a:extLst>
                      <a:ext uri="{FF2B5EF4-FFF2-40B4-BE49-F238E27FC236}">
                        <a16:creationId xmlns:a16="http://schemas.microsoft.com/office/drawing/2014/main" id="{63C104F7-736A-48E8-6AEE-2D0C7C739E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63BBEBEC-F1E0-0B74-3267-05DBDBF3B752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63BBEBEC-F1E0-0B74-3267-05DBDBF3B7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6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5C596257-84C7-B310-AF7E-4D4A97228E22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5C596257-84C7-B310-AF7E-4D4A97228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68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B3C68E09-205E-FFA1-FE0A-7AC30BC2FBF2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B3C68E09-205E-FFA1-FE0A-7AC30BC2F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69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8EE48E7B-718D-2A34-136D-C809076CF88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8EE48E7B-718D-2A34-136D-C809076CF8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7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4E47C246-2D87-0501-F295-33963F68B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41A998EF-C868-2A9F-B66E-0633888BC388}"/>
              </a:ext>
            </a:extLst>
          </p:cNvPr>
          <p:cNvGrpSpPr/>
          <p:nvPr/>
        </p:nvGrpSpPr>
        <p:grpSpPr>
          <a:xfrm>
            <a:off x="17160704" y="4914680"/>
            <a:ext cx="7187409" cy="5859899"/>
            <a:chOff x="26065361" y="17237100"/>
            <a:chExt cx="8984262" cy="7324876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1024C4EC-040B-0C9F-9292-7208E2DAAB7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7" name="TextBox 256">
                    <a:extLst>
                      <a:ext uri="{FF2B5EF4-FFF2-40B4-BE49-F238E27FC236}">
                        <a16:creationId xmlns:a16="http://schemas.microsoft.com/office/drawing/2014/main" id="{030BAFBB-A16D-36B7-9713-678F2237AE01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7" name="TextBox 256">
                    <a:extLst>
                      <a:ext uri="{FF2B5EF4-FFF2-40B4-BE49-F238E27FC236}">
                        <a16:creationId xmlns:a16="http://schemas.microsoft.com/office/drawing/2014/main" id="{030BAFBB-A16D-36B7-9713-678F2237AE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8" name="TextBox 257">
                    <a:extLst>
                      <a:ext uri="{FF2B5EF4-FFF2-40B4-BE49-F238E27FC236}">
                        <a16:creationId xmlns:a16="http://schemas.microsoft.com/office/drawing/2014/main" id="{178AF0DB-403B-0DC6-517E-46253183FD1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8" name="TextBox 257">
                    <a:extLst>
                      <a:ext uri="{FF2B5EF4-FFF2-40B4-BE49-F238E27FC236}">
                        <a16:creationId xmlns:a16="http://schemas.microsoft.com/office/drawing/2014/main" id="{178AF0DB-403B-0DC6-517E-46253183F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9" name="TextBox 258">
                    <a:extLst>
                      <a:ext uri="{FF2B5EF4-FFF2-40B4-BE49-F238E27FC236}">
                        <a16:creationId xmlns:a16="http://schemas.microsoft.com/office/drawing/2014/main" id="{C958F8C0-C883-DAC2-196B-AEE5B2C08FFF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9" name="TextBox 258">
                    <a:extLst>
                      <a:ext uri="{FF2B5EF4-FFF2-40B4-BE49-F238E27FC236}">
                        <a16:creationId xmlns:a16="http://schemas.microsoft.com/office/drawing/2014/main" id="{C958F8C0-C883-DAC2-196B-AEE5B2C08F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27926D40-D50A-A5AF-3D58-1470D8423F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6DAE4AC6-75DD-8ACB-3F1D-EE04863756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D9CFC8DA-0687-523A-5231-3AD3BE0596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D0424973-E274-6C24-7C16-3FC6E5E5DF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F25F198C-5262-C191-037B-FC6981F63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087B8905-0A80-92BD-C71B-5720746CD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3B2D8C78-E9D5-A55D-1DEC-ED128BDFF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0F62FE66-AD3E-0ABE-FC73-2E70156FA7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8B724CD6-4F7C-B05E-7229-8398C21601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95E26286-09B9-CFA4-2AE2-0356685551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291CD355-BF01-6C1D-504F-57D6543F57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9EAFF8BE-C779-35D8-73F3-FBE177A15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BA53864E-190B-D9B4-4E5D-4690776097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6A77544C-3685-58BC-EA1D-9BF41CCB33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4FEFBB40-A23F-F9D5-D5DB-639E01BE4A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58897DA-728D-03E6-EB1C-8A1A6E538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177EB272-B20A-4002-1D76-09B7875D1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06B16CE3-2700-0CA5-25DC-B48A18BF75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197720C2-0AF8-B7B2-DFAD-C4E99AD7D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46298A1B-2345-23B8-9F7D-F5D8C16F5B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26162B99-5B78-C7BB-FF24-E85A3DB41E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2E8C254E-9CB5-6D31-DA34-DB10B67EDA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Straight Connector 281">
                <a:extLst>
                  <a:ext uri="{FF2B5EF4-FFF2-40B4-BE49-F238E27FC236}">
                    <a16:creationId xmlns:a16="http://schemas.microsoft.com/office/drawing/2014/main" id="{65A8EBC8-54E9-154F-8A7F-AEB54E52E2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0559C9EF-0519-B383-67C6-1F71579382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4" name="TextBox 283">
                    <a:extLst>
                      <a:ext uri="{FF2B5EF4-FFF2-40B4-BE49-F238E27FC236}">
                        <a16:creationId xmlns:a16="http://schemas.microsoft.com/office/drawing/2014/main" id="{F93F9036-AFFE-D352-4E73-78E76EE62385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4" name="TextBox 283">
                    <a:extLst>
                      <a:ext uri="{FF2B5EF4-FFF2-40B4-BE49-F238E27FC236}">
                        <a16:creationId xmlns:a16="http://schemas.microsoft.com/office/drawing/2014/main" id="{F93F9036-AFFE-D352-4E73-78E76EE623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5" name="TextBox 284">
                    <a:extLst>
                      <a:ext uri="{FF2B5EF4-FFF2-40B4-BE49-F238E27FC236}">
                        <a16:creationId xmlns:a16="http://schemas.microsoft.com/office/drawing/2014/main" id="{88319854-978F-1065-D472-3E9D1552DBB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5" name="TextBox 284">
                    <a:extLst>
                      <a:ext uri="{FF2B5EF4-FFF2-40B4-BE49-F238E27FC236}">
                        <a16:creationId xmlns:a16="http://schemas.microsoft.com/office/drawing/2014/main" id="{88319854-978F-1065-D472-3E9D1552DB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6" name="TextBox 285">
                    <a:extLst>
                      <a:ext uri="{FF2B5EF4-FFF2-40B4-BE49-F238E27FC236}">
                        <a16:creationId xmlns:a16="http://schemas.microsoft.com/office/drawing/2014/main" id="{44395D30-BC1D-5BCD-8064-16BE65E6BF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6" name="TextBox 285">
                    <a:extLst>
                      <a:ext uri="{FF2B5EF4-FFF2-40B4-BE49-F238E27FC236}">
                        <a16:creationId xmlns:a16="http://schemas.microsoft.com/office/drawing/2014/main" id="{44395D30-BC1D-5BCD-8064-16BE65E6BF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7" name="TextBox 286">
                    <a:extLst>
                      <a:ext uri="{FF2B5EF4-FFF2-40B4-BE49-F238E27FC236}">
                        <a16:creationId xmlns:a16="http://schemas.microsoft.com/office/drawing/2014/main" id="{56E91C7D-5D1F-00A3-2A50-C303FE87BE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7" name="TextBox 286">
                    <a:extLst>
                      <a:ext uri="{FF2B5EF4-FFF2-40B4-BE49-F238E27FC236}">
                        <a16:creationId xmlns:a16="http://schemas.microsoft.com/office/drawing/2014/main" id="{56E91C7D-5D1F-00A3-2A50-C303FE87BE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7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FAD53B9D-B228-A3AB-EE51-DEB9A9DD87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2C17D04-77B2-7F49-F151-081431E4897A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2C17D04-77B2-7F49-F151-081431E489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A2418CFB-1529-527A-959E-850F7C15EED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A2418CFB-1529-527A-959E-850F7C15EE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2D607583-D6E4-24A6-DDA7-5A23A97F8AD6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2D607583-D6E4-24A6-DDA7-5A23A97F8A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C8E1649E-245F-4546-D854-78886CA9CE37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C8E1649E-245F-4546-D854-78886CA9CE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7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372F91AC-D77B-712C-C01C-61FB9AAD3147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372F91AC-D77B-712C-C01C-61FB9AAD31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69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C469F431-B84C-38AC-80BD-972047ACECB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C469F431-B84C-38AC-80BD-972047ACEC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7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6837CAF-EB4E-583B-E9EE-3DF184D1A4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C024D87F-04DE-AF37-9429-503D8FC42BBC}"/>
              </a:ext>
            </a:extLst>
          </p:cNvPr>
          <p:cNvSpPr/>
          <p:nvPr/>
        </p:nvSpPr>
        <p:spPr>
          <a:xfrm>
            <a:off x="3304049" y="8442993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9954C22-543E-8063-F7D4-A9D96B1143CE}"/>
              </a:ext>
            </a:extLst>
          </p:cNvPr>
          <p:cNvSpPr/>
          <p:nvPr/>
        </p:nvSpPr>
        <p:spPr>
          <a:xfrm>
            <a:off x="4494599" y="8468590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C8D5D67-C276-721B-A3AE-E9E07B977B9B}"/>
              </a:ext>
            </a:extLst>
          </p:cNvPr>
          <p:cNvSpPr/>
          <p:nvPr/>
        </p:nvSpPr>
        <p:spPr>
          <a:xfrm>
            <a:off x="4542437" y="7335311"/>
            <a:ext cx="991786" cy="1153494"/>
          </a:xfrm>
          <a:custGeom>
            <a:avLst/>
            <a:gdLst>
              <a:gd name="connsiteX0" fmla="*/ 0 w 991786"/>
              <a:gd name="connsiteY0" fmla="*/ 1153494 h 1153494"/>
              <a:gd name="connsiteX1" fmla="*/ 10779 w 991786"/>
              <a:gd name="connsiteY1" fmla="*/ 1078031 h 1153494"/>
              <a:gd name="connsiteX2" fmla="*/ 64681 w 991786"/>
              <a:gd name="connsiteY2" fmla="*/ 1024130 h 1153494"/>
              <a:gd name="connsiteX3" fmla="*/ 107802 w 991786"/>
              <a:gd name="connsiteY3" fmla="*/ 991789 h 1153494"/>
              <a:gd name="connsiteX4" fmla="*/ 140143 w 991786"/>
              <a:gd name="connsiteY4" fmla="*/ 959448 h 1153494"/>
              <a:gd name="connsiteX5" fmla="*/ 183264 w 991786"/>
              <a:gd name="connsiteY5" fmla="*/ 927107 h 1153494"/>
              <a:gd name="connsiteX6" fmla="*/ 204825 w 991786"/>
              <a:gd name="connsiteY6" fmla="*/ 905546 h 1153494"/>
              <a:gd name="connsiteX7" fmla="*/ 247946 w 991786"/>
              <a:gd name="connsiteY7" fmla="*/ 873205 h 1153494"/>
              <a:gd name="connsiteX8" fmla="*/ 312627 w 991786"/>
              <a:gd name="connsiteY8" fmla="*/ 786963 h 1153494"/>
              <a:gd name="connsiteX9" fmla="*/ 334188 w 991786"/>
              <a:gd name="connsiteY9" fmla="*/ 765402 h 1153494"/>
              <a:gd name="connsiteX10" fmla="*/ 344968 w 991786"/>
              <a:gd name="connsiteY10" fmla="*/ 733062 h 1153494"/>
              <a:gd name="connsiteX11" fmla="*/ 366529 w 991786"/>
              <a:gd name="connsiteY11" fmla="*/ 700720 h 1153494"/>
              <a:gd name="connsiteX12" fmla="*/ 377309 w 991786"/>
              <a:gd name="connsiteY12" fmla="*/ 657599 h 1153494"/>
              <a:gd name="connsiteX13" fmla="*/ 398870 w 991786"/>
              <a:gd name="connsiteY13" fmla="*/ 625258 h 1153494"/>
              <a:gd name="connsiteX14" fmla="*/ 441991 w 991786"/>
              <a:gd name="connsiteY14" fmla="*/ 560576 h 1153494"/>
              <a:gd name="connsiteX15" fmla="*/ 517452 w 991786"/>
              <a:gd name="connsiteY15" fmla="*/ 485114 h 1153494"/>
              <a:gd name="connsiteX16" fmla="*/ 549794 w 991786"/>
              <a:gd name="connsiteY16" fmla="*/ 452773 h 1153494"/>
              <a:gd name="connsiteX17" fmla="*/ 625256 w 991786"/>
              <a:gd name="connsiteY17" fmla="*/ 420432 h 1153494"/>
              <a:gd name="connsiteX18" fmla="*/ 668377 w 991786"/>
              <a:gd name="connsiteY18" fmla="*/ 398872 h 1153494"/>
              <a:gd name="connsiteX19" fmla="*/ 733059 w 991786"/>
              <a:gd name="connsiteY19" fmla="*/ 355750 h 1153494"/>
              <a:gd name="connsiteX20" fmla="*/ 765400 w 991786"/>
              <a:gd name="connsiteY20" fmla="*/ 334189 h 1153494"/>
              <a:gd name="connsiteX21" fmla="*/ 797740 w 991786"/>
              <a:gd name="connsiteY21" fmla="*/ 269508 h 1153494"/>
              <a:gd name="connsiteX22" fmla="*/ 851641 w 991786"/>
              <a:gd name="connsiteY22" fmla="*/ 172485 h 1153494"/>
              <a:gd name="connsiteX23" fmla="*/ 905543 w 991786"/>
              <a:gd name="connsiteY23" fmla="*/ 118584 h 1153494"/>
              <a:gd name="connsiteX24" fmla="*/ 927103 w 991786"/>
              <a:gd name="connsiteY24" fmla="*/ 86242 h 1153494"/>
              <a:gd name="connsiteX25" fmla="*/ 948665 w 991786"/>
              <a:gd name="connsiteY25" fmla="*/ 21560 h 1153494"/>
              <a:gd name="connsiteX26" fmla="*/ 991786 w 991786"/>
              <a:gd name="connsiteY26" fmla="*/ 0 h 1153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991786" h="1153494" extrusionOk="0">
                <a:moveTo>
                  <a:pt x="0" y="1153494"/>
                </a:moveTo>
                <a:cubicBezTo>
                  <a:pt x="526" y="1126448"/>
                  <a:pt x="-2874" y="1104753"/>
                  <a:pt x="10779" y="1078031"/>
                </a:cubicBezTo>
                <a:cubicBezTo>
                  <a:pt x="21293" y="1046902"/>
                  <a:pt x="36990" y="1041241"/>
                  <a:pt x="64681" y="1024130"/>
                </a:cubicBezTo>
                <a:cubicBezTo>
                  <a:pt x="77085" y="1015851"/>
                  <a:pt x="93684" y="1006113"/>
                  <a:pt x="107802" y="991789"/>
                </a:cubicBezTo>
                <a:cubicBezTo>
                  <a:pt x="116829" y="980474"/>
                  <a:pt x="129160" y="969653"/>
                  <a:pt x="140143" y="959448"/>
                </a:cubicBezTo>
                <a:cubicBezTo>
                  <a:pt x="158828" y="948353"/>
                  <a:pt x="171274" y="934878"/>
                  <a:pt x="183264" y="927107"/>
                </a:cubicBezTo>
                <a:cubicBezTo>
                  <a:pt x="190032" y="920441"/>
                  <a:pt x="196070" y="912945"/>
                  <a:pt x="204825" y="905546"/>
                </a:cubicBezTo>
                <a:cubicBezTo>
                  <a:pt x="218534" y="893147"/>
                  <a:pt x="233197" y="890201"/>
                  <a:pt x="247946" y="873205"/>
                </a:cubicBezTo>
                <a:cubicBezTo>
                  <a:pt x="276468" y="849052"/>
                  <a:pt x="295790" y="814434"/>
                  <a:pt x="312627" y="786963"/>
                </a:cubicBezTo>
                <a:cubicBezTo>
                  <a:pt x="315865" y="779107"/>
                  <a:pt x="331125" y="772956"/>
                  <a:pt x="334188" y="765402"/>
                </a:cubicBezTo>
                <a:cubicBezTo>
                  <a:pt x="338570" y="757072"/>
                  <a:pt x="341557" y="741573"/>
                  <a:pt x="344968" y="733062"/>
                </a:cubicBezTo>
                <a:cubicBezTo>
                  <a:pt x="351583" y="720944"/>
                  <a:pt x="358915" y="711987"/>
                  <a:pt x="366529" y="700720"/>
                </a:cubicBezTo>
                <a:cubicBezTo>
                  <a:pt x="372972" y="686348"/>
                  <a:pt x="369280" y="670370"/>
                  <a:pt x="377309" y="657599"/>
                </a:cubicBezTo>
                <a:cubicBezTo>
                  <a:pt x="382011" y="644689"/>
                  <a:pt x="392598" y="636397"/>
                  <a:pt x="398870" y="625258"/>
                </a:cubicBezTo>
                <a:cubicBezTo>
                  <a:pt x="424639" y="554729"/>
                  <a:pt x="378739" y="629207"/>
                  <a:pt x="441991" y="560576"/>
                </a:cubicBezTo>
                <a:cubicBezTo>
                  <a:pt x="458465" y="463576"/>
                  <a:pt x="445803" y="568588"/>
                  <a:pt x="517452" y="485114"/>
                </a:cubicBezTo>
                <a:cubicBezTo>
                  <a:pt x="531802" y="474914"/>
                  <a:pt x="532982" y="461816"/>
                  <a:pt x="549794" y="452773"/>
                </a:cubicBezTo>
                <a:cubicBezTo>
                  <a:pt x="585653" y="427051"/>
                  <a:pt x="588350" y="436396"/>
                  <a:pt x="625256" y="420432"/>
                </a:cubicBezTo>
                <a:cubicBezTo>
                  <a:pt x="643948" y="413272"/>
                  <a:pt x="654708" y="408198"/>
                  <a:pt x="668377" y="398872"/>
                </a:cubicBezTo>
                <a:cubicBezTo>
                  <a:pt x="693191" y="384668"/>
                  <a:pt x="711219" y="362593"/>
                  <a:pt x="733059" y="355750"/>
                </a:cubicBezTo>
                <a:cubicBezTo>
                  <a:pt x="745624" y="345104"/>
                  <a:pt x="755706" y="342527"/>
                  <a:pt x="765400" y="334189"/>
                </a:cubicBezTo>
                <a:cubicBezTo>
                  <a:pt x="786772" y="270179"/>
                  <a:pt x="750854" y="363316"/>
                  <a:pt x="797740" y="269508"/>
                </a:cubicBezTo>
                <a:cubicBezTo>
                  <a:pt x="822395" y="212025"/>
                  <a:pt x="796681" y="244544"/>
                  <a:pt x="851641" y="172485"/>
                </a:cubicBezTo>
                <a:cubicBezTo>
                  <a:pt x="869329" y="148698"/>
                  <a:pt x="896552" y="142941"/>
                  <a:pt x="905543" y="118584"/>
                </a:cubicBezTo>
                <a:cubicBezTo>
                  <a:pt x="909295" y="108557"/>
                  <a:pt x="920794" y="101346"/>
                  <a:pt x="927103" y="86242"/>
                </a:cubicBezTo>
                <a:cubicBezTo>
                  <a:pt x="935176" y="61827"/>
                  <a:pt x="932116" y="24982"/>
                  <a:pt x="948665" y="21560"/>
                </a:cubicBezTo>
                <a:cubicBezTo>
                  <a:pt x="987675" y="5963"/>
                  <a:pt x="971388" y="18210"/>
                  <a:pt x="99178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06905"/>
                      <a:gd name="connsiteY0" fmla="*/ 1287379 h 1287379"/>
                      <a:gd name="connsiteX1" fmla="*/ 12031 w 1106905"/>
                      <a:gd name="connsiteY1" fmla="*/ 1203158 h 1287379"/>
                      <a:gd name="connsiteX2" fmla="*/ 72189 w 1106905"/>
                      <a:gd name="connsiteY2" fmla="*/ 1143000 h 1287379"/>
                      <a:gd name="connsiteX3" fmla="*/ 120315 w 1106905"/>
                      <a:gd name="connsiteY3" fmla="*/ 1106906 h 1287379"/>
                      <a:gd name="connsiteX4" fmla="*/ 156410 w 1106905"/>
                      <a:gd name="connsiteY4" fmla="*/ 1070811 h 1287379"/>
                      <a:gd name="connsiteX5" fmla="*/ 204536 w 1106905"/>
                      <a:gd name="connsiteY5" fmla="*/ 1034716 h 1287379"/>
                      <a:gd name="connsiteX6" fmla="*/ 228600 w 1106905"/>
                      <a:gd name="connsiteY6" fmla="*/ 1010653 h 1287379"/>
                      <a:gd name="connsiteX7" fmla="*/ 276726 w 1106905"/>
                      <a:gd name="connsiteY7" fmla="*/ 974558 h 1287379"/>
                      <a:gd name="connsiteX8" fmla="*/ 348915 w 1106905"/>
                      <a:gd name="connsiteY8" fmla="*/ 878306 h 1287379"/>
                      <a:gd name="connsiteX9" fmla="*/ 372979 w 1106905"/>
                      <a:gd name="connsiteY9" fmla="*/ 854242 h 1287379"/>
                      <a:gd name="connsiteX10" fmla="*/ 385010 w 1106905"/>
                      <a:gd name="connsiteY10" fmla="*/ 818148 h 1287379"/>
                      <a:gd name="connsiteX11" fmla="*/ 409073 w 1106905"/>
                      <a:gd name="connsiteY11" fmla="*/ 782053 h 1287379"/>
                      <a:gd name="connsiteX12" fmla="*/ 421105 w 1106905"/>
                      <a:gd name="connsiteY12" fmla="*/ 733927 h 1287379"/>
                      <a:gd name="connsiteX13" fmla="*/ 445168 w 1106905"/>
                      <a:gd name="connsiteY13" fmla="*/ 697832 h 1287379"/>
                      <a:gd name="connsiteX14" fmla="*/ 493294 w 1106905"/>
                      <a:gd name="connsiteY14" fmla="*/ 625642 h 1287379"/>
                      <a:gd name="connsiteX15" fmla="*/ 577515 w 1106905"/>
                      <a:gd name="connsiteY15" fmla="*/ 541421 h 1287379"/>
                      <a:gd name="connsiteX16" fmla="*/ 613610 w 1106905"/>
                      <a:gd name="connsiteY16" fmla="*/ 505327 h 1287379"/>
                      <a:gd name="connsiteX17" fmla="*/ 697831 w 1106905"/>
                      <a:gd name="connsiteY17" fmla="*/ 469232 h 1287379"/>
                      <a:gd name="connsiteX18" fmla="*/ 745958 w 1106905"/>
                      <a:gd name="connsiteY18" fmla="*/ 445169 h 1287379"/>
                      <a:gd name="connsiteX19" fmla="*/ 818147 w 1106905"/>
                      <a:gd name="connsiteY19" fmla="*/ 397042 h 1287379"/>
                      <a:gd name="connsiteX20" fmla="*/ 854242 w 1106905"/>
                      <a:gd name="connsiteY20" fmla="*/ 372979 h 1287379"/>
                      <a:gd name="connsiteX21" fmla="*/ 890336 w 1106905"/>
                      <a:gd name="connsiteY21" fmla="*/ 300790 h 1287379"/>
                      <a:gd name="connsiteX22" fmla="*/ 950494 w 1106905"/>
                      <a:gd name="connsiteY22" fmla="*/ 192506 h 1287379"/>
                      <a:gd name="connsiteX23" fmla="*/ 1010652 w 1106905"/>
                      <a:gd name="connsiteY23" fmla="*/ 132348 h 1287379"/>
                      <a:gd name="connsiteX24" fmla="*/ 1034715 w 1106905"/>
                      <a:gd name="connsiteY24" fmla="*/ 96253 h 1287379"/>
                      <a:gd name="connsiteX25" fmla="*/ 1058779 w 1106905"/>
                      <a:gd name="connsiteY25" fmla="*/ 24063 h 1287379"/>
                      <a:gd name="connsiteX26" fmla="*/ 1106905 w 1106905"/>
                      <a:gd name="connsiteY26" fmla="*/ 0 h 12873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1106905" h="1287379">
                        <a:moveTo>
                          <a:pt x="0" y="1287379"/>
                        </a:moveTo>
                        <a:cubicBezTo>
                          <a:pt x="4010" y="1259305"/>
                          <a:pt x="3882" y="1230321"/>
                          <a:pt x="12031" y="1203158"/>
                        </a:cubicBezTo>
                        <a:cubicBezTo>
                          <a:pt x="22531" y="1168156"/>
                          <a:pt x="45646" y="1161959"/>
                          <a:pt x="72189" y="1143000"/>
                        </a:cubicBezTo>
                        <a:cubicBezTo>
                          <a:pt x="88506" y="1131345"/>
                          <a:pt x="105090" y="1119956"/>
                          <a:pt x="120315" y="1106906"/>
                        </a:cubicBezTo>
                        <a:cubicBezTo>
                          <a:pt x="133234" y="1095833"/>
                          <a:pt x="143491" y="1081884"/>
                          <a:pt x="156410" y="1070811"/>
                        </a:cubicBezTo>
                        <a:cubicBezTo>
                          <a:pt x="171635" y="1057761"/>
                          <a:pt x="189131" y="1047553"/>
                          <a:pt x="204536" y="1034716"/>
                        </a:cubicBezTo>
                        <a:cubicBezTo>
                          <a:pt x="213250" y="1027454"/>
                          <a:pt x="219886" y="1017915"/>
                          <a:pt x="228600" y="1010653"/>
                        </a:cubicBezTo>
                        <a:cubicBezTo>
                          <a:pt x="244005" y="997816"/>
                          <a:pt x="263237" y="989396"/>
                          <a:pt x="276726" y="974558"/>
                        </a:cubicBezTo>
                        <a:cubicBezTo>
                          <a:pt x="303703" y="944883"/>
                          <a:pt x="320556" y="906665"/>
                          <a:pt x="348915" y="878306"/>
                        </a:cubicBezTo>
                        <a:lnTo>
                          <a:pt x="372979" y="854242"/>
                        </a:lnTo>
                        <a:cubicBezTo>
                          <a:pt x="376989" y="842211"/>
                          <a:pt x="379338" y="829491"/>
                          <a:pt x="385010" y="818148"/>
                        </a:cubicBezTo>
                        <a:cubicBezTo>
                          <a:pt x="391477" y="805214"/>
                          <a:pt x="403377" y="795344"/>
                          <a:pt x="409073" y="782053"/>
                        </a:cubicBezTo>
                        <a:cubicBezTo>
                          <a:pt x="415587" y="766854"/>
                          <a:pt x="414591" y="749126"/>
                          <a:pt x="421105" y="733927"/>
                        </a:cubicBezTo>
                        <a:cubicBezTo>
                          <a:pt x="426801" y="720636"/>
                          <a:pt x="438701" y="710766"/>
                          <a:pt x="445168" y="697832"/>
                        </a:cubicBezTo>
                        <a:cubicBezTo>
                          <a:pt x="479993" y="628183"/>
                          <a:pt x="424872" y="694066"/>
                          <a:pt x="493294" y="625642"/>
                        </a:cubicBezTo>
                        <a:cubicBezTo>
                          <a:pt x="520519" y="543972"/>
                          <a:pt x="480984" y="637949"/>
                          <a:pt x="577515" y="541421"/>
                        </a:cubicBezTo>
                        <a:cubicBezTo>
                          <a:pt x="589547" y="529390"/>
                          <a:pt x="599764" y="515217"/>
                          <a:pt x="613610" y="505327"/>
                        </a:cubicBezTo>
                        <a:cubicBezTo>
                          <a:pt x="653520" y="476820"/>
                          <a:pt x="658551" y="486066"/>
                          <a:pt x="697831" y="469232"/>
                        </a:cubicBezTo>
                        <a:cubicBezTo>
                          <a:pt x="714317" y="462167"/>
                          <a:pt x="730578" y="454397"/>
                          <a:pt x="745958" y="445169"/>
                        </a:cubicBezTo>
                        <a:cubicBezTo>
                          <a:pt x="770757" y="430290"/>
                          <a:pt x="794084" y="413084"/>
                          <a:pt x="818147" y="397042"/>
                        </a:cubicBezTo>
                        <a:lnTo>
                          <a:pt x="854242" y="372979"/>
                        </a:lnTo>
                        <a:cubicBezTo>
                          <a:pt x="884480" y="282259"/>
                          <a:pt x="843692" y="394076"/>
                          <a:pt x="890336" y="300790"/>
                        </a:cubicBezTo>
                        <a:cubicBezTo>
                          <a:pt x="920595" y="240272"/>
                          <a:pt x="874624" y="268376"/>
                          <a:pt x="950494" y="192506"/>
                        </a:cubicBezTo>
                        <a:cubicBezTo>
                          <a:pt x="970547" y="172453"/>
                          <a:pt x="994922" y="155944"/>
                          <a:pt x="1010652" y="132348"/>
                        </a:cubicBezTo>
                        <a:cubicBezTo>
                          <a:pt x="1018673" y="120316"/>
                          <a:pt x="1028842" y="109467"/>
                          <a:pt x="1034715" y="96253"/>
                        </a:cubicBezTo>
                        <a:cubicBezTo>
                          <a:pt x="1045017" y="73074"/>
                          <a:pt x="1034716" y="32084"/>
                          <a:pt x="1058779" y="24063"/>
                        </a:cubicBezTo>
                        <a:cubicBezTo>
                          <a:pt x="1100254" y="10238"/>
                          <a:pt x="1085905" y="21000"/>
                          <a:pt x="1106905" y="0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996E479-FF58-85C6-F9F7-4D9AF40242E0}"/>
              </a:ext>
            </a:extLst>
          </p:cNvPr>
          <p:cNvSpPr/>
          <p:nvPr/>
        </p:nvSpPr>
        <p:spPr>
          <a:xfrm>
            <a:off x="5501883" y="7335312"/>
            <a:ext cx="1584704" cy="2975360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5447439" y="730850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F7FF8A-6F77-4159-5CCB-D6CDC13C93E2}"/>
              </a:ext>
            </a:extLst>
          </p:cNvPr>
          <p:cNvSpPr/>
          <p:nvPr/>
        </p:nvSpPr>
        <p:spPr>
          <a:xfrm>
            <a:off x="4445826" y="839656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7547F16-BD89-EAC6-55E7-4465FBC733A5}"/>
              </a:ext>
            </a:extLst>
          </p:cNvPr>
          <p:cNvSpPr/>
          <p:nvPr/>
        </p:nvSpPr>
        <p:spPr>
          <a:xfrm>
            <a:off x="5530282" y="5923804"/>
            <a:ext cx="689412" cy="1478822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FDFABF59-14AF-7CDE-D1A7-C11D69FD8842}"/>
              </a:ext>
            </a:extLst>
          </p:cNvPr>
          <p:cNvSpPr/>
          <p:nvPr/>
        </p:nvSpPr>
        <p:spPr>
          <a:xfrm>
            <a:off x="6209701" y="5963848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5530279" y="7443412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4494598" y="8488806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4514152" y="8311319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52" y="8311319"/>
                <a:ext cx="568909" cy="478464"/>
              </a:xfrm>
              <a:prstGeom prst="rect">
                <a:avLst/>
              </a:prstGeom>
              <a:blipFill>
                <a:blip r:embed="rId7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4900534" y="764296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0534" y="7642963"/>
                <a:ext cx="896111" cy="478464"/>
              </a:xfrm>
              <a:prstGeom prst="rect">
                <a:avLst/>
              </a:prstGeom>
              <a:blipFill>
                <a:blip r:embed="rId75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/>
              <p:nvPr/>
            </p:nvSpPr>
            <p:spPr>
              <a:xfrm>
                <a:off x="4331254" y="765073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1254" y="7650736"/>
                <a:ext cx="896111" cy="478464"/>
              </a:xfrm>
              <a:prstGeom prst="rect">
                <a:avLst/>
              </a:prstGeom>
              <a:blipFill>
                <a:blip r:embed="rId7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3794164" y="10696385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164" y="10696385"/>
                <a:ext cx="4172975" cy="533544"/>
              </a:xfrm>
              <a:prstGeom prst="rect">
                <a:avLst/>
              </a:prstGeom>
              <a:blipFill>
                <a:blip r:embed="rId7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/>
              <p:nvPr/>
            </p:nvSpPr>
            <p:spPr>
              <a:xfrm>
                <a:off x="4165999" y="11242012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999" y="11242012"/>
                <a:ext cx="4172975" cy="533544"/>
              </a:xfrm>
              <a:prstGeom prst="rect">
                <a:avLst/>
              </a:prstGeom>
              <a:blipFill>
                <a:blip r:embed="rId78"/>
                <a:stretch>
                  <a:fillRect l="-606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 5">
            <a:extLst>
              <a:ext uri="{FF2B5EF4-FFF2-40B4-BE49-F238E27FC236}">
                <a16:creationId xmlns:a16="http://schemas.microsoft.com/office/drawing/2014/main" id="{2EDC5B59-EE2F-170F-EDDF-6924B5DA4FD2}"/>
              </a:ext>
            </a:extLst>
          </p:cNvPr>
          <p:cNvSpPr/>
          <p:nvPr/>
        </p:nvSpPr>
        <p:spPr>
          <a:xfrm>
            <a:off x="10863964" y="8389224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3BD306D-7F63-E01C-37AE-525DE3FD5E6B}"/>
              </a:ext>
            </a:extLst>
          </p:cNvPr>
          <p:cNvSpPr/>
          <p:nvPr/>
        </p:nvSpPr>
        <p:spPr>
          <a:xfrm>
            <a:off x="12054513" y="8414826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F6EF84E-3412-2350-2FB0-88737ACDADE1}"/>
              </a:ext>
            </a:extLst>
          </p:cNvPr>
          <p:cNvSpPr/>
          <p:nvPr/>
        </p:nvSpPr>
        <p:spPr>
          <a:xfrm>
            <a:off x="13220034" y="650779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FDF06B7-AD95-B3D8-4F91-04838BDA468E}"/>
              </a:ext>
            </a:extLst>
          </p:cNvPr>
          <p:cNvSpPr/>
          <p:nvPr/>
        </p:nvSpPr>
        <p:spPr>
          <a:xfrm>
            <a:off x="12005741" y="834280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4D03C1EB-F208-323A-F819-212E6664C7D7}"/>
              </a:ext>
            </a:extLst>
          </p:cNvPr>
          <p:cNvSpPr/>
          <p:nvPr/>
        </p:nvSpPr>
        <p:spPr>
          <a:xfrm>
            <a:off x="13742893" y="5928118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CFAC73B-060E-4C84-025D-65F0F30F5AC8}"/>
              </a:ext>
            </a:extLst>
          </p:cNvPr>
          <p:cNvSpPr/>
          <p:nvPr/>
        </p:nvSpPr>
        <p:spPr>
          <a:xfrm>
            <a:off x="13651744" y="588587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F6DD7B2-3390-A3E5-CDD2-57C24D73F840}"/>
              </a:ext>
            </a:extLst>
          </p:cNvPr>
          <p:cNvCxnSpPr>
            <a:cxnSpLocks/>
          </p:cNvCxnSpPr>
          <p:nvPr/>
        </p:nvCxnSpPr>
        <p:spPr>
          <a:xfrm>
            <a:off x="13326717" y="6508362"/>
            <a:ext cx="0" cy="54873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5E64185-B4D4-24B1-8467-A50EC1540CBA}"/>
              </a:ext>
            </a:extLst>
          </p:cNvPr>
          <p:cNvCxnSpPr>
            <a:cxnSpLocks/>
          </p:cNvCxnSpPr>
          <p:nvPr/>
        </p:nvCxnSpPr>
        <p:spPr>
          <a:xfrm>
            <a:off x="12054512" y="8435037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927A71F-3013-410A-C89D-EAF829468589}"/>
                  </a:ext>
                </a:extLst>
              </p:cNvPr>
              <p:cNvSpPr txBox="1"/>
              <p:nvPr/>
            </p:nvSpPr>
            <p:spPr>
              <a:xfrm>
                <a:off x="12074063" y="825755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927A71F-3013-410A-C89D-EAF829468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4063" y="8257550"/>
                <a:ext cx="568909" cy="478464"/>
              </a:xfrm>
              <a:prstGeom prst="rect">
                <a:avLst/>
              </a:prstGeom>
              <a:blipFill>
                <a:blip r:embed="rId7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BD6F1CE-BE58-2946-F8F1-F7521D50D82D}"/>
                  </a:ext>
                </a:extLst>
              </p:cNvPr>
              <p:cNvSpPr txBox="1"/>
              <p:nvPr/>
            </p:nvSpPr>
            <p:spPr>
              <a:xfrm>
                <a:off x="12757733" y="656924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BD6F1CE-BE58-2946-F8F1-F7521D50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7733" y="6569248"/>
                <a:ext cx="896111" cy="478464"/>
              </a:xfrm>
              <a:prstGeom prst="rect">
                <a:avLst/>
              </a:prstGeom>
              <a:blipFill>
                <a:blip r:embed="rId8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53EDA19-5069-D9A4-2B42-FB67D7554777}"/>
                  </a:ext>
                </a:extLst>
              </p:cNvPr>
              <p:cNvSpPr txBox="1"/>
              <p:nvPr/>
            </p:nvSpPr>
            <p:spPr>
              <a:xfrm>
                <a:off x="12112442" y="736859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53EDA19-5069-D9A4-2B42-FB67D7554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2442" y="7368590"/>
                <a:ext cx="896111" cy="478464"/>
              </a:xfrm>
              <a:prstGeom prst="rect">
                <a:avLst/>
              </a:prstGeom>
              <a:blipFill>
                <a:blip r:embed="rId8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13F502D-2B2B-94DB-0913-B112486B0DBB}"/>
                  </a:ext>
                </a:extLst>
              </p:cNvPr>
              <p:cNvSpPr txBox="1"/>
              <p:nvPr/>
            </p:nvSpPr>
            <p:spPr>
              <a:xfrm>
                <a:off x="10766869" y="10734955"/>
                <a:ext cx="523270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13F502D-2B2B-94DB-0913-B112486B0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6869" y="10734955"/>
                <a:ext cx="5232704" cy="533544"/>
              </a:xfrm>
              <a:prstGeom prst="rect">
                <a:avLst/>
              </a:prstGeom>
              <a:blipFill>
                <a:blip r:embed="rId82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38E375C-3607-10E5-6CB9-4CE86C97869B}"/>
                  </a:ext>
                </a:extLst>
              </p:cNvPr>
              <p:cNvSpPr txBox="1"/>
              <p:nvPr/>
            </p:nvSpPr>
            <p:spPr>
              <a:xfrm>
                <a:off x="11669368" y="11276964"/>
                <a:ext cx="4172975" cy="718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38E375C-3607-10E5-6CB9-4CE86C978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9368" y="11276964"/>
                <a:ext cx="4172975" cy="718145"/>
              </a:xfrm>
              <a:prstGeom prst="rect">
                <a:avLst/>
              </a:prstGeom>
              <a:blipFill>
                <a:blip r:embed="rId83"/>
                <a:stretch>
                  <a:fillRect l="-60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Freeform 60">
            <a:extLst>
              <a:ext uri="{FF2B5EF4-FFF2-40B4-BE49-F238E27FC236}">
                <a16:creationId xmlns:a16="http://schemas.microsoft.com/office/drawing/2014/main" id="{A6740915-4372-937B-AB01-5D9BA298958B}"/>
              </a:ext>
            </a:extLst>
          </p:cNvPr>
          <p:cNvSpPr/>
          <p:nvPr/>
        </p:nvSpPr>
        <p:spPr>
          <a:xfrm>
            <a:off x="12091168" y="6563968"/>
            <a:ext cx="1215146" cy="1813513"/>
          </a:xfrm>
          <a:custGeom>
            <a:avLst/>
            <a:gdLst>
              <a:gd name="connsiteX0" fmla="*/ 0 w 1356189"/>
              <a:gd name="connsiteY0" fmla="*/ 2024009 h 2024009"/>
              <a:gd name="connsiteX1" fmla="*/ 71919 w 1356189"/>
              <a:gd name="connsiteY1" fmla="*/ 2003460 h 2024009"/>
              <a:gd name="connsiteX2" fmla="*/ 102742 w 1356189"/>
              <a:gd name="connsiteY2" fmla="*/ 1993186 h 2024009"/>
              <a:gd name="connsiteX3" fmla="*/ 133564 w 1356189"/>
              <a:gd name="connsiteY3" fmla="*/ 1972638 h 2024009"/>
              <a:gd name="connsiteX4" fmla="*/ 215757 w 1356189"/>
              <a:gd name="connsiteY4" fmla="*/ 1931541 h 2024009"/>
              <a:gd name="connsiteX5" fmla="*/ 287677 w 1356189"/>
              <a:gd name="connsiteY5" fmla="*/ 1890445 h 2024009"/>
              <a:gd name="connsiteX6" fmla="*/ 369870 w 1356189"/>
              <a:gd name="connsiteY6" fmla="*/ 1828800 h 2024009"/>
              <a:gd name="connsiteX7" fmla="*/ 390418 w 1356189"/>
              <a:gd name="connsiteY7" fmla="*/ 1808251 h 2024009"/>
              <a:gd name="connsiteX8" fmla="*/ 410966 w 1356189"/>
              <a:gd name="connsiteY8" fmla="*/ 1777429 h 2024009"/>
              <a:gd name="connsiteX9" fmla="*/ 441789 w 1356189"/>
              <a:gd name="connsiteY9" fmla="*/ 1756880 h 2024009"/>
              <a:gd name="connsiteX10" fmla="*/ 482886 w 1356189"/>
              <a:gd name="connsiteY10" fmla="*/ 1695236 h 2024009"/>
              <a:gd name="connsiteX11" fmla="*/ 503434 w 1356189"/>
              <a:gd name="connsiteY11" fmla="*/ 1664413 h 2024009"/>
              <a:gd name="connsiteX12" fmla="*/ 544531 w 1356189"/>
              <a:gd name="connsiteY12" fmla="*/ 1602768 h 2024009"/>
              <a:gd name="connsiteX13" fmla="*/ 565079 w 1356189"/>
              <a:gd name="connsiteY13" fmla="*/ 1561671 h 2024009"/>
              <a:gd name="connsiteX14" fmla="*/ 595901 w 1356189"/>
              <a:gd name="connsiteY14" fmla="*/ 1510301 h 2024009"/>
              <a:gd name="connsiteX15" fmla="*/ 616450 w 1356189"/>
              <a:gd name="connsiteY15" fmla="*/ 1458930 h 2024009"/>
              <a:gd name="connsiteX16" fmla="*/ 657546 w 1356189"/>
              <a:gd name="connsiteY16" fmla="*/ 1376737 h 2024009"/>
              <a:gd name="connsiteX17" fmla="*/ 698643 w 1356189"/>
              <a:gd name="connsiteY17" fmla="*/ 1232898 h 2024009"/>
              <a:gd name="connsiteX18" fmla="*/ 708917 w 1356189"/>
              <a:gd name="connsiteY18" fmla="*/ 1181528 h 2024009"/>
              <a:gd name="connsiteX19" fmla="*/ 739739 w 1356189"/>
              <a:gd name="connsiteY19" fmla="*/ 1119883 h 2024009"/>
              <a:gd name="connsiteX20" fmla="*/ 750014 w 1356189"/>
              <a:gd name="connsiteY20" fmla="*/ 1089060 h 2024009"/>
              <a:gd name="connsiteX21" fmla="*/ 760288 w 1356189"/>
              <a:gd name="connsiteY21" fmla="*/ 1047964 h 2024009"/>
              <a:gd name="connsiteX22" fmla="*/ 780836 w 1356189"/>
              <a:gd name="connsiteY22" fmla="*/ 1017141 h 2024009"/>
              <a:gd name="connsiteX23" fmla="*/ 801384 w 1356189"/>
              <a:gd name="connsiteY23" fmla="*/ 945222 h 2024009"/>
              <a:gd name="connsiteX24" fmla="*/ 842481 w 1356189"/>
              <a:gd name="connsiteY24" fmla="*/ 863029 h 2024009"/>
              <a:gd name="connsiteX25" fmla="*/ 852755 w 1356189"/>
              <a:gd name="connsiteY25" fmla="*/ 832206 h 2024009"/>
              <a:gd name="connsiteX26" fmla="*/ 873304 w 1356189"/>
              <a:gd name="connsiteY26" fmla="*/ 801384 h 2024009"/>
              <a:gd name="connsiteX27" fmla="*/ 914400 w 1356189"/>
              <a:gd name="connsiteY27" fmla="*/ 719191 h 2024009"/>
              <a:gd name="connsiteX28" fmla="*/ 934948 w 1356189"/>
              <a:gd name="connsiteY28" fmla="*/ 678094 h 2024009"/>
              <a:gd name="connsiteX29" fmla="*/ 945223 w 1356189"/>
              <a:gd name="connsiteY29" fmla="*/ 636997 h 2024009"/>
              <a:gd name="connsiteX30" fmla="*/ 986319 w 1356189"/>
              <a:gd name="connsiteY30" fmla="*/ 554804 h 2024009"/>
              <a:gd name="connsiteX31" fmla="*/ 1017142 w 1356189"/>
              <a:gd name="connsiteY31" fmla="*/ 482885 h 2024009"/>
              <a:gd name="connsiteX32" fmla="*/ 1078787 w 1356189"/>
              <a:gd name="connsiteY32" fmla="*/ 339047 h 2024009"/>
              <a:gd name="connsiteX33" fmla="*/ 1160980 w 1356189"/>
              <a:gd name="connsiteY33" fmla="*/ 215757 h 2024009"/>
              <a:gd name="connsiteX34" fmla="*/ 1202077 w 1356189"/>
              <a:gd name="connsiteY34" fmla="*/ 154112 h 2024009"/>
              <a:gd name="connsiteX35" fmla="*/ 1222625 w 1356189"/>
              <a:gd name="connsiteY35" fmla="*/ 123289 h 2024009"/>
              <a:gd name="connsiteX36" fmla="*/ 1273996 w 1356189"/>
              <a:gd name="connsiteY36" fmla="*/ 82193 h 2024009"/>
              <a:gd name="connsiteX37" fmla="*/ 1294544 w 1356189"/>
              <a:gd name="connsiteY37" fmla="*/ 51370 h 2024009"/>
              <a:gd name="connsiteX38" fmla="*/ 1325366 w 1356189"/>
              <a:gd name="connsiteY38" fmla="*/ 30822 h 2024009"/>
              <a:gd name="connsiteX39" fmla="*/ 1356189 w 1356189"/>
              <a:gd name="connsiteY39" fmla="*/ 0 h 2024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56189" h="2024009">
                <a:moveTo>
                  <a:pt x="0" y="2024009"/>
                </a:moveTo>
                <a:lnTo>
                  <a:pt x="71919" y="2003460"/>
                </a:lnTo>
                <a:cubicBezTo>
                  <a:pt x="82292" y="2000348"/>
                  <a:pt x="93055" y="1998029"/>
                  <a:pt x="102742" y="1993186"/>
                </a:cubicBezTo>
                <a:cubicBezTo>
                  <a:pt x="113786" y="1987664"/>
                  <a:pt x="122724" y="1978551"/>
                  <a:pt x="133564" y="1972638"/>
                </a:cubicBezTo>
                <a:cubicBezTo>
                  <a:pt x="160455" y="1957970"/>
                  <a:pt x="188359" y="1945240"/>
                  <a:pt x="215757" y="1931541"/>
                </a:cubicBezTo>
                <a:cubicBezTo>
                  <a:pt x="253487" y="1912676"/>
                  <a:pt x="255729" y="1913679"/>
                  <a:pt x="287677" y="1890445"/>
                </a:cubicBezTo>
                <a:cubicBezTo>
                  <a:pt x="315374" y="1870302"/>
                  <a:pt x="345654" y="1853017"/>
                  <a:pt x="369870" y="1828800"/>
                </a:cubicBezTo>
                <a:cubicBezTo>
                  <a:pt x="376719" y="1821950"/>
                  <a:pt x="384367" y="1815815"/>
                  <a:pt x="390418" y="1808251"/>
                </a:cubicBezTo>
                <a:cubicBezTo>
                  <a:pt x="398132" y="1798609"/>
                  <a:pt x="402235" y="1786160"/>
                  <a:pt x="410966" y="1777429"/>
                </a:cubicBezTo>
                <a:cubicBezTo>
                  <a:pt x="419698" y="1768697"/>
                  <a:pt x="431515" y="1763730"/>
                  <a:pt x="441789" y="1756880"/>
                </a:cubicBezTo>
                <a:lnTo>
                  <a:pt x="482886" y="1695236"/>
                </a:lnTo>
                <a:cubicBezTo>
                  <a:pt x="489736" y="1684962"/>
                  <a:pt x="497912" y="1675458"/>
                  <a:pt x="503434" y="1664413"/>
                </a:cubicBezTo>
                <a:cubicBezTo>
                  <a:pt x="528314" y="1614652"/>
                  <a:pt x="513152" y="1634146"/>
                  <a:pt x="544531" y="1602768"/>
                </a:cubicBezTo>
                <a:cubicBezTo>
                  <a:pt x="551380" y="1589069"/>
                  <a:pt x="557641" y="1575060"/>
                  <a:pt x="565079" y="1561671"/>
                </a:cubicBezTo>
                <a:cubicBezTo>
                  <a:pt x="574777" y="1544215"/>
                  <a:pt x="586970" y="1528162"/>
                  <a:pt x="595901" y="1510301"/>
                </a:cubicBezTo>
                <a:cubicBezTo>
                  <a:pt x="604149" y="1493805"/>
                  <a:pt x="608721" y="1475675"/>
                  <a:pt x="616450" y="1458930"/>
                </a:cubicBezTo>
                <a:cubicBezTo>
                  <a:pt x="629286" y="1431118"/>
                  <a:pt x="647859" y="1405796"/>
                  <a:pt x="657546" y="1376737"/>
                </a:cubicBezTo>
                <a:cubicBezTo>
                  <a:pt x="677133" y="1317978"/>
                  <a:pt x="685741" y="1297410"/>
                  <a:pt x="698643" y="1232898"/>
                </a:cubicBezTo>
                <a:cubicBezTo>
                  <a:pt x="702068" y="1215775"/>
                  <a:pt x="702949" y="1197939"/>
                  <a:pt x="708917" y="1181528"/>
                </a:cubicBezTo>
                <a:cubicBezTo>
                  <a:pt x="716768" y="1159937"/>
                  <a:pt x="730408" y="1140877"/>
                  <a:pt x="739739" y="1119883"/>
                </a:cubicBezTo>
                <a:cubicBezTo>
                  <a:pt x="744138" y="1109986"/>
                  <a:pt x="747039" y="1099473"/>
                  <a:pt x="750014" y="1089060"/>
                </a:cubicBezTo>
                <a:cubicBezTo>
                  <a:pt x="753893" y="1075483"/>
                  <a:pt x="754726" y="1060943"/>
                  <a:pt x="760288" y="1047964"/>
                </a:cubicBezTo>
                <a:cubicBezTo>
                  <a:pt x="765152" y="1036614"/>
                  <a:pt x="775314" y="1028186"/>
                  <a:pt x="780836" y="1017141"/>
                </a:cubicBezTo>
                <a:cubicBezTo>
                  <a:pt x="798307" y="982198"/>
                  <a:pt x="784921" y="984732"/>
                  <a:pt x="801384" y="945222"/>
                </a:cubicBezTo>
                <a:cubicBezTo>
                  <a:pt x="813165" y="916947"/>
                  <a:pt x="832795" y="892089"/>
                  <a:pt x="842481" y="863029"/>
                </a:cubicBezTo>
                <a:cubicBezTo>
                  <a:pt x="845906" y="852755"/>
                  <a:pt x="847912" y="841893"/>
                  <a:pt x="852755" y="832206"/>
                </a:cubicBezTo>
                <a:cubicBezTo>
                  <a:pt x="858277" y="821162"/>
                  <a:pt x="867391" y="812224"/>
                  <a:pt x="873304" y="801384"/>
                </a:cubicBezTo>
                <a:cubicBezTo>
                  <a:pt x="887972" y="774493"/>
                  <a:pt x="900701" y="746589"/>
                  <a:pt x="914400" y="719191"/>
                </a:cubicBezTo>
                <a:cubicBezTo>
                  <a:pt x="921249" y="705492"/>
                  <a:pt x="931233" y="692953"/>
                  <a:pt x="934948" y="678094"/>
                </a:cubicBezTo>
                <a:cubicBezTo>
                  <a:pt x="938373" y="664395"/>
                  <a:pt x="939792" y="650031"/>
                  <a:pt x="945223" y="636997"/>
                </a:cubicBezTo>
                <a:cubicBezTo>
                  <a:pt x="957004" y="608722"/>
                  <a:pt x="976632" y="583864"/>
                  <a:pt x="986319" y="554804"/>
                </a:cubicBezTo>
                <a:cubicBezTo>
                  <a:pt x="1019392" y="455586"/>
                  <a:pt x="966356" y="609849"/>
                  <a:pt x="1017142" y="482885"/>
                </a:cubicBezTo>
                <a:cubicBezTo>
                  <a:pt x="1044542" y="414384"/>
                  <a:pt x="1032011" y="409212"/>
                  <a:pt x="1078787" y="339047"/>
                </a:cubicBezTo>
                <a:lnTo>
                  <a:pt x="1160980" y="215757"/>
                </a:lnTo>
                <a:lnTo>
                  <a:pt x="1202077" y="154112"/>
                </a:lnTo>
                <a:cubicBezTo>
                  <a:pt x="1208927" y="143838"/>
                  <a:pt x="1212351" y="130138"/>
                  <a:pt x="1222625" y="123289"/>
                </a:cubicBezTo>
                <a:cubicBezTo>
                  <a:pt x="1245508" y="108034"/>
                  <a:pt x="1257267" y="103105"/>
                  <a:pt x="1273996" y="82193"/>
                </a:cubicBezTo>
                <a:cubicBezTo>
                  <a:pt x="1281710" y="72551"/>
                  <a:pt x="1285813" y="60102"/>
                  <a:pt x="1294544" y="51370"/>
                </a:cubicBezTo>
                <a:cubicBezTo>
                  <a:pt x="1303275" y="42639"/>
                  <a:pt x="1315724" y="38536"/>
                  <a:pt x="1325366" y="30822"/>
                </a:cubicBezTo>
                <a:cubicBezTo>
                  <a:pt x="1325372" y="30817"/>
                  <a:pt x="1351049" y="5140"/>
                  <a:pt x="1356189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0A0E1B53-9152-E66C-9487-ACC34CE1C3E3}"/>
              </a:ext>
            </a:extLst>
          </p:cNvPr>
          <p:cNvSpPr/>
          <p:nvPr/>
        </p:nvSpPr>
        <p:spPr>
          <a:xfrm>
            <a:off x="13339764" y="6536490"/>
            <a:ext cx="1286780" cy="3730978"/>
          </a:xfrm>
          <a:custGeom>
            <a:avLst/>
            <a:gdLst>
              <a:gd name="connsiteX0" fmla="*/ 1436140 w 1436140"/>
              <a:gd name="connsiteY0" fmla="*/ 4164037 h 4164037"/>
              <a:gd name="connsiteX1" fmla="*/ 1393937 w 1436140"/>
              <a:gd name="connsiteY1" fmla="*/ 4065563 h 4164037"/>
              <a:gd name="connsiteX2" fmla="*/ 1337666 w 1436140"/>
              <a:gd name="connsiteY2" fmla="*/ 3981157 h 4164037"/>
              <a:gd name="connsiteX3" fmla="*/ 1323599 w 1436140"/>
              <a:gd name="connsiteY3" fmla="*/ 3938954 h 4164037"/>
              <a:gd name="connsiteX4" fmla="*/ 1295463 w 1436140"/>
              <a:gd name="connsiteY4" fmla="*/ 3910819 h 4164037"/>
              <a:gd name="connsiteX5" fmla="*/ 1267328 w 1436140"/>
              <a:gd name="connsiteY5" fmla="*/ 3868616 h 4164037"/>
              <a:gd name="connsiteX6" fmla="*/ 1253260 w 1436140"/>
              <a:gd name="connsiteY6" fmla="*/ 3826412 h 4164037"/>
              <a:gd name="connsiteX7" fmla="*/ 1196989 w 1436140"/>
              <a:gd name="connsiteY7" fmla="*/ 3742006 h 4164037"/>
              <a:gd name="connsiteX8" fmla="*/ 1168854 w 1436140"/>
              <a:gd name="connsiteY8" fmla="*/ 3699803 h 4164037"/>
              <a:gd name="connsiteX9" fmla="*/ 1140719 w 1436140"/>
              <a:gd name="connsiteY9" fmla="*/ 3657600 h 4164037"/>
              <a:gd name="connsiteX10" fmla="*/ 1112583 w 1436140"/>
              <a:gd name="connsiteY10" fmla="*/ 3559126 h 4164037"/>
              <a:gd name="connsiteX11" fmla="*/ 1098516 w 1436140"/>
              <a:gd name="connsiteY11" fmla="*/ 3502856 h 4164037"/>
              <a:gd name="connsiteX12" fmla="*/ 1084448 w 1436140"/>
              <a:gd name="connsiteY12" fmla="*/ 3460652 h 4164037"/>
              <a:gd name="connsiteX13" fmla="*/ 1070380 w 1436140"/>
              <a:gd name="connsiteY13" fmla="*/ 3404382 h 4164037"/>
              <a:gd name="connsiteX14" fmla="*/ 1042245 w 1436140"/>
              <a:gd name="connsiteY14" fmla="*/ 3319976 h 4164037"/>
              <a:gd name="connsiteX15" fmla="*/ 1028177 w 1436140"/>
              <a:gd name="connsiteY15" fmla="*/ 3277772 h 4164037"/>
              <a:gd name="connsiteX16" fmla="*/ 1014109 w 1436140"/>
              <a:gd name="connsiteY16" fmla="*/ 3221502 h 4164037"/>
              <a:gd name="connsiteX17" fmla="*/ 985974 w 1436140"/>
              <a:gd name="connsiteY17" fmla="*/ 3066757 h 4164037"/>
              <a:gd name="connsiteX18" fmla="*/ 957839 w 1436140"/>
              <a:gd name="connsiteY18" fmla="*/ 2982351 h 4164037"/>
              <a:gd name="connsiteX19" fmla="*/ 943771 w 1436140"/>
              <a:gd name="connsiteY19" fmla="*/ 2940148 h 4164037"/>
              <a:gd name="connsiteX20" fmla="*/ 887500 w 1436140"/>
              <a:gd name="connsiteY20" fmla="*/ 2841674 h 4164037"/>
              <a:gd name="connsiteX21" fmla="*/ 873432 w 1436140"/>
              <a:gd name="connsiteY21" fmla="*/ 2799471 h 4164037"/>
              <a:gd name="connsiteX22" fmla="*/ 831229 w 1436140"/>
              <a:gd name="connsiteY22" fmla="*/ 2743200 h 4164037"/>
              <a:gd name="connsiteX23" fmla="*/ 774959 w 1436140"/>
              <a:gd name="connsiteY23" fmla="*/ 2658794 h 4164037"/>
              <a:gd name="connsiteX24" fmla="*/ 746823 w 1436140"/>
              <a:gd name="connsiteY24" fmla="*/ 2630659 h 4164037"/>
              <a:gd name="connsiteX25" fmla="*/ 690552 w 1436140"/>
              <a:gd name="connsiteY25" fmla="*/ 2560320 h 4164037"/>
              <a:gd name="connsiteX26" fmla="*/ 620214 w 1436140"/>
              <a:gd name="connsiteY26" fmla="*/ 2447779 h 4164037"/>
              <a:gd name="connsiteX27" fmla="*/ 592079 w 1436140"/>
              <a:gd name="connsiteY27" fmla="*/ 2405576 h 4164037"/>
              <a:gd name="connsiteX28" fmla="*/ 521740 w 1436140"/>
              <a:gd name="connsiteY28" fmla="*/ 2335237 h 4164037"/>
              <a:gd name="connsiteX29" fmla="*/ 507672 w 1436140"/>
              <a:gd name="connsiteY29" fmla="*/ 2293034 h 4164037"/>
              <a:gd name="connsiteX30" fmla="*/ 479537 w 1436140"/>
              <a:gd name="connsiteY30" fmla="*/ 2250831 h 4164037"/>
              <a:gd name="connsiteX31" fmla="*/ 423266 w 1436140"/>
              <a:gd name="connsiteY31" fmla="*/ 2124222 h 4164037"/>
              <a:gd name="connsiteX32" fmla="*/ 395131 w 1436140"/>
              <a:gd name="connsiteY32" fmla="*/ 2025748 h 4164037"/>
              <a:gd name="connsiteX33" fmla="*/ 381063 w 1436140"/>
              <a:gd name="connsiteY33" fmla="*/ 1955409 h 4164037"/>
              <a:gd name="connsiteX34" fmla="*/ 352928 w 1436140"/>
              <a:gd name="connsiteY34" fmla="*/ 1871003 h 4164037"/>
              <a:gd name="connsiteX35" fmla="*/ 324792 w 1436140"/>
              <a:gd name="connsiteY35" fmla="*/ 1828800 h 4164037"/>
              <a:gd name="connsiteX36" fmla="*/ 310725 w 1436140"/>
              <a:gd name="connsiteY36" fmla="*/ 1772529 h 4164037"/>
              <a:gd name="connsiteX37" fmla="*/ 282589 w 1436140"/>
              <a:gd name="connsiteY37" fmla="*/ 1688123 h 4164037"/>
              <a:gd name="connsiteX38" fmla="*/ 268522 w 1436140"/>
              <a:gd name="connsiteY38" fmla="*/ 1645920 h 4164037"/>
              <a:gd name="connsiteX39" fmla="*/ 240386 w 1436140"/>
              <a:gd name="connsiteY39" fmla="*/ 1561514 h 4164037"/>
              <a:gd name="connsiteX40" fmla="*/ 226319 w 1436140"/>
              <a:gd name="connsiteY40" fmla="*/ 1463040 h 4164037"/>
              <a:gd name="connsiteX41" fmla="*/ 184116 w 1436140"/>
              <a:gd name="connsiteY41" fmla="*/ 1322363 h 4164037"/>
              <a:gd name="connsiteX42" fmla="*/ 155980 w 1436140"/>
              <a:gd name="connsiteY42" fmla="*/ 1209822 h 4164037"/>
              <a:gd name="connsiteX43" fmla="*/ 141912 w 1436140"/>
              <a:gd name="connsiteY43" fmla="*/ 1153551 h 4164037"/>
              <a:gd name="connsiteX44" fmla="*/ 127845 w 1436140"/>
              <a:gd name="connsiteY44" fmla="*/ 1069145 h 4164037"/>
              <a:gd name="connsiteX45" fmla="*/ 113777 w 1436140"/>
              <a:gd name="connsiteY45" fmla="*/ 309489 h 4164037"/>
              <a:gd name="connsiteX46" fmla="*/ 85642 w 1436140"/>
              <a:gd name="connsiteY46" fmla="*/ 211016 h 4164037"/>
              <a:gd name="connsiteX47" fmla="*/ 57506 w 1436140"/>
              <a:gd name="connsiteY47" fmla="*/ 182880 h 4164037"/>
              <a:gd name="connsiteX48" fmla="*/ 15303 w 1436140"/>
              <a:gd name="connsiteY48" fmla="*/ 112542 h 4164037"/>
              <a:gd name="connsiteX49" fmla="*/ 1236 w 1436140"/>
              <a:gd name="connsiteY49" fmla="*/ 0 h 416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436140" h="4164037">
                <a:moveTo>
                  <a:pt x="1436140" y="4164037"/>
                </a:moveTo>
                <a:cubicBezTo>
                  <a:pt x="1422072" y="4131212"/>
                  <a:pt x="1410868" y="4097007"/>
                  <a:pt x="1393937" y="4065563"/>
                </a:cubicBezTo>
                <a:cubicBezTo>
                  <a:pt x="1377906" y="4035790"/>
                  <a:pt x="1337666" y="3981157"/>
                  <a:pt x="1337666" y="3981157"/>
                </a:cubicBezTo>
                <a:cubicBezTo>
                  <a:pt x="1332977" y="3967089"/>
                  <a:pt x="1331228" y="3951669"/>
                  <a:pt x="1323599" y="3938954"/>
                </a:cubicBezTo>
                <a:cubicBezTo>
                  <a:pt x="1316775" y="3927581"/>
                  <a:pt x="1303749" y="3921176"/>
                  <a:pt x="1295463" y="3910819"/>
                </a:cubicBezTo>
                <a:cubicBezTo>
                  <a:pt x="1284901" y="3897617"/>
                  <a:pt x="1274889" y="3883738"/>
                  <a:pt x="1267328" y="3868616"/>
                </a:cubicBezTo>
                <a:cubicBezTo>
                  <a:pt x="1260696" y="3855353"/>
                  <a:pt x="1260462" y="3839375"/>
                  <a:pt x="1253260" y="3826412"/>
                </a:cubicBezTo>
                <a:cubicBezTo>
                  <a:pt x="1236838" y="3796853"/>
                  <a:pt x="1215746" y="3770141"/>
                  <a:pt x="1196989" y="3742006"/>
                </a:cubicBezTo>
                <a:lnTo>
                  <a:pt x="1168854" y="3699803"/>
                </a:lnTo>
                <a:lnTo>
                  <a:pt x="1140719" y="3657600"/>
                </a:lnTo>
                <a:cubicBezTo>
                  <a:pt x="1096731" y="3481650"/>
                  <a:pt x="1152955" y="3700427"/>
                  <a:pt x="1112583" y="3559126"/>
                </a:cubicBezTo>
                <a:cubicBezTo>
                  <a:pt x="1107272" y="3540536"/>
                  <a:pt x="1103827" y="3521446"/>
                  <a:pt x="1098516" y="3502856"/>
                </a:cubicBezTo>
                <a:cubicBezTo>
                  <a:pt x="1094442" y="3488598"/>
                  <a:pt x="1088522" y="3474910"/>
                  <a:pt x="1084448" y="3460652"/>
                </a:cubicBezTo>
                <a:cubicBezTo>
                  <a:pt x="1079136" y="3442062"/>
                  <a:pt x="1075936" y="3422901"/>
                  <a:pt x="1070380" y="3404382"/>
                </a:cubicBezTo>
                <a:cubicBezTo>
                  <a:pt x="1061858" y="3375976"/>
                  <a:pt x="1051623" y="3348111"/>
                  <a:pt x="1042245" y="3319976"/>
                </a:cubicBezTo>
                <a:cubicBezTo>
                  <a:pt x="1037556" y="3305908"/>
                  <a:pt x="1031774" y="3292158"/>
                  <a:pt x="1028177" y="3277772"/>
                </a:cubicBezTo>
                <a:cubicBezTo>
                  <a:pt x="1023488" y="3259015"/>
                  <a:pt x="1017901" y="3240461"/>
                  <a:pt x="1014109" y="3221502"/>
                </a:cubicBezTo>
                <a:cubicBezTo>
                  <a:pt x="1006063" y="3181272"/>
                  <a:pt x="997294" y="3108262"/>
                  <a:pt x="985974" y="3066757"/>
                </a:cubicBezTo>
                <a:cubicBezTo>
                  <a:pt x="978171" y="3038145"/>
                  <a:pt x="967217" y="3010486"/>
                  <a:pt x="957839" y="2982351"/>
                </a:cubicBezTo>
                <a:cubicBezTo>
                  <a:pt x="953150" y="2968283"/>
                  <a:pt x="951996" y="2952486"/>
                  <a:pt x="943771" y="2940148"/>
                </a:cubicBezTo>
                <a:cubicBezTo>
                  <a:pt x="915516" y="2897765"/>
                  <a:pt x="908918" y="2891648"/>
                  <a:pt x="887500" y="2841674"/>
                </a:cubicBezTo>
                <a:cubicBezTo>
                  <a:pt x="881659" y="2828044"/>
                  <a:pt x="880789" y="2812346"/>
                  <a:pt x="873432" y="2799471"/>
                </a:cubicBezTo>
                <a:cubicBezTo>
                  <a:pt x="861799" y="2779114"/>
                  <a:pt x="844674" y="2762408"/>
                  <a:pt x="831229" y="2743200"/>
                </a:cubicBezTo>
                <a:cubicBezTo>
                  <a:pt x="811838" y="2715498"/>
                  <a:pt x="798870" y="2682704"/>
                  <a:pt x="774959" y="2658794"/>
                </a:cubicBezTo>
                <a:cubicBezTo>
                  <a:pt x="765580" y="2649416"/>
                  <a:pt x="755109" y="2641016"/>
                  <a:pt x="746823" y="2630659"/>
                </a:cubicBezTo>
                <a:cubicBezTo>
                  <a:pt x="675832" y="2541922"/>
                  <a:pt x="758491" y="2628259"/>
                  <a:pt x="690552" y="2560320"/>
                </a:cubicBezTo>
                <a:cubicBezTo>
                  <a:pt x="646486" y="2472187"/>
                  <a:pt x="681088" y="2533002"/>
                  <a:pt x="620214" y="2447779"/>
                </a:cubicBezTo>
                <a:cubicBezTo>
                  <a:pt x="610387" y="2434021"/>
                  <a:pt x="603212" y="2418300"/>
                  <a:pt x="592079" y="2405576"/>
                </a:cubicBezTo>
                <a:cubicBezTo>
                  <a:pt x="570244" y="2380622"/>
                  <a:pt x="521740" y="2335237"/>
                  <a:pt x="521740" y="2335237"/>
                </a:cubicBezTo>
                <a:cubicBezTo>
                  <a:pt x="517051" y="2321169"/>
                  <a:pt x="514304" y="2306297"/>
                  <a:pt x="507672" y="2293034"/>
                </a:cubicBezTo>
                <a:cubicBezTo>
                  <a:pt x="500111" y="2277912"/>
                  <a:pt x="486404" y="2266281"/>
                  <a:pt x="479537" y="2250831"/>
                </a:cubicBezTo>
                <a:cubicBezTo>
                  <a:pt x="412576" y="2100168"/>
                  <a:pt x="486939" y="2219730"/>
                  <a:pt x="423266" y="2124222"/>
                </a:cubicBezTo>
                <a:cubicBezTo>
                  <a:pt x="407602" y="2077227"/>
                  <a:pt x="406907" y="2078737"/>
                  <a:pt x="395131" y="2025748"/>
                </a:cubicBezTo>
                <a:cubicBezTo>
                  <a:pt x="389944" y="2002407"/>
                  <a:pt x="387354" y="1978477"/>
                  <a:pt x="381063" y="1955409"/>
                </a:cubicBezTo>
                <a:cubicBezTo>
                  <a:pt x="373260" y="1926797"/>
                  <a:pt x="369379" y="1895679"/>
                  <a:pt x="352928" y="1871003"/>
                </a:cubicBezTo>
                <a:lnTo>
                  <a:pt x="324792" y="1828800"/>
                </a:lnTo>
                <a:cubicBezTo>
                  <a:pt x="320103" y="1810043"/>
                  <a:pt x="316281" y="1791048"/>
                  <a:pt x="310725" y="1772529"/>
                </a:cubicBezTo>
                <a:cubicBezTo>
                  <a:pt x="302203" y="1744122"/>
                  <a:pt x="291967" y="1716258"/>
                  <a:pt x="282589" y="1688123"/>
                </a:cubicBezTo>
                <a:lnTo>
                  <a:pt x="268522" y="1645920"/>
                </a:lnTo>
                <a:lnTo>
                  <a:pt x="240386" y="1561514"/>
                </a:lnTo>
                <a:cubicBezTo>
                  <a:pt x="235697" y="1528689"/>
                  <a:pt x="232250" y="1495663"/>
                  <a:pt x="226319" y="1463040"/>
                </a:cubicBezTo>
                <a:cubicBezTo>
                  <a:pt x="211437" y="1381190"/>
                  <a:pt x="208579" y="1420214"/>
                  <a:pt x="184116" y="1322363"/>
                </a:cubicBezTo>
                <a:lnTo>
                  <a:pt x="155980" y="1209822"/>
                </a:lnTo>
                <a:cubicBezTo>
                  <a:pt x="151291" y="1191065"/>
                  <a:pt x="145090" y="1172622"/>
                  <a:pt x="141912" y="1153551"/>
                </a:cubicBezTo>
                <a:lnTo>
                  <a:pt x="127845" y="1069145"/>
                </a:lnTo>
                <a:cubicBezTo>
                  <a:pt x="123156" y="815926"/>
                  <a:pt x="122505" y="562601"/>
                  <a:pt x="113777" y="309489"/>
                </a:cubicBezTo>
                <a:cubicBezTo>
                  <a:pt x="113553" y="302987"/>
                  <a:pt x="92446" y="222357"/>
                  <a:pt x="85642" y="211016"/>
                </a:cubicBezTo>
                <a:cubicBezTo>
                  <a:pt x="78818" y="199643"/>
                  <a:pt x="66885" y="192259"/>
                  <a:pt x="57506" y="182880"/>
                </a:cubicBezTo>
                <a:cubicBezTo>
                  <a:pt x="17657" y="63326"/>
                  <a:pt x="73234" y="209093"/>
                  <a:pt x="15303" y="112542"/>
                </a:cubicBezTo>
                <a:cubicBezTo>
                  <a:pt x="-6178" y="76740"/>
                  <a:pt x="1236" y="39876"/>
                  <a:pt x="123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956B2420-19D8-BC05-A0EA-A8471C38601E}"/>
              </a:ext>
            </a:extLst>
          </p:cNvPr>
          <p:cNvSpPr/>
          <p:nvPr/>
        </p:nvSpPr>
        <p:spPr>
          <a:xfrm>
            <a:off x="13282431" y="5984093"/>
            <a:ext cx="403350" cy="605022"/>
          </a:xfrm>
          <a:custGeom>
            <a:avLst/>
            <a:gdLst>
              <a:gd name="connsiteX0" fmla="*/ 0 w 450166"/>
              <a:gd name="connsiteY0" fmla="*/ 675249 h 675249"/>
              <a:gd name="connsiteX1" fmla="*/ 70338 w 450166"/>
              <a:gd name="connsiteY1" fmla="*/ 576776 h 675249"/>
              <a:gd name="connsiteX2" fmla="*/ 98474 w 450166"/>
              <a:gd name="connsiteY2" fmla="*/ 548640 h 675249"/>
              <a:gd name="connsiteX3" fmla="*/ 140677 w 450166"/>
              <a:gd name="connsiteY3" fmla="*/ 492369 h 675249"/>
              <a:gd name="connsiteX4" fmla="*/ 196948 w 450166"/>
              <a:gd name="connsiteY4" fmla="*/ 407963 h 675249"/>
              <a:gd name="connsiteX5" fmla="*/ 281354 w 450166"/>
              <a:gd name="connsiteY5" fmla="*/ 239151 h 675249"/>
              <a:gd name="connsiteX6" fmla="*/ 323557 w 450166"/>
              <a:gd name="connsiteY6" fmla="*/ 196948 h 675249"/>
              <a:gd name="connsiteX7" fmla="*/ 393895 w 450166"/>
              <a:gd name="connsiteY7" fmla="*/ 140677 h 675249"/>
              <a:gd name="connsiteX8" fmla="*/ 422031 w 450166"/>
              <a:gd name="connsiteY8" fmla="*/ 56271 h 675249"/>
              <a:gd name="connsiteX9" fmla="*/ 450166 w 450166"/>
              <a:gd name="connsiteY9" fmla="*/ 0 h 675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50166" h="675249">
                <a:moveTo>
                  <a:pt x="0" y="675249"/>
                </a:moveTo>
                <a:cubicBezTo>
                  <a:pt x="23446" y="642425"/>
                  <a:pt x="45573" y="608617"/>
                  <a:pt x="70338" y="576776"/>
                </a:cubicBezTo>
                <a:cubicBezTo>
                  <a:pt x="78481" y="566306"/>
                  <a:pt x="89983" y="558829"/>
                  <a:pt x="98474" y="548640"/>
                </a:cubicBezTo>
                <a:cubicBezTo>
                  <a:pt x="113484" y="530628"/>
                  <a:pt x="127231" y="511577"/>
                  <a:pt x="140677" y="492369"/>
                </a:cubicBezTo>
                <a:cubicBezTo>
                  <a:pt x="160068" y="464667"/>
                  <a:pt x="196948" y="407963"/>
                  <a:pt x="196948" y="407963"/>
                </a:cubicBezTo>
                <a:cubicBezTo>
                  <a:pt x="219831" y="339312"/>
                  <a:pt x="226812" y="293693"/>
                  <a:pt x="281354" y="239151"/>
                </a:cubicBezTo>
                <a:cubicBezTo>
                  <a:pt x="295422" y="225083"/>
                  <a:pt x="308273" y="209684"/>
                  <a:pt x="323557" y="196948"/>
                </a:cubicBezTo>
                <a:cubicBezTo>
                  <a:pt x="430023" y="108227"/>
                  <a:pt x="312050" y="222525"/>
                  <a:pt x="393895" y="140677"/>
                </a:cubicBezTo>
                <a:lnTo>
                  <a:pt x="422031" y="56271"/>
                </a:lnTo>
                <a:cubicBezTo>
                  <a:pt x="438196" y="7775"/>
                  <a:pt x="425612" y="24554"/>
                  <a:pt x="45016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C290FD72-77DF-43FE-985B-4E282F7036E7}"/>
              </a:ext>
            </a:extLst>
          </p:cNvPr>
          <p:cNvSpPr/>
          <p:nvPr/>
        </p:nvSpPr>
        <p:spPr>
          <a:xfrm>
            <a:off x="18420964" y="8418422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CE4AB39A-E49E-DE1E-2641-33608FC49A91}"/>
              </a:ext>
            </a:extLst>
          </p:cNvPr>
          <p:cNvSpPr/>
          <p:nvPr/>
        </p:nvSpPr>
        <p:spPr>
          <a:xfrm>
            <a:off x="19611514" y="8431414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6F5FF91-B7F2-38C7-DC77-DFD7ABC62F16}"/>
              </a:ext>
            </a:extLst>
          </p:cNvPr>
          <p:cNvSpPr/>
          <p:nvPr/>
        </p:nvSpPr>
        <p:spPr>
          <a:xfrm>
            <a:off x="19562737" y="837199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9A6AE5E-956F-78D5-6396-E01C39A20C98}"/>
              </a:ext>
            </a:extLst>
          </p:cNvPr>
          <p:cNvCxnSpPr>
            <a:cxnSpLocks/>
          </p:cNvCxnSpPr>
          <p:nvPr/>
        </p:nvCxnSpPr>
        <p:spPr>
          <a:xfrm>
            <a:off x="21616159" y="6553077"/>
            <a:ext cx="0" cy="54873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AB16296-EA35-D918-8FAD-471E409DB578}"/>
              </a:ext>
            </a:extLst>
          </p:cNvPr>
          <p:cNvCxnSpPr>
            <a:cxnSpLocks/>
          </p:cNvCxnSpPr>
          <p:nvPr/>
        </p:nvCxnSpPr>
        <p:spPr>
          <a:xfrm>
            <a:off x="19611508" y="8464233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558E9C5-BDBB-1712-2338-B4FE90B536C9}"/>
                  </a:ext>
                </a:extLst>
              </p:cNvPr>
              <p:cNvSpPr txBox="1"/>
              <p:nvPr/>
            </p:nvSpPr>
            <p:spPr>
              <a:xfrm>
                <a:off x="19631059" y="828674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558E9C5-BDBB-1712-2338-B4FE90B53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31059" y="8286743"/>
                <a:ext cx="568909" cy="478464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7D4580C-56AC-268C-3C8F-11D80406C54C}"/>
                  </a:ext>
                </a:extLst>
              </p:cNvPr>
              <p:cNvSpPr txBox="1"/>
              <p:nvPr/>
            </p:nvSpPr>
            <p:spPr>
              <a:xfrm>
                <a:off x="21022330" y="657485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7D4580C-56AC-268C-3C8F-11D80406C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2330" y="6574853"/>
                <a:ext cx="896111" cy="478464"/>
              </a:xfrm>
              <a:prstGeom prst="rect">
                <a:avLst/>
              </a:prstGeom>
              <a:blipFill>
                <a:blip r:embed="rId85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4D99D38-DB55-F73E-23A8-3D8DC5237442}"/>
                  </a:ext>
                </a:extLst>
              </p:cNvPr>
              <p:cNvSpPr txBox="1"/>
              <p:nvPr/>
            </p:nvSpPr>
            <p:spPr>
              <a:xfrm>
                <a:off x="19898247" y="711149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4D99D38-DB55-F73E-23A8-3D8DC5237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247" y="7111498"/>
                <a:ext cx="896111" cy="478464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/>
              <p:nvPr/>
            </p:nvSpPr>
            <p:spPr>
              <a:xfrm>
                <a:off x="18195861" y="10839352"/>
                <a:ext cx="5947422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+(2+ 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5861" y="10839352"/>
                <a:ext cx="5947422" cy="533544"/>
              </a:xfrm>
              <a:prstGeom prst="rect">
                <a:avLst/>
              </a:prstGeom>
              <a:blipFill>
                <a:blip r:embed="rId87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1DFDA96-59DC-05CF-D3D9-970DFD253616}"/>
                  </a:ext>
                </a:extLst>
              </p:cNvPr>
              <p:cNvSpPr txBox="1"/>
              <p:nvPr/>
            </p:nvSpPr>
            <p:spPr>
              <a:xfrm>
                <a:off x="19360089" y="11381667"/>
                <a:ext cx="5116702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1DFDA96-59DC-05CF-D3D9-970DFD253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0089" y="11381667"/>
                <a:ext cx="5116702" cy="717248"/>
              </a:xfrm>
              <a:prstGeom prst="rect">
                <a:avLst/>
              </a:prstGeom>
              <a:blipFill>
                <a:blip r:embed="rId88"/>
                <a:stretch>
                  <a:fillRect l="-495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Freeform 90">
            <a:extLst>
              <a:ext uri="{FF2B5EF4-FFF2-40B4-BE49-F238E27FC236}">
                <a16:creationId xmlns:a16="http://schemas.microsoft.com/office/drawing/2014/main" id="{9DAD2CCB-22CA-C780-4E0A-FFB0DEEAFC9B}"/>
              </a:ext>
            </a:extLst>
          </p:cNvPr>
          <p:cNvSpPr/>
          <p:nvPr/>
        </p:nvSpPr>
        <p:spPr>
          <a:xfrm>
            <a:off x="19648160" y="5972142"/>
            <a:ext cx="1665084" cy="2421922"/>
          </a:xfrm>
          <a:custGeom>
            <a:avLst/>
            <a:gdLst>
              <a:gd name="connsiteX0" fmla="*/ 0 w 1356189"/>
              <a:gd name="connsiteY0" fmla="*/ 2024009 h 2024009"/>
              <a:gd name="connsiteX1" fmla="*/ 71919 w 1356189"/>
              <a:gd name="connsiteY1" fmla="*/ 2003460 h 2024009"/>
              <a:gd name="connsiteX2" fmla="*/ 102742 w 1356189"/>
              <a:gd name="connsiteY2" fmla="*/ 1993186 h 2024009"/>
              <a:gd name="connsiteX3" fmla="*/ 133564 w 1356189"/>
              <a:gd name="connsiteY3" fmla="*/ 1972638 h 2024009"/>
              <a:gd name="connsiteX4" fmla="*/ 215757 w 1356189"/>
              <a:gd name="connsiteY4" fmla="*/ 1931541 h 2024009"/>
              <a:gd name="connsiteX5" fmla="*/ 287677 w 1356189"/>
              <a:gd name="connsiteY5" fmla="*/ 1890445 h 2024009"/>
              <a:gd name="connsiteX6" fmla="*/ 369870 w 1356189"/>
              <a:gd name="connsiteY6" fmla="*/ 1828800 h 2024009"/>
              <a:gd name="connsiteX7" fmla="*/ 390418 w 1356189"/>
              <a:gd name="connsiteY7" fmla="*/ 1808251 h 2024009"/>
              <a:gd name="connsiteX8" fmla="*/ 410966 w 1356189"/>
              <a:gd name="connsiteY8" fmla="*/ 1777429 h 2024009"/>
              <a:gd name="connsiteX9" fmla="*/ 441789 w 1356189"/>
              <a:gd name="connsiteY9" fmla="*/ 1756880 h 2024009"/>
              <a:gd name="connsiteX10" fmla="*/ 482886 w 1356189"/>
              <a:gd name="connsiteY10" fmla="*/ 1695236 h 2024009"/>
              <a:gd name="connsiteX11" fmla="*/ 503434 w 1356189"/>
              <a:gd name="connsiteY11" fmla="*/ 1664413 h 2024009"/>
              <a:gd name="connsiteX12" fmla="*/ 544531 w 1356189"/>
              <a:gd name="connsiteY12" fmla="*/ 1602768 h 2024009"/>
              <a:gd name="connsiteX13" fmla="*/ 565079 w 1356189"/>
              <a:gd name="connsiteY13" fmla="*/ 1561671 h 2024009"/>
              <a:gd name="connsiteX14" fmla="*/ 595901 w 1356189"/>
              <a:gd name="connsiteY14" fmla="*/ 1510301 h 2024009"/>
              <a:gd name="connsiteX15" fmla="*/ 616450 w 1356189"/>
              <a:gd name="connsiteY15" fmla="*/ 1458930 h 2024009"/>
              <a:gd name="connsiteX16" fmla="*/ 657546 w 1356189"/>
              <a:gd name="connsiteY16" fmla="*/ 1376737 h 2024009"/>
              <a:gd name="connsiteX17" fmla="*/ 698643 w 1356189"/>
              <a:gd name="connsiteY17" fmla="*/ 1232898 h 2024009"/>
              <a:gd name="connsiteX18" fmla="*/ 708917 w 1356189"/>
              <a:gd name="connsiteY18" fmla="*/ 1181528 h 2024009"/>
              <a:gd name="connsiteX19" fmla="*/ 739739 w 1356189"/>
              <a:gd name="connsiteY19" fmla="*/ 1119883 h 2024009"/>
              <a:gd name="connsiteX20" fmla="*/ 750014 w 1356189"/>
              <a:gd name="connsiteY20" fmla="*/ 1089060 h 2024009"/>
              <a:gd name="connsiteX21" fmla="*/ 760288 w 1356189"/>
              <a:gd name="connsiteY21" fmla="*/ 1047964 h 2024009"/>
              <a:gd name="connsiteX22" fmla="*/ 780836 w 1356189"/>
              <a:gd name="connsiteY22" fmla="*/ 1017141 h 2024009"/>
              <a:gd name="connsiteX23" fmla="*/ 801384 w 1356189"/>
              <a:gd name="connsiteY23" fmla="*/ 945222 h 2024009"/>
              <a:gd name="connsiteX24" fmla="*/ 842481 w 1356189"/>
              <a:gd name="connsiteY24" fmla="*/ 863029 h 2024009"/>
              <a:gd name="connsiteX25" fmla="*/ 852755 w 1356189"/>
              <a:gd name="connsiteY25" fmla="*/ 832206 h 2024009"/>
              <a:gd name="connsiteX26" fmla="*/ 873304 w 1356189"/>
              <a:gd name="connsiteY26" fmla="*/ 801384 h 2024009"/>
              <a:gd name="connsiteX27" fmla="*/ 914400 w 1356189"/>
              <a:gd name="connsiteY27" fmla="*/ 719191 h 2024009"/>
              <a:gd name="connsiteX28" fmla="*/ 934948 w 1356189"/>
              <a:gd name="connsiteY28" fmla="*/ 678094 h 2024009"/>
              <a:gd name="connsiteX29" fmla="*/ 945223 w 1356189"/>
              <a:gd name="connsiteY29" fmla="*/ 636997 h 2024009"/>
              <a:gd name="connsiteX30" fmla="*/ 986319 w 1356189"/>
              <a:gd name="connsiteY30" fmla="*/ 554804 h 2024009"/>
              <a:gd name="connsiteX31" fmla="*/ 1017142 w 1356189"/>
              <a:gd name="connsiteY31" fmla="*/ 482885 h 2024009"/>
              <a:gd name="connsiteX32" fmla="*/ 1078787 w 1356189"/>
              <a:gd name="connsiteY32" fmla="*/ 339047 h 2024009"/>
              <a:gd name="connsiteX33" fmla="*/ 1160980 w 1356189"/>
              <a:gd name="connsiteY33" fmla="*/ 215757 h 2024009"/>
              <a:gd name="connsiteX34" fmla="*/ 1202077 w 1356189"/>
              <a:gd name="connsiteY34" fmla="*/ 154112 h 2024009"/>
              <a:gd name="connsiteX35" fmla="*/ 1222625 w 1356189"/>
              <a:gd name="connsiteY35" fmla="*/ 123289 h 2024009"/>
              <a:gd name="connsiteX36" fmla="*/ 1273996 w 1356189"/>
              <a:gd name="connsiteY36" fmla="*/ 82193 h 2024009"/>
              <a:gd name="connsiteX37" fmla="*/ 1294544 w 1356189"/>
              <a:gd name="connsiteY37" fmla="*/ 51370 h 2024009"/>
              <a:gd name="connsiteX38" fmla="*/ 1325366 w 1356189"/>
              <a:gd name="connsiteY38" fmla="*/ 30822 h 2024009"/>
              <a:gd name="connsiteX39" fmla="*/ 1356189 w 1356189"/>
              <a:gd name="connsiteY39" fmla="*/ 0 h 2024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56189" h="2024009">
                <a:moveTo>
                  <a:pt x="0" y="2024009"/>
                </a:moveTo>
                <a:lnTo>
                  <a:pt x="71919" y="2003460"/>
                </a:lnTo>
                <a:cubicBezTo>
                  <a:pt x="82292" y="2000348"/>
                  <a:pt x="93055" y="1998029"/>
                  <a:pt x="102742" y="1993186"/>
                </a:cubicBezTo>
                <a:cubicBezTo>
                  <a:pt x="113786" y="1987664"/>
                  <a:pt x="122724" y="1978551"/>
                  <a:pt x="133564" y="1972638"/>
                </a:cubicBezTo>
                <a:cubicBezTo>
                  <a:pt x="160455" y="1957970"/>
                  <a:pt x="188359" y="1945240"/>
                  <a:pt x="215757" y="1931541"/>
                </a:cubicBezTo>
                <a:cubicBezTo>
                  <a:pt x="253487" y="1912676"/>
                  <a:pt x="255729" y="1913679"/>
                  <a:pt x="287677" y="1890445"/>
                </a:cubicBezTo>
                <a:cubicBezTo>
                  <a:pt x="315374" y="1870302"/>
                  <a:pt x="345654" y="1853017"/>
                  <a:pt x="369870" y="1828800"/>
                </a:cubicBezTo>
                <a:cubicBezTo>
                  <a:pt x="376719" y="1821950"/>
                  <a:pt x="384367" y="1815815"/>
                  <a:pt x="390418" y="1808251"/>
                </a:cubicBezTo>
                <a:cubicBezTo>
                  <a:pt x="398132" y="1798609"/>
                  <a:pt x="402235" y="1786160"/>
                  <a:pt x="410966" y="1777429"/>
                </a:cubicBezTo>
                <a:cubicBezTo>
                  <a:pt x="419698" y="1768697"/>
                  <a:pt x="431515" y="1763730"/>
                  <a:pt x="441789" y="1756880"/>
                </a:cubicBezTo>
                <a:lnTo>
                  <a:pt x="482886" y="1695236"/>
                </a:lnTo>
                <a:cubicBezTo>
                  <a:pt x="489736" y="1684962"/>
                  <a:pt x="497912" y="1675458"/>
                  <a:pt x="503434" y="1664413"/>
                </a:cubicBezTo>
                <a:cubicBezTo>
                  <a:pt x="528314" y="1614652"/>
                  <a:pt x="513152" y="1634146"/>
                  <a:pt x="544531" y="1602768"/>
                </a:cubicBezTo>
                <a:cubicBezTo>
                  <a:pt x="551380" y="1589069"/>
                  <a:pt x="557641" y="1575060"/>
                  <a:pt x="565079" y="1561671"/>
                </a:cubicBezTo>
                <a:cubicBezTo>
                  <a:pt x="574777" y="1544215"/>
                  <a:pt x="586970" y="1528162"/>
                  <a:pt x="595901" y="1510301"/>
                </a:cubicBezTo>
                <a:cubicBezTo>
                  <a:pt x="604149" y="1493805"/>
                  <a:pt x="608721" y="1475675"/>
                  <a:pt x="616450" y="1458930"/>
                </a:cubicBezTo>
                <a:cubicBezTo>
                  <a:pt x="629286" y="1431118"/>
                  <a:pt x="647859" y="1405796"/>
                  <a:pt x="657546" y="1376737"/>
                </a:cubicBezTo>
                <a:cubicBezTo>
                  <a:pt x="677133" y="1317978"/>
                  <a:pt x="685741" y="1297410"/>
                  <a:pt x="698643" y="1232898"/>
                </a:cubicBezTo>
                <a:cubicBezTo>
                  <a:pt x="702068" y="1215775"/>
                  <a:pt x="702949" y="1197939"/>
                  <a:pt x="708917" y="1181528"/>
                </a:cubicBezTo>
                <a:cubicBezTo>
                  <a:pt x="716768" y="1159937"/>
                  <a:pt x="730408" y="1140877"/>
                  <a:pt x="739739" y="1119883"/>
                </a:cubicBezTo>
                <a:cubicBezTo>
                  <a:pt x="744138" y="1109986"/>
                  <a:pt x="747039" y="1099473"/>
                  <a:pt x="750014" y="1089060"/>
                </a:cubicBezTo>
                <a:cubicBezTo>
                  <a:pt x="753893" y="1075483"/>
                  <a:pt x="754726" y="1060943"/>
                  <a:pt x="760288" y="1047964"/>
                </a:cubicBezTo>
                <a:cubicBezTo>
                  <a:pt x="765152" y="1036614"/>
                  <a:pt x="775314" y="1028186"/>
                  <a:pt x="780836" y="1017141"/>
                </a:cubicBezTo>
                <a:cubicBezTo>
                  <a:pt x="798307" y="982198"/>
                  <a:pt x="784921" y="984732"/>
                  <a:pt x="801384" y="945222"/>
                </a:cubicBezTo>
                <a:cubicBezTo>
                  <a:pt x="813165" y="916947"/>
                  <a:pt x="832795" y="892089"/>
                  <a:pt x="842481" y="863029"/>
                </a:cubicBezTo>
                <a:cubicBezTo>
                  <a:pt x="845906" y="852755"/>
                  <a:pt x="847912" y="841893"/>
                  <a:pt x="852755" y="832206"/>
                </a:cubicBezTo>
                <a:cubicBezTo>
                  <a:pt x="858277" y="821162"/>
                  <a:pt x="867391" y="812224"/>
                  <a:pt x="873304" y="801384"/>
                </a:cubicBezTo>
                <a:cubicBezTo>
                  <a:pt x="887972" y="774493"/>
                  <a:pt x="900701" y="746589"/>
                  <a:pt x="914400" y="719191"/>
                </a:cubicBezTo>
                <a:cubicBezTo>
                  <a:pt x="921249" y="705492"/>
                  <a:pt x="931233" y="692953"/>
                  <a:pt x="934948" y="678094"/>
                </a:cubicBezTo>
                <a:cubicBezTo>
                  <a:pt x="938373" y="664395"/>
                  <a:pt x="939792" y="650031"/>
                  <a:pt x="945223" y="636997"/>
                </a:cubicBezTo>
                <a:cubicBezTo>
                  <a:pt x="957004" y="608722"/>
                  <a:pt x="976632" y="583864"/>
                  <a:pt x="986319" y="554804"/>
                </a:cubicBezTo>
                <a:cubicBezTo>
                  <a:pt x="1019392" y="455586"/>
                  <a:pt x="966356" y="609849"/>
                  <a:pt x="1017142" y="482885"/>
                </a:cubicBezTo>
                <a:cubicBezTo>
                  <a:pt x="1044542" y="414384"/>
                  <a:pt x="1032011" y="409212"/>
                  <a:pt x="1078787" y="339047"/>
                </a:cubicBezTo>
                <a:lnTo>
                  <a:pt x="1160980" y="215757"/>
                </a:lnTo>
                <a:lnTo>
                  <a:pt x="1202077" y="154112"/>
                </a:lnTo>
                <a:cubicBezTo>
                  <a:pt x="1208927" y="143838"/>
                  <a:pt x="1212351" y="130138"/>
                  <a:pt x="1222625" y="123289"/>
                </a:cubicBezTo>
                <a:cubicBezTo>
                  <a:pt x="1245508" y="108034"/>
                  <a:pt x="1257267" y="103105"/>
                  <a:pt x="1273996" y="82193"/>
                </a:cubicBezTo>
                <a:cubicBezTo>
                  <a:pt x="1281710" y="72551"/>
                  <a:pt x="1285813" y="60102"/>
                  <a:pt x="1294544" y="51370"/>
                </a:cubicBezTo>
                <a:cubicBezTo>
                  <a:pt x="1303275" y="42639"/>
                  <a:pt x="1315724" y="38536"/>
                  <a:pt x="1325366" y="30822"/>
                </a:cubicBezTo>
                <a:cubicBezTo>
                  <a:pt x="1325372" y="30817"/>
                  <a:pt x="1351049" y="5140"/>
                  <a:pt x="1356189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DB25064-D25B-1F43-23E6-F1AF97DB337B}"/>
              </a:ext>
            </a:extLst>
          </p:cNvPr>
          <p:cNvSpPr/>
          <p:nvPr/>
        </p:nvSpPr>
        <p:spPr>
          <a:xfrm>
            <a:off x="21010974" y="6515264"/>
            <a:ext cx="1210381" cy="3768790"/>
          </a:xfrm>
          <a:custGeom>
            <a:avLst/>
            <a:gdLst>
              <a:gd name="connsiteX0" fmla="*/ 1350873 w 1350873"/>
              <a:gd name="connsiteY0" fmla="*/ 4206240 h 4206240"/>
              <a:gd name="connsiteX1" fmla="*/ 1280535 w 1350873"/>
              <a:gd name="connsiteY1" fmla="*/ 4107767 h 4206240"/>
              <a:gd name="connsiteX2" fmla="*/ 1252399 w 1350873"/>
              <a:gd name="connsiteY2" fmla="*/ 4079631 h 4206240"/>
              <a:gd name="connsiteX3" fmla="*/ 1196129 w 1350873"/>
              <a:gd name="connsiteY3" fmla="*/ 3995225 h 4206240"/>
              <a:gd name="connsiteX4" fmla="*/ 1167993 w 1350873"/>
              <a:gd name="connsiteY4" fmla="*/ 3967090 h 4206240"/>
              <a:gd name="connsiteX5" fmla="*/ 1111722 w 1350873"/>
              <a:gd name="connsiteY5" fmla="*/ 3896751 h 4206240"/>
              <a:gd name="connsiteX6" fmla="*/ 1027316 w 1350873"/>
              <a:gd name="connsiteY6" fmla="*/ 3756074 h 4206240"/>
              <a:gd name="connsiteX7" fmla="*/ 999181 w 1350873"/>
              <a:gd name="connsiteY7" fmla="*/ 3713871 h 4206240"/>
              <a:gd name="connsiteX8" fmla="*/ 971046 w 1350873"/>
              <a:gd name="connsiteY8" fmla="*/ 3671668 h 4206240"/>
              <a:gd name="connsiteX9" fmla="*/ 928842 w 1350873"/>
              <a:gd name="connsiteY9" fmla="*/ 3587262 h 4206240"/>
              <a:gd name="connsiteX10" fmla="*/ 900707 w 1350873"/>
              <a:gd name="connsiteY10" fmla="*/ 3502856 h 4206240"/>
              <a:gd name="connsiteX11" fmla="*/ 844436 w 1350873"/>
              <a:gd name="connsiteY11" fmla="*/ 3376247 h 4206240"/>
              <a:gd name="connsiteX12" fmla="*/ 830369 w 1350873"/>
              <a:gd name="connsiteY12" fmla="*/ 3319976 h 4206240"/>
              <a:gd name="connsiteX13" fmla="*/ 802233 w 1350873"/>
              <a:gd name="connsiteY13" fmla="*/ 3235570 h 4206240"/>
              <a:gd name="connsiteX14" fmla="*/ 788166 w 1350873"/>
              <a:gd name="connsiteY14" fmla="*/ 3179299 h 4206240"/>
              <a:gd name="connsiteX15" fmla="*/ 760030 w 1350873"/>
              <a:gd name="connsiteY15" fmla="*/ 3151163 h 4206240"/>
              <a:gd name="connsiteX16" fmla="*/ 745962 w 1350873"/>
              <a:gd name="connsiteY16" fmla="*/ 3080825 h 4206240"/>
              <a:gd name="connsiteX17" fmla="*/ 689692 w 1350873"/>
              <a:gd name="connsiteY17" fmla="*/ 2954216 h 4206240"/>
              <a:gd name="connsiteX18" fmla="*/ 661556 w 1350873"/>
              <a:gd name="connsiteY18" fmla="*/ 2799471 h 4206240"/>
              <a:gd name="connsiteX19" fmla="*/ 633421 w 1350873"/>
              <a:gd name="connsiteY19" fmla="*/ 2644727 h 4206240"/>
              <a:gd name="connsiteX20" fmla="*/ 549015 w 1350873"/>
              <a:gd name="connsiteY20" fmla="*/ 2475914 h 4206240"/>
              <a:gd name="connsiteX21" fmla="*/ 464609 w 1350873"/>
              <a:gd name="connsiteY21" fmla="*/ 2377440 h 4206240"/>
              <a:gd name="connsiteX22" fmla="*/ 436473 w 1350873"/>
              <a:gd name="connsiteY22" fmla="*/ 2349305 h 4206240"/>
              <a:gd name="connsiteX23" fmla="*/ 408338 w 1350873"/>
              <a:gd name="connsiteY23" fmla="*/ 2307102 h 4206240"/>
              <a:gd name="connsiteX24" fmla="*/ 352067 w 1350873"/>
              <a:gd name="connsiteY24" fmla="*/ 2250831 h 4206240"/>
              <a:gd name="connsiteX25" fmla="*/ 309864 w 1350873"/>
              <a:gd name="connsiteY25" fmla="*/ 2208628 h 4206240"/>
              <a:gd name="connsiteX26" fmla="*/ 141052 w 1350873"/>
              <a:gd name="connsiteY26" fmla="*/ 1800665 h 4206240"/>
              <a:gd name="connsiteX27" fmla="*/ 56646 w 1350873"/>
              <a:gd name="connsiteY27" fmla="*/ 1533379 h 4206240"/>
              <a:gd name="connsiteX28" fmla="*/ 98849 w 1350873"/>
              <a:gd name="connsiteY28" fmla="*/ 548640 h 4206240"/>
              <a:gd name="connsiteX29" fmla="*/ 422406 w 1350873"/>
              <a:gd name="connsiteY29" fmla="*/ 98474 h 4206240"/>
              <a:gd name="connsiteX30" fmla="*/ 591218 w 1350873"/>
              <a:gd name="connsiteY30" fmla="*/ 42203 h 4206240"/>
              <a:gd name="connsiteX31" fmla="*/ 647489 w 1350873"/>
              <a:gd name="connsiteY31" fmla="*/ 14068 h 4206240"/>
              <a:gd name="connsiteX32" fmla="*/ 703759 w 1350873"/>
              <a:gd name="connsiteY32" fmla="*/ 0 h 4206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350873" h="4206240">
                <a:moveTo>
                  <a:pt x="1350873" y="4206240"/>
                </a:moveTo>
                <a:cubicBezTo>
                  <a:pt x="1327427" y="4173416"/>
                  <a:pt x="1305300" y="4139608"/>
                  <a:pt x="1280535" y="4107767"/>
                </a:cubicBezTo>
                <a:cubicBezTo>
                  <a:pt x="1272392" y="4097297"/>
                  <a:pt x="1260357" y="4090242"/>
                  <a:pt x="1252399" y="4079631"/>
                </a:cubicBezTo>
                <a:cubicBezTo>
                  <a:pt x="1232110" y="4052579"/>
                  <a:pt x="1220040" y="4019135"/>
                  <a:pt x="1196129" y="3995225"/>
                </a:cubicBezTo>
                <a:cubicBezTo>
                  <a:pt x="1186750" y="3985847"/>
                  <a:pt x="1176279" y="3977447"/>
                  <a:pt x="1167993" y="3967090"/>
                </a:cubicBezTo>
                <a:cubicBezTo>
                  <a:pt x="1097002" y="3878353"/>
                  <a:pt x="1179661" y="3964690"/>
                  <a:pt x="1111722" y="3896751"/>
                </a:cubicBezTo>
                <a:cubicBezTo>
                  <a:pt x="1068464" y="3810234"/>
                  <a:pt x="1095221" y="3857931"/>
                  <a:pt x="1027316" y="3756074"/>
                </a:cubicBezTo>
                <a:lnTo>
                  <a:pt x="999181" y="3713871"/>
                </a:lnTo>
                <a:cubicBezTo>
                  <a:pt x="989803" y="3699803"/>
                  <a:pt x="976393" y="3687708"/>
                  <a:pt x="971046" y="3671668"/>
                </a:cubicBezTo>
                <a:cubicBezTo>
                  <a:pt x="951631" y="3613425"/>
                  <a:pt x="965204" y="3641803"/>
                  <a:pt x="928842" y="3587262"/>
                </a:cubicBezTo>
                <a:cubicBezTo>
                  <a:pt x="919464" y="3559127"/>
                  <a:pt x="917158" y="3527532"/>
                  <a:pt x="900707" y="3502856"/>
                </a:cubicBezTo>
                <a:cubicBezTo>
                  <a:pt x="863758" y="3447432"/>
                  <a:pt x="864523" y="3456599"/>
                  <a:pt x="844436" y="3376247"/>
                </a:cubicBezTo>
                <a:cubicBezTo>
                  <a:pt x="839747" y="3357490"/>
                  <a:pt x="835925" y="3338495"/>
                  <a:pt x="830369" y="3319976"/>
                </a:cubicBezTo>
                <a:cubicBezTo>
                  <a:pt x="821847" y="3291569"/>
                  <a:pt x="809426" y="3264342"/>
                  <a:pt x="802233" y="3235570"/>
                </a:cubicBezTo>
                <a:cubicBezTo>
                  <a:pt x="797544" y="3216813"/>
                  <a:pt x="796812" y="3196592"/>
                  <a:pt x="788166" y="3179299"/>
                </a:cubicBezTo>
                <a:cubicBezTo>
                  <a:pt x="782234" y="3167436"/>
                  <a:pt x="769409" y="3160542"/>
                  <a:pt x="760030" y="3151163"/>
                </a:cubicBezTo>
                <a:cubicBezTo>
                  <a:pt x="755341" y="3127717"/>
                  <a:pt x="754358" y="3103213"/>
                  <a:pt x="745962" y="3080825"/>
                </a:cubicBezTo>
                <a:cubicBezTo>
                  <a:pt x="695443" y="2946109"/>
                  <a:pt x="733580" y="3173655"/>
                  <a:pt x="689692" y="2954216"/>
                </a:cubicBezTo>
                <a:cubicBezTo>
                  <a:pt x="675061" y="2881063"/>
                  <a:pt x="673553" y="2877454"/>
                  <a:pt x="661556" y="2799471"/>
                </a:cubicBezTo>
                <a:cubicBezTo>
                  <a:pt x="650082" y="2724887"/>
                  <a:pt x="652425" y="2708075"/>
                  <a:pt x="633421" y="2644727"/>
                </a:cubicBezTo>
                <a:cubicBezTo>
                  <a:pt x="613806" y="2579344"/>
                  <a:pt x="599831" y="2526730"/>
                  <a:pt x="549015" y="2475914"/>
                </a:cubicBezTo>
                <a:cubicBezTo>
                  <a:pt x="413549" y="2340448"/>
                  <a:pt x="550315" y="2484571"/>
                  <a:pt x="464609" y="2377440"/>
                </a:cubicBezTo>
                <a:cubicBezTo>
                  <a:pt x="456323" y="2367083"/>
                  <a:pt x="444759" y="2359662"/>
                  <a:pt x="436473" y="2349305"/>
                </a:cubicBezTo>
                <a:cubicBezTo>
                  <a:pt x="425911" y="2336103"/>
                  <a:pt x="419341" y="2319939"/>
                  <a:pt x="408338" y="2307102"/>
                </a:cubicBezTo>
                <a:cubicBezTo>
                  <a:pt x="391075" y="2286962"/>
                  <a:pt x="370824" y="2269588"/>
                  <a:pt x="352067" y="2250831"/>
                </a:cubicBezTo>
                <a:lnTo>
                  <a:pt x="309864" y="2208628"/>
                </a:lnTo>
                <a:cubicBezTo>
                  <a:pt x="253593" y="2072640"/>
                  <a:pt x="192727" y="1938465"/>
                  <a:pt x="141052" y="1800665"/>
                </a:cubicBezTo>
                <a:cubicBezTo>
                  <a:pt x="108246" y="1713182"/>
                  <a:pt x="56646" y="1533379"/>
                  <a:pt x="56646" y="1533379"/>
                </a:cubicBezTo>
                <a:cubicBezTo>
                  <a:pt x="15256" y="1160869"/>
                  <a:pt x="-65364" y="909909"/>
                  <a:pt x="98849" y="548640"/>
                </a:cubicBezTo>
                <a:cubicBezTo>
                  <a:pt x="175317" y="380410"/>
                  <a:pt x="293590" y="230970"/>
                  <a:pt x="422406" y="98474"/>
                </a:cubicBezTo>
                <a:cubicBezTo>
                  <a:pt x="463753" y="55946"/>
                  <a:pt x="535680" y="63030"/>
                  <a:pt x="591218" y="42203"/>
                </a:cubicBezTo>
                <a:cubicBezTo>
                  <a:pt x="610854" y="34840"/>
                  <a:pt x="627853" y="21431"/>
                  <a:pt x="647489" y="14068"/>
                </a:cubicBezTo>
                <a:cubicBezTo>
                  <a:pt x="665592" y="7279"/>
                  <a:pt x="703759" y="0"/>
                  <a:pt x="70375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626DE86B-CD5B-37A1-11A1-2AA31D888DF1}"/>
              </a:ext>
            </a:extLst>
          </p:cNvPr>
          <p:cNvSpPr/>
          <p:nvPr/>
        </p:nvSpPr>
        <p:spPr>
          <a:xfrm>
            <a:off x="21641540" y="6540474"/>
            <a:ext cx="1928512" cy="3756186"/>
          </a:xfrm>
          <a:custGeom>
            <a:avLst/>
            <a:gdLst>
              <a:gd name="connsiteX0" fmla="*/ 2152357 w 2152357"/>
              <a:gd name="connsiteY0" fmla="*/ 4192172 h 4192172"/>
              <a:gd name="connsiteX1" fmla="*/ 2039816 w 2152357"/>
              <a:gd name="connsiteY1" fmla="*/ 4009292 h 4192172"/>
              <a:gd name="connsiteX2" fmla="*/ 1997613 w 2152357"/>
              <a:gd name="connsiteY2" fmla="*/ 3924886 h 4192172"/>
              <a:gd name="connsiteX3" fmla="*/ 1927274 w 2152357"/>
              <a:gd name="connsiteY3" fmla="*/ 3826412 h 4192172"/>
              <a:gd name="connsiteX4" fmla="*/ 1786597 w 2152357"/>
              <a:gd name="connsiteY4" fmla="*/ 3601329 h 4192172"/>
              <a:gd name="connsiteX5" fmla="*/ 1744394 w 2152357"/>
              <a:gd name="connsiteY5" fmla="*/ 3530991 h 4192172"/>
              <a:gd name="connsiteX6" fmla="*/ 1688123 w 2152357"/>
              <a:gd name="connsiteY6" fmla="*/ 3432517 h 4192172"/>
              <a:gd name="connsiteX7" fmla="*/ 1631853 w 2152357"/>
              <a:gd name="connsiteY7" fmla="*/ 3348111 h 4192172"/>
              <a:gd name="connsiteX8" fmla="*/ 1575582 w 2152357"/>
              <a:gd name="connsiteY8" fmla="*/ 3277772 h 4192172"/>
              <a:gd name="connsiteX9" fmla="*/ 1519311 w 2152357"/>
              <a:gd name="connsiteY9" fmla="*/ 3179298 h 4192172"/>
              <a:gd name="connsiteX10" fmla="*/ 928468 w 2152357"/>
              <a:gd name="connsiteY10" fmla="*/ 1969477 h 4192172"/>
              <a:gd name="connsiteX11" fmla="*/ 576776 w 2152357"/>
              <a:gd name="connsiteY11" fmla="*/ 998806 h 4192172"/>
              <a:gd name="connsiteX12" fmla="*/ 211016 w 2152357"/>
              <a:gd name="connsiteY12" fmla="*/ 253218 h 4192172"/>
              <a:gd name="connsiteX13" fmla="*/ 42203 w 2152357"/>
              <a:gd name="connsiteY13" fmla="*/ 42203 h 4192172"/>
              <a:gd name="connsiteX14" fmla="*/ 0 w 2152357"/>
              <a:gd name="connsiteY14" fmla="*/ 0 h 419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52357" h="4192172">
                <a:moveTo>
                  <a:pt x="2152357" y="4192172"/>
                </a:moveTo>
                <a:cubicBezTo>
                  <a:pt x="2114843" y="4131212"/>
                  <a:pt x="2075679" y="4071237"/>
                  <a:pt x="2039816" y="4009292"/>
                </a:cubicBezTo>
                <a:cubicBezTo>
                  <a:pt x="2024055" y="3982069"/>
                  <a:pt x="2014099" y="3951676"/>
                  <a:pt x="1997613" y="3924886"/>
                </a:cubicBezTo>
                <a:cubicBezTo>
                  <a:pt x="1976472" y="3890531"/>
                  <a:pt x="1949310" y="3860200"/>
                  <a:pt x="1927274" y="3826412"/>
                </a:cubicBezTo>
                <a:cubicBezTo>
                  <a:pt x="1878942" y="3752303"/>
                  <a:pt x="1833167" y="3676557"/>
                  <a:pt x="1786597" y="3601329"/>
                </a:cubicBezTo>
                <a:cubicBezTo>
                  <a:pt x="1772205" y="3578081"/>
                  <a:pt x="1758171" y="3554609"/>
                  <a:pt x="1744394" y="3530991"/>
                </a:cubicBezTo>
                <a:cubicBezTo>
                  <a:pt x="1725345" y="3498335"/>
                  <a:pt x="1709094" y="3463973"/>
                  <a:pt x="1688123" y="3432517"/>
                </a:cubicBezTo>
                <a:cubicBezTo>
                  <a:pt x="1669366" y="3404382"/>
                  <a:pt x="1651742" y="3375458"/>
                  <a:pt x="1631853" y="3348111"/>
                </a:cubicBezTo>
                <a:cubicBezTo>
                  <a:pt x="1614193" y="3323828"/>
                  <a:pt x="1592237" y="3302755"/>
                  <a:pt x="1575582" y="3277772"/>
                </a:cubicBezTo>
                <a:cubicBezTo>
                  <a:pt x="1554611" y="3246316"/>
                  <a:pt x="1538068" y="3212123"/>
                  <a:pt x="1519311" y="3179298"/>
                </a:cubicBezTo>
                <a:cubicBezTo>
                  <a:pt x="1176915" y="1840835"/>
                  <a:pt x="1636823" y="3331698"/>
                  <a:pt x="928468" y="1969477"/>
                </a:cubicBezTo>
                <a:cubicBezTo>
                  <a:pt x="593186" y="1324704"/>
                  <a:pt x="727155" y="1393550"/>
                  <a:pt x="576776" y="998806"/>
                </a:cubicBezTo>
                <a:cubicBezTo>
                  <a:pt x="475218" y="732218"/>
                  <a:pt x="391619" y="478971"/>
                  <a:pt x="211016" y="253218"/>
                </a:cubicBezTo>
                <a:cubicBezTo>
                  <a:pt x="154745" y="182880"/>
                  <a:pt x="105897" y="105897"/>
                  <a:pt x="42203" y="42203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5B12A0FC-BFEB-3C8E-A8F6-0B18A0622AE5}"/>
              </a:ext>
            </a:extLst>
          </p:cNvPr>
          <p:cNvSpPr/>
          <p:nvPr/>
        </p:nvSpPr>
        <p:spPr>
          <a:xfrm>
            <a:off x="28274330" y="7102100"/>
            <a:ext cx="1542929" cy="3164723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8DF43ED-A272-718F-6402-795FF6A85CAB}"/>
              </a:ext>
            </a:extLst>
          </p:cNvPr>
          <p:cNvSpPr/>
          <p:nvPr/>
        </p:nvSpPr>
        <p:spPr>
          <a:xfrm>
            <a:off x="27700314" y="757829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8B72477D-C2BB-99C8-66D2-053480E86F08}"/>
              </a:ext>
            </a:extLst>
          </p:cNvPr>
          <p:cNvSpPr/>
          <p:nvPr/>
        </p:nvSpPr>
        <p:spPr>
          <a:xfrm>
            <a:off x="28260952" y="5879949"/>
            <a:ext cx="689412" cy="1478822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5" name="Freeform 104">
            <a:extLst>
              <a:ext uri="{FF2B5EF4-FFF2-40B4-BE49-F238E27FC236}">
                <a16:creationId xmlns:a16="http://schemas.microsoft.com/office/drawing/2014/main" id="{F33A74C0-0D91-8EB7-15A5-C15AFCD1B5E1}"/>
              </a:ext>
            </a:extLst>
          </p:cNvPr>
          <p:cNvSpPr/>
          <p:nvPr/>
        </p:nvSpPr>
        <p:spPr>
          <a:xfrm>
            <a:off x="28940370" y="5919994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199B4A7B-D851-393D-2993-A9B5E8F0B6C9}"/>
              </a:ext>
            </a:extLst>
          </p:cNvPr>
          <p:cNvSpPr/>
          <p:nvPr/>
        </p:nvSpPr>
        <p:spPr>
          <a:xfrm>
            <a:off x="28868331" y="583055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31B864A-9C9E-33FA-D325-5B721AEF14A3}"/>
              </a:ext>
            </a:extLst>
          </p:cNvPr>
          <p:cNvCxnSpPr>
            <a:cxnSpLocks/>
          </p:cNvCxnSpPr>
          <p:nvPr/>
        </p:nvCxnSpPr>
        <p:spPr>
          <a:xfrm>
            <a:off x="28260949" y="7399558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7036EE8-A539-EC74-9369-65AE8D52B4E7}"/>
              </a:ext>
            </a:extLst>
          </p:cNvPr>
          <p:cNvCxnSpPr>
            <a:cxnSpLocks/>
          </p:cNvCxnSpPr>
          <p:nvPr/>
        </p:nvCxnSpPr>
        <p:spPr>
          <a:xfrm>
            <a:off x="27772351" y="7713209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72C5BB-5B84-5627-52D7-A05B91DBB370}"/>
                  </a:ext>
                </a:extLst>
              </p:cNvPr>
              <p:cNvSpPr txBox="1"/>
              <p:nvPr/>
            </p:nvSpPr>
            <p:spPr>
              <a:xfrm>
                <a:off x="27341082" y="769441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72C5BB-5B84-5627-52D7-A05B91DBB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1082" y="7694413"/>
                <a:ext cx="568909" cy="478464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66F3B0A-4E56-716B-92B1-28F3E703FC6C}"/>
                  </a:ext>
                </a:extLst>
              </p:cNvPr>
              <p:cNvSpPr txBox="1"/>
              <p:nvPr/>
            </p:nvSpPr>
            <p:spPr>
              <a:xfrm>
                <a:off x="27679574" y="746337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66F3B0A-4E56-716B-92B1-28F3E703F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9574" y="7463372"/>
                <a:ext cx="896111" cy="478464"/>
              </a:xfrm>
              <a:prstGeom prst="rect">
                <a:avLst/>
              </a:prstGeom>
              <a:blipFill>
                <a:blip r:embed="rId8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84346762-6238-D78C-4737-CEB218662567}"/>
                  </a:ext>
                </a:extLst>
              </p:cNvPr>
              <p:cNvSpPr txBox="1"/>
              <p:nvPr/>
            </p:nvSpPr>
            <p:spPr>
              <a:xfrm>
                <a:off x="27412246" y="7066184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84346762-6238-D78C-4737-CEB218662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2246" y="7066184"/>
                <a:ext cx="896111" cy="478464"/>
              </a:xfrm>
              <a:prstGeom prst="rect">
                <a:avLst/>
              </a:prstGeom>
              <a:blipFill>
                <a:blip r:embed="rId9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01AAB59-2459-CC25-8F7D-E4C509F4D3E4}"/>
                  </a:ext>
                </a:extLst>
              </p:cNvPr>
              <p:cNvSpPr txBox="1"/>
              <p:nvPr/>
            </p:nvSpPr>
            <p:spPr>
              <a:xfrm>
                <a:off x="26637127" y="10763551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01AAB59-2459-CC25-8F7D-E4C509F4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7127" y="10763551"/>
                <a:ext cx="4172975" cy="533544"/>
              </a:xfrm>
              <a:prstGeom prst="rect">
                <a:avLst/>
              </a:prstGeom>
              <a:blipFill>
                <a:blip r:embed="rId91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B704B98-12DB-6E87-2752-42BF2CF59326}"/>
                  </a:ext>
                </a:extLst>
              </p:cNvPr>
              <p:cNvSpPr txBox="1"/>
              <p:nvPr/>
            </p:nvSpPr>
            <p:spPr>
              <a:xfrm>
                <a:off x="26917460" y="11305199"/>
                <a:ext cx="4172975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B704B98-12DB-6E87-2752-42BF2CF59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7460" y="11305199"/>
                <a:ext cx="4172975" cy="717248"/>
              </a:xfrm>
              <a:prstGeom prst="rect">
                <a:avLst/>
              </a:prstGeom>
              <a:blipFill>
                <a:blip r:embed="rId92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Freeform 121">
            <a:extLst>
              <a:ext uri="{FF2B5EF4-FFF2-40B4-BE49-F238E27FC236}">
                <a16:creationId xmlns:a16="http://schemas.microsoft.com/office/drawing/2014/main" id="{490CA866-D63B-A8D2-2634-A8CF4765CA11}"/>
              </a:ext>
            </a:extLst>
          </p:cNvPr>
          <p:cNvSpPr/>
          <p:nvPr/>
        </p:nvSpPr>
        <p:spPr>
          <a:xfrm>
            <a:off x="25995833" y="7659156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3CF8B99D-2046-31D3-4805-B14EE89A5E37}"/>
              </a:ext>
            </a:extLst>
          </p:cNvPr>
          <p:cNvSpPr/>
          <p:nvPr/>
        </p:nvSpPr>
        <p:spPr>
          <a:xfrm>
            <a:off x="27650054" y="7667108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1AA233-3FA1-E8D0-DCDD-0305088A295B}"/>
              </a:ext>
            </a:extLst>
          </p:cNvPr>
          <p:cNvSpPr/>
          <p:nvPr/>
        </p:nvSpPr>
        <p:spPr>
          <a:xfrm>
            <a:off x="27785573" y="7181897"/>
            <a:ext cx="477265" cy="445444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1DF9253-F9C1-5DFB-5C71-4FBA0E2B8094}"/>
              </a:ext>
            </a:extLst>
          </p:cNvPr>
          <p:cNvSpPr/>
          <p:nvPr/>
        </p:nvSpPr>
        <p:spPr>
          <a:xfrm>
            <a:off x="28194927" y="709741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9D46768-D8D2-20FB-B24A-0F8080014713}"/>
                  </a:ext>
                </a:extLst>
              </p:cNvPr>
              <p:cNvSpPr txBox="1"/>
              <p:nvPr/>
            </p:nvSpPr>
            <p:spPr>
              <a:xfrm>
                <a:off x="25099722" y="4993104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9D46768-D8D2-20FB-B24A-0F8080014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99722" y="4993104"/>
                <a:ext cx="896111" cy="588751"/>
              </a:xfrm>
              <a:prstGeom prst="rect">
                <a:avLst/>
              </a:prstGeom>
              <a:blipFill>
                <a:blip r:embed="rId93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Oval 132">
            <a:extLst>
              <a:ext uri="{FF2B5EF4-FFF2-40B4-BE49-F238E27FC236}">
                <a16:creationId xmlns:a16="http://schemas.microsoft.com/office/drawing/2014/main" id="{760BD6FC-9CD6-4794-49BB-B10FAE647C7A}"/>
              </a:ext>
            </a:extLst>
          </p:cNvPr>
          <p:cNvSpPr/>
          <p:nvPr/>
        </p:nvSpPr>
        <p:spPr>
          <a:xfrm>
            <a:off x="4745581" y="1490781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0B8ECA5D-625D-BE10-922B-8283A8B09923}"/>
              </a:ext>
            </a:extLst>
          </p:cNvPr>
          <p:cNvSpPr/>
          <p:nvPr/>
        </p:nvSpPr>
        <p:spPr>
          <a:xfrm>
            <a:off x="6051664" y="13251963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0883451F-07BC-DB46-B22E-18C8359836D0}"/>
              </a:ext>
            </a:extLst>
          </p:cNvPr>
          <p:cNvSpPr/>
          <p:nvPr/>
        </p:nvSpPr>
        <p:spPr>
          <a:xfrm>
            <a:off x="5913598" y="1316007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0A00F85-2638-64B7-E59A-55B622236034}"/>
              </a:ext>
            </a:extLst>
          </p:cNvPr>
          <p:cNvCxnSpPr>
            <a:cxnSpLocks/>
          </p:cNvCxnSpPr>
          <p:nvPr/>
        </p:nvCxnSpPr>
        <p:spPr>
          <a:xfrm>
            <a:off x="5734542" y="13692910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4875B7F-0898-EF32-2428-5DDA43BFC1BD}"/>
              </a:ext>
            </a:extLst>
          </p:cNvPr>
          <p:cNvCxnSpPr>
            <a:cxnSpLocks/>
          </p:cNvCxnSpPr>
          <p:nvPr/>
        </p:nvCxnSpPr>
        <p:spPr>
          <a:xfrm>
            <a:off x="4817618" y="15042725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B26560C-2DB8-0D0D-7129-01825CE81AC9}"/>
                  </a:ext>
                </a:extLst>
              </p:cNvPr>
              <p:cNvSpPr txBox="1"/>
              <p:nvPr/>
            </p:nvSpPr>
            <p:spPr>
              <a:xfrm>
                <a:off x="4386349" y="1502393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B26560C-2DB8-0D0D-7129-01825CE81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349" y="15023932"/>
                <a:ext cx="568909" cy="478464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6F1A7F5-78CA-0F85-2BB2-6593A4FA7211}"/>
                  </a:ext>
                </a:extLst>
              </p:cNvPr>
              <p:cNvSpPr txBox="1"/>
              <p:nvPr/>
            </p:nvSpPr>
            <p:spPr>
              <a:xfrm>
                <a:off x="5465543" y="1380380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6F1A7F5-78CA-0F85-2BB2-6593A4FA7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543" y="13803806"/>
                <a:ext cx="896111" cy="478464"/>
              </a:xfrm>
              <a:prstGeom prst="rect">
                <a:avLst/>
              </a:prstGeom>
              <a:blipFill>
                <a:blip r:embed="rId85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33EE90CA-A7FC-24C2-A5E8-B2604133920A}"/>
                  </a:ext>
                </a:extLst>
              </p:cNvPr>
              <p:cNvSpPr txBox="1"/>
              <p:nvPr/>
            </p:nvSpPr>
            <p:spPr>
              <a:xfrm>
                <a:off x="4457514" y="1439570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33EE90CA-A7FC-24C2-A5E8-B26041339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514" y="14395703"/>
                <a:ext cx="896111" cy="478464"/>
              </a:xfrm>
              <a:prstGeom prst="rect">
                <a:avLst/>
              </a:prstGeom>
              <a:blipFill>
                <a:blip r:embed="rId9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81D622B3-E251-3BA3-C064-ADD05351C8B2}"/>
                  </a:ext>
                </a:extLst>
              </p:cNvPr>
              <p:cNvSpPr txBox="1"/>
              <p:nvPr/>
            </p:nvSpPr>
            <p:spPr>
              <a:xfrm>
                <a:off x="3839595" y="18061794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81D622B3-E251-3BA3-C064-ADD05351C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595" y="18061794"/>
                <a:ext cx="4172975" cy="533544"/>
              </a:xfrm>
              <a:prstGeom prst="rect">
                <a:avLst/>
              </a:prstGeom>
              <a:blipFill>
                <a:blip r:embed="rId96"/>
                <a:stretch>
                  <a:fillRect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A6B7A8A-20B0-AA8C-3676-B29A2B38333E}"/>
                  </a:ext>
                </a:extLst>
              </p:cNvPr>
              <p:cNvSpPr txBox="1"/>
              <p:nvPr/>
            </p:nvSpPr>
            <p:spPr>
              <a:xfrm>
                <a:off x="4155069" y="18632751"/>
                <a:ext cx="4172975" cy="718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A6B7A8A-20B0-AA8C-3676-B29A2B383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69" y="18632751"/>
                <a:ext cx="4172975" cy="718274"/>
              </a:xfrm>
              <a:prstGeom prst="rect">
                <a:avLst/>
              </a:prstGeom>
              <a:blipFill>
                <a:blip r:embed="rId97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Freeform 150">
            <a:extLst>
              <a:ext uri="{FF2B5EF4-FFF2-40B4-BE49-F238E27FC236}">
                <a16:creationId xmlns:a16="http://schemas.microsoft.com/office/drawing/2014/main" id="{663BEE94-7970-560D-8C5D-09CE0D0063DA}"/>
              </a:ext>
            </a:extLst>
          </p:cNvPr>
          <p:cNvSpPr/>
          <p:nvPr/>
        </p:nvSpPr>
        <p:spPr>
          <a:xfrm>
            <a:off x="3041101" y="14988676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B5A4F381-DC4C-49B9-22E4-83D262C312CC}"/>
              </a:ext>
            </a:extLst>
          </p:cNvPr>
          <p:cNvSpPr/>
          <p:nvPr/>
        </p:nvSpPr>
        <p:spPr>
          <a:xfrm>
            <a:off x="4695322" y="14996628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FBD808EA-C810-21FC-432A-B77728904543}"/>
              </a:ext>
            </a:extLst>
          </p:cNvPr>
          <p:cNvSpPr/>
          <p:nvPr/>
        </p:nvSpPr>
        <p:spPr>
          <a:xfrm>
            <a:off x="4830838" y="13736746"/>
            <a:ext cx="859401" cy="1220113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B87CA990-8058-CFFC-A589-21DFC1B59241}"/>
              </a:ext>
            </a:extLst>
          </p:cNvPr>
          <p:cNvSpPr/>
          <p:nvPr/>
        </p:nvSpPr>
        <p:spPr>
          <a:xfrm>
            <a:off x="5632809" y="1366093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704F39D4-4F5A-D84C-16CE-15AD511CD15C}"/>
              </a:ext>
            </a:extLst>
          </p:cNvPr>
          <p:cNvSpPr/>
          <p:nvPr/>
        </p:nvSpPr>
        <p:spPr>
          <a:xfrm>
            <a:off x="5612440" y="13771112"/>
            <a:ext cx="1234628" cy="3827153"/>
          </a:xfrm>
          <a:custGeom>
            <a:avLst/>
            <a:gdLst>
              <a:gd name="connsiteX0" fmla="*/ 1377933 w 1377933"/>
              <a:gd name="connsiteY0" fmla="*/ 4271376 h 4271376"/>
              <a:gd name="connsiteX1" fmla="*/ 1277725 w 1377933"/>
              <a:gd name="connsiteY1" fmla="*/ 4183693 h 4271376"/>
              <a:gd name="connsiteX2" fmla="*/ 1227621 w 1377933"/>
              <a:gd name="connsiteY2" fmla="*/ 4108537 h 4271376"/>
              <a:gd name="connsiteX3" fmla="*/ 1190042 w 1377933"/>
              <a:gd name="connsiteY3" fmla="*/ 4070959 h 4271376"/>
              <a:gd name="connsiteX4" fmla="*/ 1139938 w 1377933"/>
              <a:gd name="connsiteY4" fmla="*/ 3983277 h 4271376"/>
              <a:gd name="connsiteX5" fmla="*/ 1077308 w 1377933"/>
              <a:gd name="connsiteY5" fmla="*/ 3883069 h 4271376"/>
              <a:gd name="connsiteX6" fmla="*/ 1064782 w 1377933"/>
              <a:gd name="connsiteY6" fmla="*/ 3832965 h 4271376"/>
              <a:gd name="connsiteX7" fmla="*/ 1039730 w 1377933"/>
              <a:gd name="connsiteY7" fmla="*/ 3795387 h 4271376"/>
              <a:gd name="connsiteX8" fmla="*/ 989626 w 1377933"/>
              <a:gd name="connsiteY8" fmla="*/ 3695178 h 4271376"/>
              <a:gd name="connsiteX9" fmla="*/ 964574 w 1377933"/>
              <a:gd name="connsiteY9" fmla="*/ 3657600 h 4271376"/>
              <a:gd name="connsiteX10" fmla="*/ 939522 w 1377933"/>
              <a:gd name="connsiteY10" fmla="*/ 3607496 h 4271376"/>
              <a:gd name="connsiteX11" fmla="*/ 926996 w 1377933"/>
              <a:gd name="connsiteY11" fmla="*/ 3569918 h 4271376"/>
              <a:gd name="connsiteX12" fmla="*/ 901944 w 1377933"/>
              <a:gd name="connsiteY12" fmla="*/ 3532340 h 4271376"/>
              <a:gd name="connsiteX13" fmla="*/ 864366 w 1377933"/>
              <a:gd name="connsiteY13" fmla="*/ 3394554 h 4271376"/>
              <a:gd name="connsiteX14" fmla="*/ 839314 w 1377933"/>
              <a:gd name="connsiteY14" fmla="*/ 3181611 h 4271376"/>
              <a:gd name="connsiteX15" fmla="*/ 814262 w 1377933"/>
              <a:gd name="connsiteY15" fmla="*/ 3093929 h 4271376"/>
              <a:gd name="connsiteX16" fmla="*/ 789210 w 1377933"/>
              <a:gd name="connsiteY16" fmla="*/ 3043825 h 4271376"/>
              <a:gd name="connsiteX17" fmla="*/ 726579 w 1377933"/>
              <a:gd name="connsiteY17" fmla="*/ 2956143 h 4271376"/>
              <a:gd name="connsiteX18" fmla="*/ 701527 w 1377933"/>
              <a:gd name="connsiteY18" fmla="*/ 2880987 h 4271376"/>
              <a:gd name="connsiteX19" fmla="*/ 601319 w 1377933"/>
              <a:gd name="connsiteY19" fmla="*/ 2768252 h 4271376"/>
              <a:gd name="connsiteX20" fmla="*/ 551215 w 1377933"/>
              <a:gd name="connsiteY20" fmla="*/ 2718148 h 4271376"/>
              <a:gd name="connsiteX21" fmla="*/ 488585 w 1377933"/>
              <a:gd name="connsiteY21" fmla="*/ 2605414 h 4271376"/>
              <a:gd name="connsiteX22" fmla="*/ 451007 w 1377933"/>
              <a:gd name="connsiteY22" fmla="*/ 2542784 h 4271376"/>
              <a:gd name="connsiteX23" fmla="*/ 388377 w 1377933"/>
              <a:gd name="connsiteY23" fmla="*/ 2430050 h 4271376"/>
              <a:gd name="connsiteX24" fmla="*/ 375851 w 1377933"/>
              <a:gd name="connsiteY24" fmla="*/ 2392472 h 4271376"/>
              <a:gd name="connsiteX25" fmla="*/ 363325 w 1377933"/>
              <a:gd name="connsiteY25" fmla="*/ 2342367 h 4271376"/>
              <a:gd name="connsiteX26" fmla="*/ 325747 w 1377933"/>
              <a:gd name="connsiteY26" fmla="*/ 2292263 h 4271376"/>
              <a:gd name="connsiteX27" fmla="*/ 300695 w 1377933"/>
              <a:gd name="connsiteY27" fmla="*/ 2242159 h 4271376"/>
              <a:gd name="connsiteX28" fmla="*/ 275642 w 1377933"/>
              <a:gd name="connsiteY28" fmla="*/ 2154477 h 4271376"/>
              <a:gd name="connsiteX29" fmla="*/ 263116 w 1377933"/>
              <a:gd name="connsiteY29" fmla="*/ 2091847 h 4271376"/>
              <a:gd name="connsiteX30" fmla="*/ 238064 w 1377933"/>
              <a:gd name="connsiteY30" fmla="*/ 2041743 h 4271376"/>
              <a:gd name="connsiteX31" fmla="*/ 187960 w 1377933"/>
              <a:gd name="connsiteY31" fmla="*/ 1929009 h 4271376"/>
              <a:gd name="connsiteX32" fmla="*/ 150382 w 1377933"/>
              <a:gd name="connsiteY32" fmla="*/ 1828800 h 4271376"/>
              <a:gd name="connsiteX33" fmla="*/ 112804 w 1377933"/>
              <a:gd name="connsiteY33" fmla="*/ 1703540 h 4271376"/>
              <a:gd name="connsiteX34" fmla="*/ 75226 w 1377933"/>
              <a:gd name="connsiteY34" fmla="*/ 1615858 h 4271376"/>
              <a:gd name="connsiteX35" fmla="*/ 37648 w 1377933"/>
              <a:gd name="connsiteY35" fmla="*/ 1240077 h 4271376"/>
              <a:gd name="connsiteX36" fmla="*/ 25122 w 1377933"/>
              <a:gd name="connsiteY36" fmla="*/ 1202499 h 4271376"/>
              <a:gd name="connsiteX37" fmla="*/ 70 w 1377933"/>
              <a:gd name="connsiteY37" fmla="*/ 1027135 h 4271376"/>
              <a:gd name="connsiteX38" fmla="*/ 12596 w 1377933"/>
              <a:gd name="connsiteY38" fmla="*/ 475989 h 4271376"/>
              <a:gd name="connsiteX39" fmla="*/ 112804 w 1377933"/>
              <a:gd name="connsiteY39" fmla="*/ 50104 h 4271376"/>
              <a:gd name="connsiteX40" fmla="*/ 100278 w 1377933"/>
              <a:gd name="connsiteY40" fmla="*/ 12526 h 4271376"/>
              <a:gd name="connsiteX41" fmla="*/ 62700 w 1377933"/>
              <a:gd name="connsiteY41" fmla="*/ 0 h 4271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377933" h="4271376">
                <a:moveTo>
                  <a:pt x="1377933" y="4271376"/>
                </a:moveTo>
                <a:cubicBezTo>
                  <a:pt x="1344530" y="4242148"/>
                  <a:pt x="1307830" y="4216307"/>
                  <a:pt x="1277725" y="4183693"/>
                </a:cubicBezTo>
                <a:cubicBezTo>
                  <a:pt x="1257303" y="4161569"/>
                  <a:pt x="1248911" y="4129827"/>
                  <a:pt x="1227621" y="4108537"/>
                </a:cubicBezTo>
                <a:lnTo>
                  <a:pt x="1190042" y="4070959"/>
                </a:lnTo>
                <a:cubicBezTo>
                  <a:pt x="1114337" y="3919549"/>
                  <a:pt x="1210757" y="4107211"/>
                  <a:pt x="1139938" y="3983277"/>
                </a:cubicBezTo>
                <a:cubicBezTo>
                  <a:pt x="1084917" y="3886990"/>
                  <a:pt x="1149158" y="3978869"/>
                  <a:pt x="1077308" y="3883069"/>
                </a:cubicBezTo>
                <a:cubicBezTo>
                  <a:pt x="1073133" y="3866368"/>
                  <a:pt x="1071563" y="3848788"/>
                  <a:pt x="1064782" y="3832965"/>
                </a:cubicBezTo>
                <a:cubicBezTo>
                  <a:pt x="1058852" y="3819128"/>
                  <a:pt x="1046939" y="3808603"/>
                  <a:pt x="1039730" y="3795387"/>
                </a:cubicBezTo>
                <a:cubicBezTo>
                  <a:pt x="1021847" y="3762601"/>
                  <a:pt x="1010342" y="3726251"/>
                  <a:pt x="989626" y="3695178"/>
                </a:cubicBezTo>
                <a:cubicBezTo>
                  <a:pt x="981275" y="3682652"/>
                  <a:pt x="972043" y="3670671"/>
                  <a:pt x="964574" y="3657600"/>
                </a:cubicBezTo>
                <a:cubicBezTo>
                  <a:pt x="955310" y="3641388"/>
                  <a:pt x="946878" y="3624659"/>
                  <a:pt x="939522" y="3607496"/>
                </a:cubicBezTo>
                <a:cubicBezTo>
                  <a:pt x="934321" y="3595360"/>
                  <a:pt x="932901" y="3581728"/>
                  <a:pt x="926996" y="3569918"/>
                </a:cubicBezTo>
                <a:cubicBezTo>
                  <a:pt x="920263" y="3556453"/>
                  <a:pt x="908058" y="3546097"/>
                  <a:pt x="901944" y="3532340"/>
                </a:cubicBezTo>
                <a:cubicBezTo>
                  <a:pt x="878828" y="3480329"/>
                  <a:pt x="875082" y="3448134"/>
                  <a:pt x="864366" y="3394554"/>
                </a:cubicBezTo>
                <a:cubicBezTo>
                  <a:pt x="853596" y="3265318"/>
                  <a:pt x="860208" y="3275634"/>
                  <a:pt x="839314" y="3181611"/>
                </a:cubicBezTo>
                <a:cubicBezTo>
                  <a:pt x="834425" y="3159608"/>
                  <a:pt x="823919" y="3116462"/>
                  <a:pt x="814262" y="3093929"/>
                </a:cubicBezTo>
                <a:cubicBezTo>
                  <a:pt x="806906" y="3076766"/>
                  <a:pt x="799107" y="3059659"/>
                  <a:pt x="789210" y="3043825"/>
                </a:cubicBezTo>
                <a:cubicBezTo>
                  <a:pt x="782089" y="3032432"/>
                  <a:pt x="734734" y="2974493"/>
                  <a:pt x="726579" y="2956143"/>
                </a:cubicBezTo>
                <a:cubicBezTo>
                  <a:pt x="715854" y="2932012"/>
                  <a:pt x="720200" y="2899660"/>
                  <a:pt x="701527" y="2880987"/>
                </a:cubicBezTo>
                <a:cubicBezTo>
                  <a:pt x="575219" y="2754679"/>
                  <a:pt x="731036" y="2914185"/>
                  <a:pt x="601319" y="2768252"/>
                </a:cubicBezTo>
                <a:cubicBezTo>
                  <a:pt x="585627" y="2750599"/>
                  <a:pt x="565970" y="2736592"/>
                  <a:pt x="551215" y="2718148"/>
                </a:cubicBezTo>
                <a:cubicBezTo>
                  <a:pt x="445896" y="2586499"/>
                  <a:pt x="531634" y="2691512"/>
                  <a:pt x="488585" y="2605414"/>
                </a:cubicBezTo>
                <a:cubicBezTo>
                  <a:pt x="477697" y="2583638"/>
                  <a:pt x="461895" y="2564560"/>
                  <a:pt x="451007" y="2542784"/>
                </a:cubicBezTo>
                <a:cubicBezTo>
                  <a:pt x="393598" y="2427965"/>
                  <a:pt x="462290" y="2528601"/>
                  <a:pt x="388377" y="2430050"/>
                </a:cubicBezTo>
                <a:cubicBezTo>
                  <a:pt x="384202" y="2417524"/>
                  <a:pt x="379478" y="2405168"/>
                  <a:pt x="375851" y="2392472"/>
                </a:cubicBezTo>
                <a:cubicBezTo>
                  <a:pt x="371122" y="2375919"/>
                  <a:pt x="371024" y="2357765"/>
                  <a:pt x="363325" y="2342367"/>
                </a:cubicBezTo>
                <a:cubicBezTo>
                  <a:pt x="353989" y="2323694"/>
                  <a:pt x="336812" y="2309966"/>
                  <a:pt x="325747" y="2292263"/>
                </a:cubicBezTo>
                <a:cubicBezTo>
                  <a:pt x="315851" y="2276429"/>
                  <a:pt x="308051" y="2259322"/>
                  <a:pt x="300695" y="2242159"/>
                </a:cubicBezTo>
                <a:cubicBezTo>
                  <a:pt x="291035" y="2219621"/>
                  <a:pt x="280533" y="2176488"/>
                  <a:pt x="275642" y="2154477"/>
                </a:cubicBezTo>
                <a:cubicBezTo>
                  <a:pt x="271024" y="2133694"/>
                  <a:pt x="269849" y="2112045"/>
                  <a:pt x="263116" y="2091847"/>
                </a:cubicBezTo>
                <a:cubicBezTo>
                  <a:pt x="257211" y="2074133"/>
                  <a:pt x="244999" y="2059080"/>
                  <a:pt x="238064" y="2041743"/>
                </a:cubicBezTo>
                <a:cubicBezTo>
                  <a:pt x="193345" y="1929946"/>
                  <a:pt x="236158" y="2001306"/>
                  <a:pt x="187960" y="1929009"/>
                </a:cubicBezTo>
                <a:cubicBezTo>
                  <a:pt x="156191" y="1770162"/>
                  <a:pt x="198763" y="1941688"/>
                  <a:pt x="150382" y="1828800"/>
                </a:cubicBezTo>
                <a:cubicBezTo>
                  <a:pt x="96441" y="1702937"/>
                  <a:pt x="197004" y="1871939"/>
                  <a:pt x="112804" y="1703540"/>
                </a:cubicBezTo>
                <a:cubicBezTo>
                  <a:pt x="81847" y="1641626"/>
                  <a:pt x="93657" y="1671150"/>
                  <a:pt x="75226" y="1615858"/>
                </a:cubicBezTo>
                <a:cubicBezTo>
                  <a:pt x="69986" y="1552975"/>
                  <a:pt x="47849" y="1270681"/>
                  <a:pt x="37648" y="1240077"/>
                </a:cubicBezTo>
                <a:cubicBezTo>
                  <a:pt x="33473" y="1227551"/>
                  <a:pt x="27986" y="1215388"/>
                  <a:pt x="25122" y="1202499"/>
                </a:cubicBezTo>
                <a:cubicBezTo>
                  <a:pt x="14802" y="1156059"/>
                  <a:pt x="5487" y="1070474"/>
                  <a:pt x="70" y="1027135"/>
                </a:cubicBezTo>
                <a:cubicBezTo>
                  <a:pt x="4245" y="843420"/>
                  <a:pt x="-8468" y="658541"/>
                  <a:pt x="12596" y="475989"/>
                </a:cubicBezTo>
                <a:cubicBezTo>
                  <a:pt x="29313" y="331112"/>
                  <a:pt x="85694" y="193401"/>
                  <a:pt x="112804" y="50104"/>
                </a:cubicBezTo>
                <a:cubicBezTo>
                  <a:pt x="115258" y="37131"/>
                  <a:pt x="109614" y="21862"/>
                  <a:pt x="100278" y="12526"/>
                </a:cubicBezTo>
                <a:cubicBezTo>
                  <a:pt x="90942" y="3190"/>
                  <a:pt x="62700" y="0"/>
                  <a:pt x="6270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193B765-292D-0047-EBAE-A5B4BD2C5E7C}"/>
              </a:ext>
            </a:extLst>
          </p:cNvPr>
          <p:cNvSpPr/>
          <p:nvPr/>
        </p:nvSpPr>
        <p:spPr>
          <a:xfrm>
            <a:off x="5724858" y="13268207"/>
            <a:ext cx="220937" cy="441869"/>
          </a:xfrm>
          <a:custGeom>
            <a:avLst/>
            <a:gdLst>
              <a:gd name="connsiteX0" fmla="*/ 0 w 246580"/>
              <a:gd name="connsiteY0" fmla="*/ 493159 h 493159"/>
              <a:gd name="connsiteX1" fmla="*/ 20549 w 246580"/>
              <a:gd name="connsiteY1" fmla="*/ 380144 h 493159"/>
              <a:gd name="connsiteX2" fmla="*/ 41097 w 246580"/>
              <a:gd name="connsiteY2" fmla="*/ 339047 h 493159"/>
              <a:gd name="connsiteX3" fmla="*/ 61645 w 246580"/>
              <a:gd name="connsiteY3" fmla="*/ 277402 h 493159"/>
              <a:gd name="connsiteX4" fmla="*/ 71919 w 246580"/>
              <a:gd name="connsiteY4" fmla="*/ 246579 h 493159"/>
              <a:gd name="connsiteX5" fmla="*/ 92468 w 246580"/>
              <a:gd name="connsiteY5" fmla="*/ 215757 h 493159"/>
              <a:gd name="connsiteX6" fmla="*/ 123290 w 246580"/>
              <a:gd name="connsiteY6" fmla="*/ 143838 h 493159"/>
              <a:gd name="connsiteX7" fmla="*/ 133564 w 246580"/>
              <a:gd name="connsiteY7" fmla="*/ 113015 h 493159"/>
              <a:gd name="connsiteX8" fmla="*/ 154113 w 246580"/>
              <a:gd name="connsiteY8" fmla="*/ 92467 h 493159"/>
              <a:gd name="connsiteX9" fmla="*/ 174661 w 246580"/>
              <a:gd name="connsiteY9" fmla="*/ 61645 h 493159"/>
              <a:gd name="connsiteX10" fmla="*/ 246580 w 246580"/>
              <a:gd name="connsiteY10" fmla="*/ 0 h 493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6580" h="493159">
                <a:moveTo>
                  <a:pt x="0" y="493159"/>
                </a:moveTo>
                <a:cubicBezTo>
                  <a:pt x="3750" y="466910"/>
                  <a:pt x="9371" y="409953"/>
                  <a:pt x="20549" y="380144"/>
                </a:cubicBezTo>
                <a:cubicBezTo>
                  <a:pt x="25927" y="365803"/>
                  <a:pt x="35409" y="353267"/>
                  <a:pt x="41097" y="339047"/>
                </a:cubicBezTo>
                <a:cubicBezTo>
                  <a:pt x="49141" y="318936"/>
                  <a:pt x="54796" y="297950"/>
                  <a:pt x="61645" y="277402"/>
                </a:cubicBezTo>
                <a:cubicBezTo>
                  <a:pt x="65070" y="267128"/>
                  <a:pt x="65911" y="255590"/>
                  <a:pt x="71919" y="246579"/>
                </a:cubicBezTo>
                <a:lnTo>
                  <a:pt x="92468" y="215757"/>
                </a:lnTo>
                <a:cubicBezTo>
                  <a:pt x="113851" y="130224"/>
                  <a:pt x="87814" y="214791"/>
                  <a:pt x="123290" y="143838"/>
                </a:cubicBezTo>
                <a:cubicBezTo>
                  <a:pt x="128133" y="134151"/>
                  <a:pt x="127992" y="122302"/>
                  <a:pt x="133564" y="113015"/>
                </a:cubicBezTo>
                <a:cubicBezTo>
                  <a:pt x="138548" y="104709"/>
                  <a:pt x="148062" y="100031"/>
                  <a:pt x="154113" y="92467"/>
                </a:cubicBezTo>
                <a:cubicBezTo>
                  <a:pt x="161827" y="82825"/>
                  <a:pt x="165368" y="69776"/>
                  <a:pt x="174661" y="61645"/>
                </a:cubicBezTo>
                <a:cubicBezTo>
                  <a:pt x="255273" y="-8891"/>
                  <a:pt x="221356" y="50448"/>
                  <a:pt x="24658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696347A4-716F-EB98-183A-DFFA01D6132E}"/>
                  </a:ext>
                </a:extLst>
              </p:cNvPr>
              <p:cNvSpPr txBox="1"/>
              <p:nvPr/>
            </p:nvSpPr>
            <p:spPr>
              <a:xfrm>
                <a:off x="2270232" y="1225241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696347A4-716F-EB98-183A-DFFA01D61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232" y="12252415"/>
                <a:ext cx="896111" cy="588751"/>
              </a:xfrm>
              <a:prstGeom prst="rect">
                <a:avLst/>
              </a:prstGeom>
              <a:blipFill>
                <a:blip r:embed="rId98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" name="Oval 163">
            <a:extLst>
              <a:ext uri="{FF2B5EF4-FFF2-40B4-BE49-F238E27FC236}">
                <a16:creationId xmlns:a16="http://schemas.microsoft.com/office/drawing/2014/main" id="{6FFDC555-EDAF-5C8E-A5DB-16E52169457D}"/>
              </a:ext>
            </a:extLst>
          </p:cNvPr>
          <p:cNvSpPr/>
          <p:nvPr/>
        </p:nvSpPr>
        <p:spPr>
          <a:xfrm>
            <a:off x="12289841" y="1496916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01566848-BBA9-3182-5486-C417BECF21E0}"/>
              </a:ext>
            </a:extLst>
          </p:cNvPr>
          <p:cNvSpPr/>
          <p:nvPr/>
        </p:nvSpPr>
        <p:spPr>
          <a:xfrm>
            <a:off x="13738307" y="13770925"/>
            <a:ext cx="2029713" cy="388624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6603A197-F44E-FF2B-2645-8ED79FB1AD1C}"/>
              </a:ext>
            </a:extLst>
          </p:cNvPr>
          <p:cNvSpPr/>
          <p:nvPr/>
        </p:nvSpPr>
        <p:spPr>
          <a:xfrm>
            <a:off x="13457859" y="1322142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896D3F15-E4B6-FB8F-828A-6A225748473B}"/>
              </a:ext>
            </a:extLst>
          </p:cNvPr>
          <p:cNvCxnSpPr>
            <a:cxnSpLocks/>
          </p:cNvCxnSpPr>
          <p:nvPr/>
        </p:nvCxnSpPr>
        <p:spPr>
          <a:xfrm>
            <a:off x="13784633" y="13835871"/>
            <a:ext cx="0" cy="62118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751456BF-630D-CA77-FC77-29A7130464B4}"/>
              </a:ext>
            </a:extLst>
          </p:cNvPr>
          <p:cNvCxnSpPr>
            <a:cxnSpLocks/>
          </p:cNvCxnSpPr>
          <p:nvPr/>
        </p:nvCxnSpPr>
        <p:spPr>
          <a:xfrm>
            <a:off x="12361878" y="15104079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67EC4BCC-1A52-F5F3-0FB0-B6A6B61123EA}"/>
                  </a:ext>
                </a:extLst>
              </p:cNvPr>
              <p:cNvSpPr txBox="1"/>
              <p:nvPr/>
            </p:nvSpPr>
            <p:spPr>
              <a:xfrm>
                <a:off x="11930609" y="15085288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67EC4BCC-1A52-F5F3-0FB0-B6A6B6112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0609" y="15085288"/>
                <a:ext cx="568909" cy="478464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D32DF029-0B61-3666-0B1A-E452F4893D3E}"/>
                  </a:ext>
                </a:extLst>
              </p:cNvPr>
              <p:cNvSpPr txBox="1"/>
              <p:nvPr/>
            </p:nvSpPr>
            <p:spPr>
              <a:xfrm>
                <a:off x="13198698" y="1394051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D32DF029-0B61-3666-0B1A-E452F4893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8698" y="13940510"/>
                <a:ext cx="896111" cy="478464"/>
              </a:xfrm>
              <a:prstGeom prst="rect">
                <a:avLst/>
              </a:prstGeom>
              <a:blipFill>
                <a:blip r:embed="rId99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7F2AFB04-DD23-894F-8037-E4060001E8FF}"/>
                  </a:ext>
                </a:extLst>
              </p:cNvPr>
              <p:cNvSpPr txBox="1"/>
              <p:nvPr/>
            </p:nvSpPr>
            <p:spPr>
              <a:xfrm>
                <a:off x="12323617" y="1389572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7F2AFB04-DD23-894F-8037-E4060001E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3617" y="13895723"/>
                <a:ext cx="896111" cy="478464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79B3E72-8139-D194-E5BF-DDE0CCE671A8}"/>
                  </a:ext>
                </a:extLst>
              </p:cNvPr>
              <p:cNvSpPr txBox="1"/>
              <p:nvPr/>
            </p:nvSpPr>
            <p:spPr>
              <a:xfrm>
                <a:off x="10823476" y="18165888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+(2+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79B3E72-8139-D194-E5BF-DDE0CCE67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3476" y="18165888"/>
                <a:ext cx="4799945" cy="533544"/>
              </a:xfrm>
              <a:prstGeom prst="rect">
                <a:avLst/>
              </a:prstGeom>
              <a:blipFill>
                <a:blip r:embed="rId101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500124AE-2772-B894-6505-2172298F7801}"/>
                  </a:ext>
                </a:extLst>
              </p:cNvPr>
              <p:cNvSpPr txBox="1"/>
              <p:nvPr/>
            </p:nvSpPr>
            <p:spPr>
              <a:xfrm>
                <a:off x="11286081" y="18749816"/>
                <a:ext cx="4172975" cy="71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500124AE-2772-B894-6505-2172298F7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6081" y="18749816"/>
                <a:ext cx="4172975" cy="717376"/>
              </a:xfrm>
              <a:prstGeom prst="rect">
                <a:avLst/>
              </a:prstGeom>
              <a:blipFill>
                <a:blip r:embed="rId102"/>
                <a:stretch>
                  <a:fillRect l="-60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Freeform 181">
            <a:extLst>
              <a:ext uri="{FF2B5EF4-FFF2-40B4-BE49-F238E27FC236}">
                <a16:creationId xmlns:a16="http://schemas.microsoft.com/office/drawing/2014/main" id="{15E312C0-1D6C-2F82-0768-7A5E106DF7DF}"/>
              </a:ext>
            </a:extLst>
          </p:cNvPr>
          <p:cNvSpPr/>
          <p:nvPr/>
        </p:nvSpPr>
        <p:spPr>
          <a:xfrm>
            <a:off x="10585365" y="15050030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8EF7B45-29A7-E70C-AC53-CFE527F89904}"/>
              </a:ext>
            </a:extLst>
          </p:cNvPr>
          <p:cNvSpPr/>
          <p:nvPr/>
        </p:nvSpPr>
        <p:spPr>
          <a:xfrm>
            <a:off x="12239582" y="15057983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34848DC9-3B60-706B-7E86-C0E4666E1879}"/>
              </a:ext>
            </a:extLst>
          </p:cNvPr>
          <p:cNvSpPr/>
          <p:nvPr/>
        </p:nvSpPr>
        <p:spPr>
          <a:xfrm>
            <a:off x="12375098" y="13310870"/>
            <a:ext cx="1110784" cy="1707345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D55392E8-14EE-60D6-4617-4BCAA35FDEFE}"/>
              </a:ext>
            </a:extLst>
          </p:cNvPr>
          <p:cNvSpPr/>
          <p:nvPr/>
        </p:nvSpPr>
        <p:spPr>
          <a:xfrm>
            <a:off x="13701971" y="1373798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77678DB4-0CFF-38D1-4347-75F73E015B5A}"/>
              </a:ext>
            </a:extLst>
          </p:cNvPr>
          <p:cNvSpPr/>
          <p:nvPr/>
        </p:nvSpPr>
        <p:spPr>
          <a:xfrm>
            <a:off x="13140240" y="13835867"/>
            <a:ext cx="1288790" cy="3829551"/>
          </a:xfrm>
          <a:custGeom>
            <a:avLst/>
            <a:gdLst>
              <a:gd name="connsiteX0" fmla="*/ 1438382 w 1438382"/>
              <a:gd name="connsiteY0" fmla="*/ 4274050 h 4274050"/>
              <a:gd name="connsiteX1" fmla="*/ 1037690 w 1438382"/>
              <a:gd name="connsiteY1" fmla="*/ 3503488 h 4274050"/>
              <a:gd name="connsiteX2" fmla="*/ 791110 w 1438382"/>
              <a:gd name="connsiteY2" fmla="*/ 3071973 h 4274050"/>
              <a:gd name="connsiteX3" fmla="*/ 534256 w 1438382"/>
              <a:gd name="connsiteY3" fmla="*/ 2517169 h 4274050"/>
              <a:gd name="connsiteX4" fmla="*/ 513708 w 1438382"/>
              <a:gd name="connsiteY4" fmla="*/ 2414427 h 4274050"/>
              <a:gd name="connsiteX5" fmla="*/ 503434 w 1438382"/>
              <a:gd name="connsiteY5" fmla="*/ 2383605 h 4274050"/>
              <a:gd name="connsiteX6" fmla="*/ 441789 w 1438382"/>
              <a:gd name="connsiteY6" fmla="*/ 2291137 h 4274050"/>
              <a:gd name="connsiteX7" fmla="*/ 431515 w 1438382"/>
              <a:gd name="connsiteY7" fmla="*/ 2260315 h 4274050"/>
              <a:gd name="connsiteX8" fmla="*/ 390418 w 1438382"/>
              <a:gd name="connsiteY8" fmla="*/ 2198670 h 4274050"/>
              <a:gd name="connsiteX9" fmla="*/ 369870 w 1438382"/>
              <a:gd name="connsiteY9" fmla="*/ 2167848 h 4274050"/>
              <a:gd name="connsiteX10" fmla="*/ 318499 w 1438382"/>
              <a:gd name="connsiteY10" fmla="*/ 2085654 h 4274050"/>
              <a:gd name="connsiteX11" fmla="*/ 287677 w 1438382"/>
              <a:gd name="connsiteY11" fmla="*/ 2003461 h 4274050"/>
              <a:gd name="connsiteX12" fmla="*/ 256854 w 1438382"/>
              <a:gd name="connsiteY12" fmla="*/ 1931542 h 4274050"/>
              <a:gd name="connsiteX13" fmla="*/ 236306 w 1438382"/>
              <a:gd name="connsiteY13" fmla="*/ 1849349 h 4274050"/>
              <a:gd name="connsiteX14" fmla="*/ 226032 w 1438382"/>
              <a:gd name="connsiteY14" fmla="*/ 1808252 h 4274050"/>
              <a:gd name="connsiteX15" fmla="*/ 215757 w 1438382"/>
              <a:gd name="connsiteY15" fmla="*/ 1756881 h 4274050"/>
              <a:gd name="connsiteX16" fmla="*/ 195209 w 1438382"/>
              <a:gd name="connsiteY16" fmla="*/ 1695236 h 4274050"/>
              <a:gd name="connsiteX17" fmla="*/ 164387 w 1438382"/>
              <a:gd name="connsiteY17" fmla="*/ 1664414 h 4274050"/>
              <a:gd name="connsiteX18" fmla="*/ 123290 w 1438382"/>
              <a:gd name="connsiteY18" fmla="*/ 1602769 h 4274050"/>
              <a:gd name="connsiteX19" fmla="*/ 102742 w 1438382"/>
              <a:gd name="connsiteY19" fmla="*/ 1541124 h 4274050"/>
              <a:gd name="connsiteX20" fmla="*/ 92468 w 1438382"/>
              <a:gd name="connsiteY20" fmla="*/ 1510301 h 4274050"/>
              <a:gd name="connsiteX21" fmla="*/ 41097 w 1438382"/>
              <a:gd name="connsiteY21" fmla="*/ 1397286 h 4274050"/>
              <a:gd name="connsiteX22" fmla="*/ 20549 w 1438382"/>
              <a:gd name="connsiteY22" fmla="*/ 1315092 h 4274050"/>
              <a:gd name="connsiteX23" fmla="*/ 10274 w 1438382"/>
              <a:gd name="connsiteY23" fmla="*/ 1273996 h 4274050"/>
              <a:gd name="connsiteX24" fmla="*/ 0 w 1438382"/>
              <a:gd name="connsiteY24" fmla="*/ 1232899 h 4274050"/>
              <a:gd name="connsiteX25" fmla="*/ 10274 w 1438382"/>
              <a:gd name="connsiteY25" fmla="*/ 873304 h 4274050"/>
              <a:gd name="connsiteX26" fmla="*/ 20549 w 1438382"/>
              <a:gd name="connsiteY26" fmla="*/ 842481 h 4274050"/>
              <a:gd name="connsiteX27" fmla="*/ 92468 w 1438382"/>
              <a:gd name="connsiteY27" fmla="*/ 780836 h 4274050"/>
              <a:gd name="connsiteX28" fmla="*/ 133564 w 1438382"/>
              <a:gd name="connsiteY28" fmla="*/ 719191 h 4274050"/>
              <a:gd name="connsiteX29" fmla="*/ 154113 w 1438382"/>
              <a:gd name="connsiteY29" fmla="*/ 688369 h 4274050"/>
              <a:gd name="connsiteX30" fmla="*/ 174661 w 1438382"/>
              <a:gd name="connsiteY30" fmla="*/ 626724 h 4274050"/>
              <a:gd name="connsiteX31" fmla="*/ 215757 w 1438382"/>
              <a:gd name="connsiteY31" fmla="*/ 565079 h 4274050"/>
              <a:gd name="connsiteX32" fmla="*/ 236306 w 1438382"/>
              <a:gd name="connsiteY32" fmla="*/ 544531 h 4274050"/>
              <a:gd name="connsiteX33" fmla="*/ 256854 w 1438382"/>
              <a:gd name="connsiteY33" fmla="*/ 513708 h 4274050"/>
              <a:gd name="connsiteX34" fmla="*/ 308225 w 1438382"/>
              <a:gd name="connsiteY34" fmla="*/ 462337 h 4274050"/>
              <a:gd name="connsiteX35" fmla="*/ 339047 w 1438382"/>
              <a:gd name="connsiteY35" fmla="*/ 431515 h 4274050"/>
              <a:gd name="connsiteX36" fmla="*/ 359596 w 1438382"/>
              <a:gd name="connsiteY36" fmla="*/ 400692 h 4274050"/>
              <a:gd name="connsiteX37" fmla="*/ 421241 w 1438382"/>
              <a:gd name="connsiteY37" fmla="*/ 339048 h 4274050"/>
              <a:gd name="connsiteX38" fmla="*/ 462337 w 1438382"/>
              <a:gd name="connsiteY38" fmla="*/ 277403 h 4274050"/>
              <a:gd name="connsiteX39" fmla="*/ 523982 w 1438382"/>
              <a:gd name="connsiteY39" fmla="*/ 184935 h 4274050"/>
              <a:gd name="connsiteX40" fmla="*/ 565079 w 1438382"/>
              <a:gd name="connsiteY40" fmla="*/ 133564 h 4274050"/>
              <a:gd name="connsiteX41" fmla="*/ 595901 w 1438382"/>
              <a:gd name="connsiteY41" fmla="*/ 123290 h 4274050"/>
              <a:gd name="connsiteX42" fmla="*/ 657546 w 1438382"/>
              <a:gd name="connsiteY42" fmla="*/ 41097 h 4274050"/>
              <a:gd name="connsiteX43" fmla="*/ 678095 w 1438382"/>
              <a:gd name="connsiteY43" fmla="*/ 0 h 427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438382" h="4274050">
                <a:moveTo>
                  <a:pt x="1438382" y="4274050"/>
                </a:moveTo>
                <a:cubicBezTo>
                  <a:pt x="1258998" y="3887684"/>
                  <a:pt x="1300939" y="3960302"/>
                  <a:pt x="1037690" y="3503488"/>
                </a:cubicBezTo>
                <a:cubicBezTo>
                  <a:pt x="824859" y="3134163"/>
                  <a:pt x="1134449" y="3775399"/>
                  <a:pt x="791110" y="3071973"/>
                </a:cubicBezTo>
                <a:cubicBezTo>
                  <a:pt x="701720" y="2888832"/>
                  <a:pt x="534256" y="2517169"/>
                  <a:pt x="534256" y="2517169"/>
                </a:cubicBezTo>
                <a:cubicBezTo>
                  <a:pt x="527407" y="2482922"/>
                  <a:pt x="524752" y="2447560"/>
                  <a:pt x="513708" y="2414427"/>
                </a:cubicBezTo>
                <a:cubicBezTo>
                  <a:pt x="510283" y="2404153"/>
                  <a:pt x="508807" y="2393008"/>
                  <a:pt x="503434" y="2383605"/>
                </a:cubicBezTo>
                <a:cubicBezTo>
                  <a:pt x="434606" y="2263157"/>
                  <a:pt x="511769" y="2431099"/>
                  <a:pt x="441789" y="2291137"/>
                </a:cubicBezTo>
                <a:cubicBezTo>
                  <a:pt x="436946" y="2281451"/>
                  <a:pt x="436774" y="2269782"/>
                  <a:pt x="431515" y="2260315"/>
                </a:cubicBezTo>
                <a:cubicBezTo>
                  <a:pt x="419521" y="2238727"/>
                  <a:pt x="404117" y="2219218"/>
                  <a:pt x="390418" y="2198670"/>
                </a:cubicBezTo>
                <a:cubicBezTo>
                  <a:pt x="383569" y="2188396"/>
                  <a:pt x="375392" y="2178892"/>
                  <a:pt x="369870" y="2167848"/>
                </a:cubicBezTo>
                <a:cubicBezTo>
                  <a:pt x="341664" y="2111435"/>
                  <a:pt x="358512" y="2139004"/>
                  <a:pt x="318499" y="2085654"/>
                </a:cubicBezTo>
                <a:cubicBezTo>
                  <a:pt x="292129" y="1980174"/>
                  <a:pt x="327969" y="2110906"/>
                  <a:pt x="287677" y="2003461"/>
                </a:cubicBezTo>
                <a:cubicBezTo>
                  <a:pt x="259244" y="1927641"/>
                  <a:pt x="298494" y="1994002"/>
                  <a:pt x="256854" y="1931542"/>
                </a:cubicBezTo>
                <a:cubicBezTo>
                  <a:pt x="238495" y="1876464"/>
                  <a:pt x="252836" y="1923736"/>
                  <a:pt x="236306" y="1849349"/>
                </a:cubicBezTo>
                <a:cubicBezTo>
                  <a:pt x="233243" y="1835565"/>
                  <a:pt x="229095" y="1822036"/>
                  <a:pt x="226032" y="1808252"/>
                </a:cubicBezTo>
                <a:cubicBezTo>
                  <a:pt x="222244" y="1791205"/>
                  <a:pt x="220352" y="1773728"/>
                  <a:pt x="215757" y="1756881"/>
                </a:cubicBezTo>
                <a:cubicBezTo>
                  <a:pt x="210058" y="1735984"/>
                  <a:pt x="210525" y="1710552"/>
                  <a:pt x="195209" y="1695236"/>
                </a:cubicBezTo>
                <a:cubicBezTo>
                  <a:pt x="184935" y="1684962"/>
                  <a:pt x="173307" y="1675883"/>
                  <a:pt x="164387" y="1664414"/>
                </a:cubicBezTo>
                <a:cubicBezTo>
                  <a:pt x="149225" y="1644920"/>
                  <a:pt x="123290" y="1602769"/>
                  <a:pt x="123290" y="1602769"/>
                </a:cubicBezTo>
                <a:lnTo>
                  <a:pt x="102742" y="1541124"/>
                </a:lnTo>
                <a:cubicBezTo>
                  <a:pt x="99317" y="1530850"/>
                  <a:pt x="97311" y="1519988"/>
                  <a:pt x="92468" y="1510301"/>
                </a:cubicBezTo>
                <a:cubicBezTo>
                  <a:pt x="69112" y="1463589"/>
                  <a:pt x="53073" y="1441199"/>
                  <a:pt x="41097" y="1397286"/>
                </a:cubicBezTo>
                <a:cubicBezTo>
                  <a:pt x="33666" y="1370040"/>
                  <a:pt x="27399" y="1342490"/>
                  <a:pt x="20549" y="1315092"/>
                </a:cubicBezTo>
                <a:lnTo>
                  <a:pt x="10274" y="1273996"/>
                </a:lnTo>
                <a:lnTo>
                  <a:pt x="0" y="1232899"/>
                </a:lnTo>
                <a:cubicBezTo>
                  <a:pt x="3425" y="1113034"/>
                  <a:pt x="3971" y="993052"/>
                  <a:pt x="10274" y="873304"/>
                </a:cubicBezTo>
                <a:cubicBezTo>
                  <a:pt x="10843" y="862489"/>
                  <a:pt x="14541" y="851492"/>
                  <a:pt x="20549" y="842481"/>
                </a:cubicBezTo>
                <a:cubicBezTo>
                  <a:pt x="50974" y="796844"/>
                  <a:pt x="54486" y="823567"/>
                  <a:pt x="92468" y="780836"/>
                </a:cubicBezTo>
                <a:cubicBezTo>
                  <a:pt x="108875" y="762378"/>
                  <a:pt x="119865" y="739739"/>
                  <a:pt x="133564" y="719191"/>
                </a:cubicBezTo>
                <a:lnTo>
                  <a:pt x="154113" y="688369"/>
                </a:lnTo>
                <a:cubicBezTo>
                  <a:pt x="160962" y="667821"/>
                  <a:pt x="162646" y="644746"/>
                  <a:pt x="174661" y="626724"/>
                </a:cubicBezTo>
                <a:cubicBezTo>
                  <a:pt x="188360" y="606176"/>
                  <a:pt x="198294" y="582541"/>
                  <a:pt x="215757" y="565079"/>
                </a:cubicBezTo>
                <a:cubicBezTo>
                  <a:pt x="222607" y="558230"/>
                  <a:pt x="230255" y="552095"/>
                  <a:pt x="236306" y="544531"/>
                </a:cubicBezTo>
                <a:cubicBezTo>
                  <a:pt x="244020" y="534889"/>
                  <a:pt x="248723" y="523001"/>
                  <a:pt x="256854" y="513708"/>
                </a:cubicBezTo>
                <a:cubicBezTo>
                  <a:pt x="272801" y="495483"/>
                  <a:pt x="291101" y="479461"/>
                  <a:pt x="308225" y="462337"/>
                </a:cubicBezTo>
                <a:cubicBezTo>
                  <a:pt x="318499" y="452063"/>
                  <a:pt x="330987" y="443604"/>
                  <a:pt x="339047" y="431515"/>
                </a:cubicBezTo>
                <a:cubicBezTo>
                  <a:pt x="345897" y="421241"/>
                  <a:pt x="351392" y="409921"/>
                  <a:pt x="359596" y="400692"/>
                </a:cubicBezTo>
                <a:cubicBezTo>
                  <a:pt x="378902" y="378973"/>
                  <a:pt x="421241" y="339048"/>
                  <a:pt x="421241" y="339048"/>
                </a:cubicBezTo>
                <a:cubicBezTo>
                  <a:pt x="440890" y="280100"/>
                  <a:pt x="417444" y="335122"/>
                  <a:pt x="462337" y="277403"/>
                </a:cubicBezTo>
                <a:cubicBezTo>
                  <a:pt x="462356" y="277378"/>
                  <a:pt x="513699" y="200359"/>
                  <a:pt x="523982" y="184935"/>
                </a:cubicBezTo>
                <a:cubicBezTo>
                  <a:pt x="533313" y="170939"/>
                  <a:pt x="548816" y="143322"/>
                  <a:pt x="565079" y="133564"/>
                </a:cubicBezTo>
                <a:cubicBezTo>
                  <a:pt x="574365" y="127992"/>
                  <a:pt x="585627" y="126715"/>
                  <a:pt x="595901" y="123290"/>
                </a:cubicBezTo>
                <a:cubicBezTo>
                  <a:pt x="620243" y="98949"/>
                  <a:pt x="645927" y="75953"/>
                  <a:pt x="657546" y="41097"/>
                </a:cubicBezTo>
                <a:cubicBezTo>
                  <a:pt x="669352" y="5680"/>
                  <a:pt x="660162" y="17933"/>
                  <a:pt x="67809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DE24AF85-56DF-0D81-A87E-88BEDDE487B6}"/>
              </a:ext>
            </a:extLst>
          </p:cNvPr>
          <p:cNvSpPr/>
          <p:nvPr/>
        </p:nvSpPr>
        <p:spPr>
          <a:xfrm>
            <a:off x="13562541" y="13334742"/>
            <a:ext cx="196241" cy="41701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BA1310A-F41B-79AF-0272-ACC124F436EF}"/>
                  </a:ext>
                </a:extLst>
              </p:cNvPr>
              <p:cNvSpPr txBox="1"/>
              <p:nvPr/>
            </p:nvSpPr>
            <p:spPr>
              <a:xfrm>
                <a:off x="9689249" y="12230834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BA1310A-F41B-79AF-0272-ACC124F43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9249" y="12230834"/>
                <a:ext cx="896111" cy="588751"/>
              </a:xfrm>
              <a:prstGeom prst="rect">
                <a:avLst/>
              </a:prstGeom>
              <a:blipFill>
                <a:blip r:embed="rId103"/>
                <a:stretch>
                  <a:fillRect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194">
            <a:extLst>
              <a:ext uri="{FF2B5EF4-FFF2-40B4-BE49-F238E27FC236}">
                <a16:creationId xmlns:a16="http://schemas.microsoft.com/office/drawing/2014/main" id="{A8DBF297-37BE-3B85-266D-718C58C0C112}"/>
              </a:ext>
            </a:extLst>
          </p:cNvPr>
          <p:cNvSpPr/>
          <p:nvPr/>
        </p:nvSpPr>
        <p:spPr>
          <a:xfrm>
            <a:off x="20648567" y="1401940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15D1D90-2CD9-9649-FD0C-294D949E9ED3}"/>
              </a:ext>
            </a:extLst>
          </p:cNvPr>
          <p:cNvSpPr/>
          <p:nvPr/>
        </p:nvSpPr>
        <p:spPr>
          <a:xfrm>
            <a:off x="21588305" y="13879933"/>
            <a:ext cx="2029713" cy="388624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5575ED8F-1950-09F8-6F1D-BBB087644748}"/>
              </a:ext>
            </a:extLst>
          </p:cNvPr>
          <p:cNvSpPr/>
          <p:nvPr/>
        </p:nvSpPr>
        <p:spPr>
          <a:xfrm>
            <a:off x="21307856" y="1333043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E55A7C79-976E-5CB6-60C0-3286C30E4B5F}"/>
              </a:ext>
            </a:extLst>
          </p:cNvPr>
          <p:cNvCxnSpPr>
            <a:cxnSpLocks/>
          </p:cNvCxnSpPr>
          <p:nvPr/>
        </p:nvCxnSpPr>
        <p:spPr>
          <a:xfrm>
            <a:off x="21634630" y="13944879"/>
            <a:ext cx="0" cy="62118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74182C96-52BB-5684-254B-132224FE565D}"/>
              </a:ext>
            </a:extLst>
          </p:cNvPr>
          <p:cNvCxnSpPr>
            <a:cxnSpLocks/>
          </p:cNvCxnSpPr>
          <p:nvPr/>
        </p:nvCxnSpPr>
        <p:spPr>
          <a:xfrm>
            <a:off x="20734185" y="14138386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DCB99380-EB67-170A-9A45-EF606D912C91}"/>
                  </a:ext>
                </a:extLst>
              </p:cNvPr>
              <p:cNvSpPr txBox="1"/>
              <p:nvPr/>
            </p:nvSpPr>
            <p:spPr>
              <a:xfrm>
                <a:off x="20322533" y="1410192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DCB99380-EB67-170A-9A45-EF606D912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2533" y="14101922"/>
                <a:ext cx="568909" cy="478464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8C4D3005-97EF-D4C1-A270-F12418A81490}"/>
                  </a:ext>
                </a:extLst>
              </p:cNvPr>
              <p:cNvSpPr txBox="1"/>
              <p:nvPr/>
            </p:nvSpPr>
            <p:spPr>
              <a:xfrm>
                <a:off x="21048695" y="1404952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8C4D3005-97EF-D4C1-A270-F12418A81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8695" y="14049523"/>
                <a:ext cx="896111" cy="478464"/>
              </a:xfrm>
              <a:prstGeom prst="rect">
                <a:avLst/>
              </a:prstGeom>
              <a:blipFill>
                <a:blip r:embed="rId8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8B2E96C0-9037-8B53-7CE8-B55073AFA558}"/>
                  </a:ext>
                </a:extLst>
              </p:cNvPr>
              <p:cNvSpPr txBox="1"/>
              <p:nvPr/>
            </p:nvSpPr>
            <p:spPr>
              <a:xfrm>
                <a:off x="20513817" y="1331250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8B2E96C0-9037-8B53-7CE8-B55073AFA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13817" y="13312508"/>
                <a:ext cx="896111" cy="478464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6FB4365C-37AE-D0CB-956B-F3D40BD66788}"/>
                  </a:ext>
                </a:extLst>
              </p:cNvPr>
              <p:cNvSpPr txBox="1"/>
              <p:nvPr/>
            </p:nvSpPr>
            <p:spPr>
              <a:xfrm>
                <a:off x="18409170" y="18003835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=(2+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6FB4365C-37AE-D0CB-956B-F3D40BD66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09170" y="18003835"/>
                <a:ext cx="4799945" cy="533544"/>
              </a:xfrm>
              <a:prstGeom prst="rect">
                <a:avLst/>
              </a:prstGeom>
              <a:blipFill>
                <a:blip r:embed="rId106"/>
                <a:stretch>
                  <a:fillRect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F995AC1A-30CF-C917-92DA-C70D004546BA}"/>
                  </a:ext>
                </a:extLst>
              </p:cNvPr>
              <p:cNvSpPr txBox="1"/>
              <p:nvPr/>
            </p:nvSpPr>
            <p:spPr>
              <a:xfrm>
                <a:off x="19095255" y="18578418"/>
                <a:ext cx="4172975" cy="71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F995AC1A-30CF-C917-92DA-C70D00454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5255" y="18578418"/>
                <a:ext cx="4172975" cy="717376"/>
              </a:xfrm>
              <a:prstGeom prst="rect">
                <a:avLst/>
              </a:prstGeom>
              <a:blipFill>
                <a:blip r:embed="rId107"/>
                <a:stretch>
                  <a:fillRect l="-909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3" name="Freeform 212">
            <a:extLst>
              <a:ext uri="{FF2B5EF4-FFF2-40B4-BE49-F238E27FC236}">
                <a16:creationId xmlns:a16="http://schemas.microsoft.com/office/drawing/2014/main" id="{B4E34B97-46A8-8F79-6478-B8C35DA6A928}"/>
              </a:ext>
            </a:extLst>
          </p:cNvPr>
          <p:cNvSpPr/>
          <p:nvPr/>
        </p:nvSpPr>
        <p:spPr>
          <a:xfrm>
            <a:off x="20761142" y="13419877"/>
            <a:ext cx="574737" cy="66698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7423455A-BDD4-7128-DF59-45581B39484B}"/>
              </a:ext>
            </a:extLst>
          </p:cNvPr>
          <p:cNvSpPr/>
          <p:nvPr/>
        </p:nvSpPr>
        <p:spPr>
          <a:xfrm>
            <a:off x="21551969" y="1384699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C7CD456D-5343-E59F-A34F-F926BCB35A74}"/>
              </a:ext>
            </a:extLst>
          </p:cNvPr>
          <p:cNvSpPr/>
          <p:nvPr/>
        </p:nvSpPr>
        <p:spPr>
          <a:xfrm>
            <a:off x="20990236" y="13944874"/>
            <a:ext cx="1288790" cy="3829551"/>
          </a:xfrm>
          <a:custGeom>
            <a:avLst/>
            <a:gdLst>
              <a:gd name="connsiteX0" fmla="*/ 1438382 w 1438382"/>
              <a:gd name="connsiteY0" fmla="*/ 4274050 h 4274050"/>
              <a:gd name="connsiteX1" fmla="*/ 1037690 w 1438382"/>
              <a:gd name="connsiteY1" fmla="*/ 3503488 h 4274050"/>
              <a:gd name="connsiteX2" fmla="*/ 791110 w 1438382"/>
              <a:gd name="connsiteY2" fmla="*/ 3071973 h 4274050"/>
              <a:gd name="connsiteX3" fmla="*/ 534256 w 1438382"/>
              <a:gd name="connsiteY3" fmla="*/ 2517169 h 4274050"/>
              <a:gd name="connsiteX4" fmla="*/ 513708 w 1438382"/>
              <a:gd name="connsiteY4" fmla="*/ 2414427 h 4274050"/>
              <a:gd name="connsiteX5" fmla="*/ 503434 w 1438382"/>
              <a:gd name="connsiteY5" fmla="*/ 2383605 h 4274050"/>
              <a:gd name="connsiteX6" fmla="*/ 441789 w 1438382"/>
              <a:gd name="connsiteY6" fmla="*/ 2291137 h 4274050"/>
              <a:gd name="connsiteX7" fmla="*/ 431515 w 1438382"/>
              <a:gd name="connsiteY7" fmla="*/ 2260315 h 4274050"/>
              <a:gd name="connsiteX8" fmla="*/ 390418 w 1438382"/>
              <a:gd name="connsiteY8" fmla="*/ 2198670 h 4274050"/>
              <a:gd name="connsiteX9" fmla="*/ 369870 w 1438382"/>
              <a:gd name="connsiteY9" fmla="*/ 2167848 h 4274050"/>
              <a:gd name="connsiteX10" fmla="*/ 318499 w 1438382"/>
              <a:gd name="connsiteY10" fmla="*/ 2085654 h 4274050"/>
              <a:gd name="connsiteX11" fmla="*/ 287677 w 1438382"/>
              <a:gd name="connsiteY11" fmla="*/ 2003461 h 4274050"/>
              <a:gd name="connsiteX12" fmla="*/ 256854 w 1438382"/>
              <a:gd name="connsiteY12" fmla="*/ 1931542 h 4274050"/>
              <a:gd name="connsiteX13" fmla="*/ 236306 w 1438382"/>
              <a:gd name="connsiteY13" fmla="*/ 1849349 h 4274050"/>
              <a:gd name="connsiteX14" fmla="*/ 226032 w 1438382"/>
              <a:gd name="connsiteY14" fmla="*/ 1808252 h 4274050"/>
              <a:gd name="connsiteX15" fmla="*/ 215757 w 1438382"/>
              <a:gd name="connsiteY15" fmla="*/ 1756881 h 4274050"/>
              <a:gd name="connsiteX16" fmla="*/ 195209 w 1438382"/>
              <a:gd name="connsiteY16" fmla="*/ 1695236 h 4274050"/>
              <a:gd name="connsiteX17" fmla="*/ 164387 w 1438382"/>
              <a:gd name="connsiteY17" fmla="*/ 1664414 h 4274050"/>
              <a:gd name="connsiteX18" fmla="*/ 123290 w 1438382"/>
              <a:gd name="connsiteY18" fmla="*/ 1602769 h 4274050"/>
              <a:gd name="connsiteX19" fmla="*/ 102742 w 1438382"/>
              <a:gd name="connsiteY19" fmla="*/ 1541124 h 4274050"/>
              <a:gd name="connsiteX20" fmla="*/ 92468 w 1438382"/>
              <a:gd name="connsiteY20" fmla="*/ 1510301 h 4274050"/>
              <a:gd name="connsiteX21" fmla="*/ 41097 w 1438382"/>
              <a:gd name="connsiteY21" fmla="*/ 1397286 h 4274050"/>
              <a:gd name="connsiteX22" fmla="*/ 20549 w 1438382"/>
              <a:gd name="connsiteY22" fmla="*/ 1315092 h 4274050"/>
              <a:gd name="connsiteX23" fmla="*/ 10274 w 1438382"/>
              <a:gd name="connsiteY23" fmla="*/ 1273996 h 4274050"/>
              <a:gd name="connsiteX24" fmla="*/ 0 w 1438382"/>
              <a:gd name="connsiteY24" fmla="*/ 1232899 h 4274050"/>
              <a:gd name="connsiteX25" fmla="*/ 10274 w 1438382"/>
              <a:gd name="connsiteY25" fmla="*/ 873304 h 4274050"/>
              <a:gd name="connsiteX26" fmla="*/ 20549 w 1438382"/>
              <a:gd name="connsiteY26" fmla="*/ 842481 h 4274050"/>
              <a:gd name="connsiteX27" fmla="*/ 92468 w 1438382"/>
              <a:gd name="connsiteY27" fmla="*/ 780836 h 4274050"/>
              <a:gd name="connsiteX28" fmla="*/ 133564 w 1438382"/>
              <a:gd name="connsiteY28" fmla="*/ 719191 h 4274050"/>
              <a:gd name="connsiteX29" fmla="*/ 154113 w 1438382"/>
              <a:gd name="connsiteY29" fmla="*/ 688369 h 4274050"/>
              <a:gd name="connsiteX30" fmla="*/ 174661 w 1438382"/>
              <a:gd name="connsiteY30" fmla="*/ 626724 h 4274050"/>
              <a:gd name="connsiteX31" fmla="*/ 215757 w 1438382"/>
              <a:gd name="connsiteY31" fmla="*/ 565079 h 4274050"/>
              <a:gd name="connsiteX32" fmla="*/ 236306 w 1438382"/>
              <a:gd name="connsiteY32" fmla="*/ 544531 h 4274050"/>
              <a:gd name="connsiteX33" fmla="*/ 256854 w 1438382"/>
              <a:gd name="connsiteY33" fmla="*/ 513708 h 4274050"/>
              <a:gd name="connsiteX34" fmla="*/ 308225 w 1438382"/>
              <a:gd name="connsiteY34" fmla="*/ 462337 h 4274050"/>
              <a:gd name="connsiteX35" fmla="*/ 339047 w 1438382"/>
              <a:gd name="connsiteY35" fmla="*/ 431515 h 4274050"/>
              <a:gd name="connsiteX36" fmla="*/ 359596 w 1438382"/>
              <a:gd name="connsiteY36" fmla="*/ 400692 h 4274050"/>
              <a:gd name="connsiteX37" fmla="*/ 421241 w 1438382"/>
              <a:gd name="connsiteY37" fmla="*/ 339048 h 4274050"/>
              <a:gd name="connsiteX38" fmla="*/ 462337 w 1438382"/>
              <a:gd name="connsiteY38" fmla="*/ 277403 h 4274050"/>
              <a:gd name="connsiteX39" fmla="*/ 523982 w 1438382"/>
              <a:gd name="connsiteY39" fmla="*/ 184935 h 4274050"/>
              <a:gd name="connsiteX40" fmla="*/ 565079 w 1438382"/>
              <a:gd name="connsiteY40" fmla="*/ 133564 h 4274050"/>
              <a:gd name="connsiteX41" fmla="*/ 595901 w 1438382"/>
              <a:gd name="connsiteY41" fmla="*/ 123290 h 4274050"/>
              <a:gd name="connsiteX42" fmla="*/ 657546 w 1438382"/>
              <a:gd name="connsiteY42" fmla="*/ 41097 h 4274050"/>
              <a:gd name="connsiteX43" fmla="*/ 678095 w 1438382"/>
              <a:gd name="connsiteY43" fmla="*/ 0 h 427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438382" h="4274050">
                <a:moveTo>
                  <a:pt x="1438382" y="4274050"/>
                </a:moveTo>
                <a:cubicBezTo>
                  <a:pt x="1258998" y="3887684"/>
                  <a:pt x="1300939" y="3960302"/>
                  <a:pt x="1037690" y="3503488"/>
                </a:cubicBezTo>
                <a:cubicBezTo>
                  <a:pt x="824859" y="3134163"/>
                  <a:pt x="1134449" y="3775399"/>
                  <a:pt x="791110" y="3071973"/>
                </a:cubicBezTo>
                <a:cubicBezTo>
                  <a:pt x="701720" y="2888832"/>
                  <a:pt x="534256" y="2517169"/>
                  <a:pt x="534256" y="2517169"/>
                </a:cubicBezTo>
                <a:cubicBezTo>
                  <a:pt x="527407" y="2482922"/>
                  <a:pt x="524752" y="2447560"/>
                  <a:pt x="513708" y="2414427"/>
                </a:cubicBezTo>
                <a:cubicBezTo>
                  <a:pt x="510283" y="2404153"/>
                  <a:pt x="508807" y="2393008"/>
                  <a:pt x="503434" y="2383605"/>
                </a:cubicBezTo>
                <a:cubicBezTo>
                  <a:pt x="434606" y="2263157"/>
                  <a:pt x="511769" y="2431099"/>
                  <a:pt x="441789" y="2291137"/>
                </a:cubicBezTo>
                <a:cubicBezTo>
                  <a:pt x="436946" y="2281451"/>
                  <a:pt x="436774" y="2269782"/>
                  <a:pt x="431515" y="2260315"/>
                </a:cubicBezTo>
                <a:cubicBezTo>
                  <a:pt x="419521" y="2238727"/>
                  <a:pt x="404117" y="2219218"/>
                  <a:pt x="390418" y="2198670"/>
                </a:cubicBezTo>
                <a:cubicBezTo>
                  <a:pt x="383569" y="2188396"/>
                  <a:pt x="375392" y="2178892"/>
                  <a:pt x="369870" y="2167848"/>
                </a:cubicBezTo>
                <a:cubicBezTo>
                  <a:pt x="341664" y="2111435"/>
                  <a:pt x="358512" y="2139004"/>
                  <a:pt x="318499" y="2085654"/>
                </a:cubicBezTo>
                <a:cubicBezTo>
                  <a:pt x="292129" y="1980174"/>
                  <a:pt x="327969" y="2110906"/>
                  <a:pt x="287677" y="2003461"/>
                </a:cubicBezTo>
                <a:cubicBezTo>
                  <a:pt x="259244" y="1927641"/>
                  <a:pt x="298494" y="1994002"/>
                  <a:pt x="256854" y="1931542"/>
                </a:cubicBezTo>
                <a:cubicBezTo>
                  <a:pt x="238495" y="1876464"/>
                  <a:pt x="252836" y="1923736"/>
                  <a:pt x="236306" y="1849349"/>
                </a:cubicBezTo>
                <a:cubicBezTo>
                  <a:pt x="233243" y="1835565"/>
                  <a:pt x="229095" y="1822036"/>
                  <a:pt x="226032" y="1808252"/>
                </a:cubicBezTo>
                <a:cubicBezTo>
                  <a:pt x="222244" y="1791205"/>
                  <a:pt x="220352" y="1773728"/>
                  <a:pt x="215757" y="1756881"/>
                </a:cubicBezTo>
                <a:cubicBezTo>
                  <a:pt x="210058" y="1735984"/>
                  <a:pt x="210525" y="1710552"/>
                  <a:pt x="195209" y="1695236"/>
                </a:cubicBezTo>
                <a:cubicBezTo>
                  <a:pt x="184935" y="1684962"/>
                  <a:pt x="173307" y="1675883"/>
                  <a:pt x="164387" y="1664414"/>
                </a:cubicBezTo>
                <a:cubicBezTo>
                  <a:pt x="149225" y="1644920"/>
                  <a:pt x="123290" y="1602769"/>
                  <a:pt x="123290" y="1602769"/>
                </a:cubicBezTo>
                <a:lnTo>
                  <a:pt x="102742" y="1541124"/>
                </a:lnTo>
                <a:cubicBezTo>
                  <a:pt x="99317" y="1530850"/>
                  <a:pt x="97311" y="1519988"/>
                  <a:pt x="92468" y="1510301"/>
                </a:cubicBezTo>
                <a:cubicBezTo>
                  <a:pt x="69112" y="1463589"/>
                  <a:pt x="53073" y="1441199"/>
                  <a:pt x="41097" y="1397286"/>
                </a:cubicBezTo>
                <a:cubicBezTo>
                  <a:pt x="33666" y="1370040"/>
                  <a:pt x="27399" y="1342490"/>
                  <a:pt x="20549" y="1315092"/>
                </a:cubicBezTo>
                <a:lnTo>
                  <a:pt x="10274" y="1273996"/>
                </a:lnTo>
                <a:lnTo>
                  <a:pt x="0" y="1232899"/>
                </a:lnTo>
                <a:cubicBezTo>
                  <a:pt x="3425" y="1113034"/>
                  <a:pt x="3971" y="993052"/>
                  <a:pt x="10274" y="873304"/>
                </a:cubicBezTo>
                <a:cubicBezTo>
                  <a:pt x="10843" y="862489"/>
                  <a:pt x="14541" y="851492"/>
                  <a:pt x="20549" y="842481"/>
                </a:cubicBezTo>
                <a:cubicBezTo>
                  <a:pt x="50974" y="796844"/>
                  <a:pt x="54486" y="823567"/>
                  <a:pt x="92468" y="780836"/>
                </a:cubicBezTo>
                <a:cubicBezTo>
                  <a:pt x="108875" y="762378"/>
                  <a:pt x="119865" y="739739"/>
                  <a:pt x="133564" y="719191"/>
                </a:cubicBezTo>
                <a:lnTo>
                  <a:pt x="154113" y="688369"/>
                </a:lnTo>
                <a:cubicBezTo>
                  <a:pt x="160962" y="667821"/>
                  <a:pt x="162646" y="644746"/>
                  <a:pt x="174661" y="626724"/>
                </a:cubicBezTo>
                <a:cubicBezTo>
                  <a:pt x="188360" y="606176"/>
                  <a:pt x="198294" y="582541"/>
                  <a:pt x="215757" y="565079"/>
                </a:cubicBezTo>
                <a:cubicBezTo>
                  <a:pt x="222607" y="558230"/>
                  <a:pt x="230255" y="552095"/>
                  <a:pt x="236306" y="544531"/>
                </a:cubicBezTo>
                <a:cubicBezTo>
                  <a:pt x="244020" y="534889"/>
                  <a:pt x="248723" y="523001"/>
                  <a:pt x="256854" y="513708"/>
                </a:cubicBezTo>
                <a:cubicBezTo>
                  <a:pt x="272801" y="495483"/>
                  <a:pt x="291101" y="479461"/>
                  <a:pt x="308225" y="462337"/>
                </a:cubicBezTo>
                <a:cubicBezTo>
                  <a:pt x="318499" y="452063"/>
                  <a:pt x="330987" y="443604"/>
                  <a:pt x="339047" y="431515"/>
                </a:cubicBezTo>
                <a:cubicBezTo>
                  <a:pt x="345897" y="421241"/>
                  <a:pt x="351392" y="409921"/>
                  <a:pt x="359596" y="400692"/>
                </a:cubicBezTo>
                <a:cubicBezTo>
                  <a:pt x="378902" y="378973"/>
                  <a:pt x="421241" y="339048"/>
                  <a:pt x="421241" y="339048"/>
                </a:cubicBezTo>
                <a:cubicBezTo>
                  <a:pt x="440890" y="280100"/>
                  <a:pt x="417444" y="335122"/>
                  <a:pt x="462337" y="277403"/>
                </a:cubicBezTo>
                <a:cubicBezTo>
                  <a:pt x="462356" y="277378"/>
                  <a:pt x="513699" y="200359"/>
                  <a:pt x="523982" y="184935"/>
                </a:cubicBezTo>
                <a:cubicBezTo>
                  <a:pt x="533313" y="170939"/>
                  <a:pt x="548816" y="143322"/>
                  <a:pt x="565079" y="133564"/>
                </a:cubicBezTo>
                <a:cubicBezTo>
                  <a:pt x="574365" y="127992"/>
                  <a:pt x="585627" y="126715"/>
                  <a:pt x="595901" y="123290"/>
                </a:cubicBezTo>
                <a:cubicBezTo>
                  <a:pt x="620243" y="98949"/>
                  <a:pt x="645927" y="75953"/>
                  <a:pt x="657546" y="41097"/>
                </a:cubicBezTo>
                <a:cubicBezTo>
                  <a:pt x="669352" y="5680"/>
                  <a:pt x="660162" y="17933"/>
                  <a:pt x="67809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5F990E77-56F1-0A06-C6B5-0432083E0089}"/>
              </a:ext>
            </a:extLst>
          </p:cNvPr>
          <p:cNvSpPr/>
          <p:nvPr/>
        </p:nvSpPr>
        <p:spPr>
          <a:xfrm>
            <a:off x="21412539" y="13443754"/>
            <a:ext cx="196241" cy="41701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07A7C29C-8501-AA6D-E09B-0AD3A50E9FD9}"/>
              </a:ext>
            </a:extLst>
          </p:cNvPr>
          <p:cNvSpPr/>
          <p:nvPr/>
        </p:nvSpPr>
        <p:spPr>
          <a:xfrm>
            <a:off x="18409434" y="14086862"/>
            <a:ext cx="2324758" cy="3688755"/>
          </a:xfrm>
          <a:custGeom>
            <a:avLst/>
            <a:gdLst>
              <a:gd name="connsiteX0" fmla="*/ 0 w 2505700"/>
              <a:gd name="connsiteY0" fmla="*/ 3966358 h 3966358"/>
              <a:gd name="connsiteX1" fmla="*/ 534389 w 2505700"/>
              <a:gd name="connsiteY1" fmla="*/ 3040083 h 3966358"/>
              <a:gd name="connsiteX2" fmla="*/ 831272 w 2505700"/>
              <a:gd name="connsiteY2" fmla="*/ 2481943 h 3966358"/>
              <a:gd name="connsiteX3" fmla="*/ 878774 w 2505700"/>
              <a:gd name="connsiteY3" fmla="*/ 2339439 h 3966358"/>
              <a:gd name="connsiteX4" fmla="*/ 1318161 w 2505700"/>
              <a:gd name="connsiteY4" fmla="*/ 1615044 h 3966358"/>
              <a:gd name="connsiteX5" fmla="*/ 1484415 w 2505700"/>
              <a:gd name="connsiteY5" fmla="*/ 1413163 h 3966358"/>
              <a:gd name="connsiteX6" fmla="*/ 1520041 w 2505700"/>
              <a:gd name="connsiteY6" fmla="*/ 1330036 h 3966358"/>
              <a:gd name="connsiteX7" fmla="*/ 1555667 w 2505700"/>
              <a:gd name="connsiteY7" fmla="*/ 1258784 h 3966358"/>
              <a:gd name="connsiteX8" fmla="*/ 1567542 w 2505700"/>
              <a:gd name="connsiteY8" fmla="*/ 1223158 h 3966358"/>
              <a:gd name="connsiteX9" fmla="*/ 1876301 w 2505700"/>
              <a:gd name="connsiteY9" fmla="*/ 712519 h 3966358"/>
              <a:gd name="connsiteX10" fmla="*/ 1911927 w 2505700"/>
              <a:gd name="connsiteY10" fmla="*/ 617517 h 3966358"/>
              <a:gd name="connsiteX11" fmla="*/ 1935677 w 2505700"/>
              <a:gd name="connsiteY11" fmla="*/ 581891 h 3966358"/>
              <a:gd name="connsiteX12" fmla="*/ 2066306 w 2505700"/>
              <a:gd name="connsiteY12" fmla="*/ 344384 h 3966358"/>
              <a:gd name="connsiteX13" fmla="*/ 2101932 w 2505700"/>
              <a:gd name="connsiteY13" fmla="*/ 320633 h 3966358"/>
              <a:gd name="connsiteX14" fmla="*/ 2375064 w 2505700"/>
              <a:gd name="connsiteY14" fmla="*/ 95002 h 3966358"/>
              <a:gd name="connsiteX15" fmla="*/ 2505693 w 2505700"/>
              <a:gd name="connsiteY15" fmla="*/ 0 h 396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05700" h="3966358">
                <a:moveTo>
                  <a:pt x="0" y="3966358"/>
                </a:moveTo>
                <a:cubicBezTo>
                  <a:pt x="178130" y="3657600"/>
                  <a:pt x="360223" y="3351094"/>
                  <a:pt x="534389" y="3040083"/>
                </a:cubicBezTo>
                <a:cubicBezTo>
                  <a:pt x="637352" y="2856221"/>
                  <a:pt x="764633" y="2681858"/>
                  <a:pt x="831272" y="2481943"/>
                </a:cubicBezTo>
                <a:cubicBezTo>
                  <a:pt x="847106" y="2434442"/>
                  <a:pt x="854255" y="2383095"/>
                  <a:pt x="878774" y="2339439"/>
                </a:cubicBezTo>
                <a:cubicBezTo>
                  <a:pt x="1017070" y="2093206"/>
                  <a:pt x="1138630" y="1833047"/>
                  <a:pt x="1318161" y="1615044"/>
                </a:cubicBezTo>
                <a:cubicBezTo>
                  <a:pt x="1373579" y="1547750"/>
                  <a:pt x="1434026" y="1484301"/>
                  <a:pt x="1484415" y="1413163"/>
                </a:cubicBezTo>
                <a:cubicBezTo>
                  <a:pt x="1501840" y="1388563"/>
                  <a:pt x="1507408" y="1357408"/>
                  <a:pt x="1520041" y="1330036"/>
                </a:cubicBezTo>
                <a:cubicBezTo>
                  <a:pt x="1531169" y="1305926"/>
                  <a:pt x="1544882" y="1283049"/>
                  <a:pt x="1555667" y="1258784"/>
                </a:cubicBezTo>
                <a:cubicBezTo>
                  <a:pt x="1560751" y="1247345"/>
                  <a:pt x="1561206" y="1233953"/>
                  <a:pt x="1567542" y="1223158"/>
                </a:cubicBezTo>
                <a:cubicBezTo>
                  <a:pt x="1668230" y="1051615"/>
                  <a:pt x="1806459" y="898763"/>
                  <a:pt x="1876301" y="712519"/>
                </a:cubicBezTo>
                <a:cubicBezTo>
                  <a:pt x="1888176" y="680852"/>
                  <a:pt x="1897932" y="648306"/>
                  <a:pt x="1911927" y="617517"/>
                </a:cubicBezTo>
                <a:cubicBezTo>
                  <a:pt x="1917833" y="604524"/>
                  <a:pt x="1928654" y="594316"/>
                  <a:pt x="1935677" y="581891"/>
                </a:cubicBezTo>
                <a:cubicBezTo>
                  <a:pt x="1980136" y="503233"/>
                  <a:pt x="2017798" y="420612"/>
                  <a:pt x="2066306" y="344384"/>
                </a:cubicBezTo>
                <a:cubicBezTo>
                  <a:pt x="2073969" y="332343"/>
                  <a:pt x="2090829" y="329601"/>
                  <a:pt x="2101932" y="320633"/>
                </a:cubicBezTo>
                <a:cubicBezTo>
                  <a:pt x="2193800" y="246432"/>
                  <a:pt x="2281257" y="166737"/>
                  <a:pt x="2375064" y="95002"/>
                </a:cubicBezTo>
                <a:cubicBezTo>
                  <a:pt x="2509032" y="-7444"/>
                  <a:pt x="2505693" y="64806"/>
                  <a:pt x="250569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CD561762-1455-039D-AD7A-2726DD77D024}"/>
              </a:ext>
            </a:extLst>
          </p:cNvPr>
          <p:cNvSpPr/>
          <p:nvPr/>
        </p:nvSpPr>
        <p:spPr>
          <a:xfrm>
            <a:off x="19984192" y="14104725"/>
            <a:ext cx="979089" cy="3660258"/>
          </a:xfrm>
          <a:custGeom>
            <a:avLst/>
            <a:gdLst>
              <a:gd name="connsiteX0" fmla="*/ 902524 w 1092734"/>
              <a:gd name="connsiteY0" fmla="*/ 4085112 h 4085112"/>
              <a:gd name="connsiteX1" fmla="*/ 819397 w 1092734"/>
              <a:gd name="connsiteY1" fmla="*/ 3942608 h 4085112"/>
              <a:gd name="connsiteX2" fmla="*/ 783771 w 1092734"/>
              <a:gd name="connsiteY2" fmla="*/ 3835730 h 4085112"/>
              <a:gd name="connsiteX3" fmla="*/ 760020 w 1092734"/>
              <a:gd name="connsiteY3" fmla="*/ 3776353 h 4085112"/>
              <a:gd name="connsiteX4" fmla="*/ 736270 w 1092734"/>
              <a:gd name="connsiteY4" fmla="*/ 3693226 h 4085112"/>
              <a:gd name="connsiteX5" fmla="*/ 712519 w 1092734"/>
              <a:gd name="connsiteY5" fmla="*/ 3562597 h 4085112"/>
              <a:gd name="connsiteX6" fmla="*/ 676893 w 1092734"/>
              <a:gd name="connsiteY6" fmla="*/ 3479470 h 4085112"/>
              <a:gd name="connsiteX7" fmla="*/ 653142 w 1092734"/>
              <a:gd name="connsiteY7" fmla="*/ 3408218 h 4085112"/>
              <a:gd name="connsiteX8" fmla="*/ 570015 w 1092734"/>
              <a:gd name="connsiteY8" fmla="*/ 3289465 h 4085112"/>
              <a:gd name="connsiteX9" fmla="*/ 522514 w 1092734"/>
              <a:gd name="connsiteY9" fmla="*/ 3218213 h 4085112"/>
              <a:gd name="connsiteX10" fmla="*/ 498763 w 1092734"/>
              <a:gd name="connsiteY10" fmla="*/ 3182587 h 4085112"/>
              <a:gd name="connsiteX11" fmla="*/ 475013 w 1092734"/>
              <a:gd name="connsiteY11" fmla="*/ 3135086 h 4085112"/>
              <a:gd name="connsiteX12" fmla="*/ 463137 w 1092734"/>
              <a:gd name="connsiteY12" fmla="*/ 3099460 h 4085112"/>
              <a:gd name="connsiteX13" fmla="*/ 403761 w 1092734"/>
              <a:gd name="connsiteY13" fmla="*/ 3028208 h 4085112"/>
              <a:gd name="connsiteX14" fmla="*/ 332509 w 1092734"/>
              <a:gd name="connsiteY14" fmla="*/ 2921330 h 4085112"/>
              <a:gd name="connsiteX15" fmla="*/ 308758 w 1092734"/>
              <a:gd name="connsiteY15" fmla="*/ 2885704 h 4085112"/>
              <a:gd name="connsiteX16" fmla="*/ 285007 w 1092734"/>
              <a:gd name="connsiteY16" fmla="*/ 2850078 h 4085112"/>
              <a:gd name="connsiteX17" fmla="*/ 261257 w 1092734"/>
              <a:gd name="connsiteY17" fmla="*/ 2766951 h 4085112"/>
              <a:gd name="connsiteX18" fmla="*/ 237506 w 1092734"/>
              <a:gd name="connsiteY18" fmla="*/ 2695699 h 4085112"/>
              <a:gd name="connsiteX19" fmla="*/ 178129 w 1092734"/>
              <a:gd name="connsiteY19" fmla="*/ 2624447 h 4085112"/>
              <a:gd name="connsiteX20" fmla="*/ 95002 w 1092734"/>
              <a:gd name="connsiteY20" fmla="*/ 2517569 h 4085112"/>
              <a:gd name="connsiteX21" fmla="*/ 83127 w 1092734"/>
              <a:gd name="connsiteY21" fmla="*/ 2481943 h 4085112"/>
              <a:gd name="connsiteX22" fmla="*/ 35626 w 1092734"/>
              <a:gd name="connsiteY22" fmla="*/ 2410691 h 4085112"/>
              <a:gd name="connsiteX23" fmla="*/ 0 w 1092734"/>
              <a:gd name="connsiteY23" fmla="*/ 2339439 h 4085112"/>
              <a:gd name="connsiteX24" fmla="*/ 35626 w 1092734"/>
              <a:gd name="connsiteY24" fmla="*/ 2161309 h 4085112"/>
              <a:gd name="connsiteX25" fmla="*/ 59376 w 1092734"/>
              <a:gd name="connsiteY25" fmla="*/ 2125683 h 4085112"/>
              <a:gd name="connsiteX26" fmla="*/ 83127 w 1092734"/>
              <a:gd name="connsiteY26" fmla="*/ 2054431 h 4085112"/>
              <a:gd name="connsiteX27" fmla="*/ 106877 w 1092734"/>
              <a:gd name="connsiteY27" fmla="*/ 1983179 h 4085112"/>
              <a:gd name="connsiteX28" fmla="*/ 118753 w 1092734"/>
              <a:gd name="connsiteY28" fmla="*/ 1947553 h 4085112"/>
              <a:gd name="connsiteX29" fmla="*/ 190005 w 1092734"/>
              <a:gd name="connsiteY29" fmla="*/ 1828800 h 4085112"/>
              <a:gd name="connsiteX30" fmla="*/ 225631 w 1092734"/>
              <a:gd name="connsiteY30" fmla="*/ 1793174 h 4085112"/>
              <a:gd name="connsiteX31" fmla="*/ 249381 w 1092734"/>
              <a:gd name="connsiteY31" fmla="*/ 1745673 h 4085112"/>
              <a:gd name="connsiteX32" fmla="*/ 296883 w 1092734"/>
              <a:gd name="connsiteY32" fmla="*/ 1674421 h 4085112"/>
              <a:gd name="connsiteX33" fmla="*/ 320633 w 1092734"/>
              <a:gd name="connsiteY33" fmla="*/ 1638795 h 4085112"/>
              <a:gd name="connsiteX34" fmla="*/ 344384 w 1092734"/>
              <a:gd name="connsiteY34" fmla="*/ 1603169 h 4085112"/>
              <a:gd name="connsiteX35" fmla="*/ 368135 w 1092734"/>
              <a:gd name="connsiteY35" fmla="*/ 1567543 h 4085112"/>
              <a:gd name="connsiteX36" fmla="*/ 403761 w 1092734"/>
              <a:gd name="connsiteY36" fmla="*/ 1484416 h 4085112"/>
              <a:gd name="connsiteX37" fmla="*/ 427511 w 1092734"/>
              <a:gd name="connsiteY37" fmla="*/ 1448790 h 4085112"/>
              <a:gd name="connsiteX38" fmla="*/ 451262 w 1092734"/>
              <a:gd name="connsiteY38" fmla="*/ 1377538 h 4085112"/>
              <a:gd name="connsiteX39" fmla="*/ 486888 w 1092734"/>
              <a:gd name="connsiteY39" fmla="*/ 1389413 h 4085112"/>
              <a:gd name="connsiteX40" fmla="*/ 522514 w 1092734"/>
              <a:gd name="connsiteY40" fmla="*/ 1353787 h 4085112"/>
              <a:gd name="connsiteX41" fmla="*/ 617516 w 1092734"/>
              <a:gd name="connsiteY41" fmla="*/ 1294410 h 4085112"/>
              <a:gd name="connsiteX42" fmla="*/ 653142 w 1092734"/>
              <a:gd name="connsiteY42" fmla="*/ 1258785 h 4085112"/>
              <a:gd name="connsiteX43" fmla="*/ 724394 w 1092734"/>
              <a:gd name="connsiteY43" fmla="*/ 1211283 h 4085112"/>
              <a:gd name="connsiteX44" fmla="*/ 760020 w 1092734"/>
              <a:gd name="connsiteY44" fmla="*/ 1187533 h 4085112"/>
              <a:gd name="connsiteX45" fmla="*/ 807522 w 1092734"/>
              <a:gd name="connsiteY45" fmla="*/ 1080655 h 4085112"/>
              <a:gd name="connsiteX46" fmla="*/ 819397 w 1092734"/>
              <a:gd name="connsiteY46" fmla="*/ 1045029 h 4085112"/>
              <a:gd name="connsiteX47" fmla="*/ 843148 w 1092734"/>
              <a:gd name="connsiteY47" fmla="*/ 902525 h 4085112"/>
              <a:gd name="connsiteX48" fmla="*/ 866898 w 1092734"/>
              <a:gd name="connsiteY48" fmla="*/ 831273 h 4085112"/>
              <a:gd name="connsiteX49" fmla="*/ 878774 w 1092734"/>
              <a:gd name="connsiteY49" fmla="*/ 795647 h 4085112"/>
              <a:gd name="connsiteX50" fmla="*/ 902524 w 1092734"/>
              <a:gd name="connsiteY50" fmla="*/ 712520 h 4085112"/>
              <a:gd name="connsiteX51" fmla="*/ 950026 w 1092734"/>
              <a:gd name="connsiteY51" fmla="*/ 641268 h 4085112"/>
              <a:gd name="connsiteX52" fmla="*/ 973776 w 1092734"/>
              <a:gd name="connsiteY52" fmla="*/ 605642 h 4085112"/>
              <a:gd name="connsiteX53" fmla="*/ 1009402 w 1092734"/>
              <a:gd name="connsiteY53" fmla="*/ 534390 h 4085112"/>
              <a:gd name="connsiteX54" fmla="*/ 1045028 w 1092734"/>
              <a:gd name="connsiteY54" fmla="*/ 510639 h 4085112"/>
              <a:gd name="connsiteX55" fmla="*/ 1080654 w 1092734"/>
              <a:gd name="connsiteY55" fmla="*/ 498764 h 4085112"/>
              <a:gd name="connsiteX56" fmla="*/ 1080654 w 1092734"/>
              <a:gd name="connsiteY56" fmla="*/ 415636 h 4085112"/>
              <a:gd name="connsiteX57" fmla="*/ 1068779 w 1092734"/>
              <a:gd name="connsiteY57" fmla="*/ 380010 h 4085112"/>
              <a:gd name="connsiteX58" fmla="*/ 1033153 w 1092734"/>
              <a:gd name="connsiteY58" fmla="*/ 356260 h 4085112"/>
              <a:gd name="connsiteX59" fmla="*/ 950026 w 1092734"/>
              <a:gd name="connsiteY59" fmla="*/ 261257 h 4085112"/>
              <a:gd name="connsiteX60" fmla="*/ 902524 w 1092734"/>
              <a:gd name="connsiteY60" fmla="*/ 190005 h 4085112"/>
              <a:gd name="connsiteX61" fmla="*/ 878774 w 1092734"/>
              <a:gd name="connsiteY61" fmla="*/ 118753 h 4085112"/>
              <a:gd name="connsiteX62" fmla="*/ 866898 w 1092734"/>
              <a:gd name="connsiteY62" fmla="*/ 83127 h 4085112"/>
              <a:gd name="connsiteX63" fmla="*/ 843148 w 1092734"/>
              <a:gd name="connsiteY63" fmla="*/ 47501 h 4085112"/>
              <a:gd name="connsiteX64" fmla="*/ 807522 w 1092734"/>
              <a:gd name="connsiteY64" fmla="*/ 0 h 4085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092734" h="4085112">
                <a:moveTo>
                  <a:pt x="902524" y="4085112"/>
                </a:moveTo>
                <a:cubicBezTo>
                  <a:pt x="884970" y="4057025"/>
                  <a:pt x="835576" y="3984673"/>
                  <a:pt x="819397" y="3942608"/>
                </a:cubicBezTo>
                <a:cubicBezTo>
                  <a:pt x="805916" y="3907558"/>
                  <a:pt x="797718" y="3870597"/>
                  <a:pt x="783771" y="3835730"/>
                </a:cubicBezTo>
                <a:cubicBezTo>
                  <a:pt x="775854" y="3815938"/>
                  <a:pt x="767505" y="3796313"/>
                  <a:pt x="760020" y="3776353"/>
                </a:cubicBezTo>
                <a:cubicBezTo>
                  <a:pt x="750319" y="3750483"/>
                  <a:pt x="741617" y="3719962"/>
                  <a:pt x="736270" y="3693226"/>
                </a:cubicBezTo>
                <a:cubicBezTo>
                  <a:pt x="725686" y="3640309"/>
                  <a:pt x="725251" y="3613526"/>
                  <a:pt x="712519" y="3562597"/>
                </a:cubicBezTo>
                <a:cubicBezTo>
                  <a:pt x="699778" y="3511633"/>
                  <a:pt x="699549" y="3536110"/>
                  <a:pt x="676893" y="3479470"/>
                </a:cubicBezTo>
                <a:cubicBezTo>
                  <a:pt x="667595" y="3456225"/>
                  <a:pt x="667499" y="3428728"/>
                  <a:pt x="653142" y="3408218"/>
                </a:cubicBezTo>
                <a:lnTo>
                  <a:pt x="570015" y="3289465"/>
                </a:lnTo>
                <a:cubicBezTo>
                  <a:pt x="553767" y="3265996"/>
                  <a:pt x="538348" y="3241964"/>
                  <a:pt x="522514" y="3218213"/>
                </a:cubicBezTo>
                <a:cubicBezTo>
                  <a:pt x="514597" y="3206338"/>
                  <a:pt x="505146" y="3195353"/>
                  <a:pt x="498763" y="3182587"/>
                </a:cubicBezTo>
                <a:cubicBezTo>
                  <a:pt x="490846" y="3166753"/>
                  <a:pt x="481986" y="3151357"/>
                  <a:pt x="475013" y="3135086"/>
                </a:cubicBezTo>
                <a:cubicBezTo>
                  <a:pt x="470082" y="3123580"/>
                  <a:pt x="468735" y="3110656"/>
                  <a:pt x="463137" y="3099460"/>
                </a:cubicBezTo>
                <a:cubicBezTo>
                  <a:pt x="437675" y="3048536"/>
                  <a:pt x="440532" y="3075485"/>
                  <a:pt x="403761" y="3028208"/>
                </a:cubicBezTo>
                <a:cubicBezTo>
                  <a:pt x="403741" y="3028183"/>
                  <a:pt x="344393" y="2939157"/>
                  <a:pt x="332509" y="2921330"/>
                </a:cubicBezTo>
                <a:lnTo>
                  <a:pt x="308758" y="2885704"/>
                </a:lnTo>
                <a:lnTo>
                  <a:pt x="285007" y="2850078"/>
                </a:lnTo>
                <a:cubicBezTo>
                  <a:pt x="245089" y="2730320"/>
                  <a:pt x="306002" y="2916102"/>
                  <a:pt x="261257" y="2766951"/>
                </a:cubicBezTo>
                <a:cubicBezTo>
                  <a:pt x="254063" y="2742971"/>
                  <a:pt x="251393" y="2716530"/>
                  <a:pt x="237506" y="2695699"/>
                </a:cubicBezTo>
                <a:cubicBezTo>
                  <a:pt x="152628" y="2568383"/>
                  <a:pt x="284813" y="2761613"/>
                  <a:pt x="178129" y="2624447"/>
                </a:cubicBezTo>
                <a:cubicBezTo>
                  <a:pt x="78699" y="2496608"/>
                  <a:pt x="175883" y="2598450"/>
                  <a:pt x="95002" y="2517569"/>
                </a:cubicBezTo>
                <a:cubicBezTo>
                  <a:pt x="91044" y="2505694"/>
                  <a:pt x="89206" y="2492885"/>
                  <a:pt x="83127" y="2481943"/>
                </a:cubicBezTo>
                <a:cubicBezTo>
                  <a:pt x="69265" y="2456990"/>
                  <a:pt x="44653" y="2437771"/>
                  <a:pt x="35626" y="2410691"/>
                </a:cubicBezTo>
                <a:cubicBezTo>
                  <a:pt x="19236" y="2361525"/>
                  <a:pt x="30693" y="2385481"/>
                  <a:pt x="0" y="2339439"/>
                </a:cubicBezTo>
                <a:cubicBezTo>
                  <a:pt x="4593" y="2298098"/>
                  <a:pt x="7556" y="2203415"/>
                  <a:pt x="35626" y="2161309"/>
                </a:cubicBezTo>
                <a:cubicBezTo>
                  <a:pt x="43543" y="2149434"/>
                  <a:pt x="53580" y="2138725"/>
                  <a:pt x="59376" y="2125683"/>
                </a:cubicBezTo>
                <a:cubicBezTo>
                  <a:pt x="69544" y="2102805"/>
                  <a:pt x="75210" y="2078182"/>
                  <a:pt x="83127" y="2054431"/>
                </a:cubicBezTo>
                <a:lnTo>
                  <a:pt x="106877" y="1983179"/>
                </a:lnTo>
                <a:cubicBezTo>
                  <a:pt x="110836" y="1971304"/>
                  <a:pt x="113155" y="1958749"/>
                  <a:pt x="118753" y="1947553"/>
                </a:cubicBezTo>
                <a:cubicBezTo>
                  <a:pt x="137496" y="1910067"/>
                  <a:pt x="161342" y="1857463"/>
                  <a:pt x="190005" y="1828800"/>
                </a:cubicBezTo>
                <a:lnTo>
                  <a:pt x="225631" y="1793174"/>
                </a:lnTo>
                <a:cubicBezTo>
                  <a:pt x="233548" y="1777340"/>
                  <a:pt x="240273" y="1760853"/>
                  <a:pt x="249381" y="1745673"/>
                </a:cubicBezTo>
                <a:cubicBezTo>
                  <a:pt x="264067" y="1721196"/>
                  <a:pt x="281049" y="1698172"/>
                  <a:pt x="296883" y="1674421"/>
                </a:cubicBezTo>
                <a:lnTo>
                  <a:pt x="320633" y="1638795"/>
                </a:lnTo>
                <a:lnTo>
                  <a:pt x="344384" y="1603169"/>
                </a:lnTo>
                <a:lnTo>
                  <a:pt x="368135" y="1567543"/>
                </a:lnTo>
                <a:cubicBezTo>
                  <a:pt x="381458" y="1527572"/>
                  <a:pt x="380280" y="1525508"/>
                  <a:pt x="403761" y="1484416"/>
                </a:cubicBezTo>
                <a:cubicBezTo>
                  <a:pt x="410842" y="1472024"/>
                  <a:pt x="421715" y="1461832"/>
                  <a:pt x="427511" y="1448790"/>
                </a:cubicBezTo>
                <a:cubicBezTo>
                  <a:pt x="437679" y="1425912"/>
                  <a:pt x="451262" y="1377538"/>
                  <a:pt x="451262" y="1377538"/>
                </a:cubicBezTo>
                <a:cubicBezTo>
                  <a:pt x="463137" y="1381496"/>
                  <a:pt x="475013" y="1393371"/>
                  <a:pt x="486888" y="1389413"/>
                </a:cubicBezTo>
                <a:cubicBezTo>
                  <a:pt x="502820" y="1384102"/>
                  <a:pt x="509763" y="1364717"/>
                  <a:pt x="522514" y="1353787"/>
                </a:cubicBezTo>
                <a:cubicBezTo>
                  <a:pt x="647268" y="1246854"/>
                  <a:pt x="495882" y="1381291"/>
                  <a:pt x="617516" y="1294410"/>
                </a:cubicBezTo>
                <a:cubicBezTo>
                  <a:pt x="631182" y="1284649"/>
                  <a:pt x="639886" y="1269096"/>
                  <a:pt x="653142" y="1258785"/>
                </a:cubicBezTo>
                <a:cubicBezTo>
                  <a:pt x="675674" y="1241260"/>
                  <a:pt x="700643" y="1227117"/>
                  <a:pt x="724394" y="1211283"/>
                </a:cubicBezTo>
                <a:lnTo>
                  <a:pt x="760020" y="1187533"/>
                </a:lnTo>
                <a:cubicBezTo>
                  <a:pt x="797658" y="1131077"/>
                  <a:pt x="779258" y="1165446"/>
                  <a:pt x="807522" y="1080655"/>
                </a:cubicBezTo>
                <a:lnTo>
                  <a:pt x="819397" y="1045029"/>
                </a:lnTo>
                <a:cubicBezTo>
                  <a:pt x="824496" y="1009331"/>
                  <a:pt x="832726" y="940738"/>
                  <a:pt x="843148" y="902525"/>
                </a:cubicBezTo>
                <a:cubicBezTo>
                  <a:pt x="849735" y="878372"/>
                  <a:pt x="858981" y="855024"/>
                  <a:pt x="866898" y="831273"/>
                </a:cubicBezTo>
                <a:cubicBezTo>
                  <a:pt x="870856" y="819398"/>
                  <a:pt x="875738" y="807791"/>
                  <a:pt x="878774" y="795647"/>
                </a:cubicBezTo>
                <a:cubicBezTo>
                  <a:pt x="881569" y="784468"/>
                  <a:pt x="894781" y="726458"/>
                  <a:pt x="902524" y="712520"/>
                </a:cubicBezTo>
                <a:cubicBezTo>
                  <a:pt x="916387" y="687567"/>
                  <a:pt x="934192" y="665019"/>
                  <a:pt x="950026" y="641268"/>
                </a:cubicBezTo>
                <a:cubicBezTo>
                  <a:pt x="957943" y="629393"/>
                  <a:pt x="969262" y="619182"/>
                  <a:pt x="973776" y="605642"/>
                </a:cubicBezTo>
                <a:cubicBezTo>
                  <a:pt x="983434" y="576668"/>
                  <a:pt x="986383" y="557409"/>
                  <a:pt x="1009402" y="534390"/>
                </a:cubicBezTo>
                <a:cubicBezTo>
                  <a:pt x="1019494" y="524298"/>
                  <a:pt x="1032262" y="517022"/>
                  <a:pt x="1045028" y="510639"/>
                </a:cubicBezTo>
                <a:cubicBezTo>
                  <a:pt x="1056224" y="505041"/>
                  <a:pt x="1068779" y="502722"/>
                  <a:pt x="1080654" y="498764"/>
                </a:cubicBezTo>
                <a:cubicBezTo>
                  <a:pt x="1096810" y="450294"/>
                  <a:pt x="1096712" y="471841"/>
                  <a:pt x="1080654" y="415636"/>
                </a:cubicBezTo>
                <a:cubicBezTo>
                  <a:pt x="1077215" y="403600"/>
                  <a:pt x="1076599" y="389785"/>
                  <a:pt x="1068779" y="380010"/>
                </a:cubicBezTo>
                <a:cubicBezTo>
                  <a:pt x="1059863" y="368865"/>
                  <a:pt x="1045028" y="364177"/>
                  <a:pt x="1033153" y="356260"/>
                </a:cubicBezTo>
                <a:cubicBezTo>
                  <a:pt x="977735" y="273133"/>
                  <a:pt x="1009403" y="300842"/>
                  <a:pt x="950026" y="261257"/>
                </a:cubicBezTo>
                <a:cubicBezTo>
                  <a:pt x="934192" y="237506"/>
                  <a:pt x="911550" y="217085"/>
                  <a:pt x="902524" y="190005"/>
                </a:cubicBezTo>
                <a:lnTo>
                  <a:pt x="878774" y="118753"/>
                </a:lnTo>
                <a:cubicBezTo>
                  <a:pt x="874816" y="106878"/>
                  <a:pt x="873841" y="93543"/>
                  <a:pt x="866898" y="83127"/>
                </a:cubicBezTo>
                <a:cubicBezTo>
                  <a:pt x="858981" y="71252"/>
                  <a:pt x="849531" y="60266"/>
                  <a:pt x="843148" y="47501"/>
                </a:cubicBezTo>
                <a:cubicBezTo>
                  <a:pt x="818691" y="-1413"/>
                  <a:pt x="849385" y="20931"/>
                  <a:pt x="8075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15DC029-C3FF-59E9-03A0-34098FC818A1}"/>
                  </a:ext>
                </a:extLst>
              </p:cNvPr>
              <p:cNvSpPr txBox="1"/>
              <p:nvPr/>
            </p:nvSpPr>
            <p:spPr>
              <a:xfrm>
                <a:off x="17501141" y="12452892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15DC029-C3FF-59E9-03A0-34098FC81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1141" y="12452892"/>
                <a:ext cx="896111" cy="588751"/>
              </a:xfrm>
              <a:prstGeom prst="rect">
                <a:avLst/>
              </a:prstGeom>
              <a:blipFill>
                <a:blip r:embed="rId108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6" name="Oval 225">
            <a:extLst>
              <a:ext uri="{FF2B5EF4-FFF2-40B4-BE49-F238E27FC236}">
                <a16:creationId xmlns:a16="http://schemas.microsoft.com/office/drawing/2014/main" id="{AC801955-DDA0-625B-3782-E0561920B84A}"/>
              </a:ext>
            </a:extLst>
          </p:cNvPr>
          <p:cNvSpPr/>
          <p:nvPr/>
        </p:nvSpPr>
        <p:spPr>
          <a:xfrm>
            <a:off x="28008148" y="1403712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AA98FB2D-CA9B-ADD9-E0BF-331068D5D625}"/>
              </a:ext>
            </a:extLst>
          </p:cNvPr>
          <p:cNvSpPr/>
          <p:nvPr/>
        </p:nvSpPr>
        <p:spPr>
          <a:xfrm>
            <a:off x="28738769" y="13452524"/>
            <a:ext cx="2223497" cy="4313651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CCB28171-32E0-0537-4CC1-EC55C9FF20B2}"/>
              </a:ext>
            </a:extLst>
          </p:cNvPr>
          <p:cNvSpPr/>
          <p:nvPr/>
        </p:nvSpPr>
        <p:spPr>
          <a:xfrm>
            <a:off x="28667438" y="1334814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43906A8F-47A0-47FF-509D-7680C332864A}"/>
              </a:ext>
            </a:extLst>
          </p:cNvPr>
          <p:cNvCxnSpPr>
            <a:cxnSpLocks/>
          </p:cNvCxnSpPr>
          <p:nvPr/>
        </p:nvCxnSpPr>
        <p:spPr>
          <a:xfrm>
            <a:off x="28474566" y="13811017"/>
            <a:ext cx="0" cy="73538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D2085AF3-8D1F-E6E3-E9AD-D9A2BF655324}"/>
              </a:ext>
            </a:extLst>
          </p:cNvPr>
          <p:cNvCxnSpPr>
            <a:cxnSpLocks/>
          </p:cNvCxnSpPr>
          <p:nvPr/>
        </p:nvCxnSpPr>
        <p:spPr>
          <a:xfrm>
            <a:off x="28093766" y="14156105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81892E9-40FE-1C47-4ED4-01B895067DCF}"/>
                  </a:ext>
                </a:extLst>
              </p:cNvPr>
              <p:cNvSpPr txBox="1"/>
              <p:nvPr/>
            </p:nvSpPr>
            <p:spPr>
              <a:xfrm>
                <a:off x="27682115" y="1411964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81892E9-40FE-1C47-4ED4-01B895067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82115" y="14119640"/>
                <a:ext cx="568909" cy="478464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3418A0C-899D-AB1D-D14F-BF62F629764F}"/>
                  </a:ext>
                </a:extLst>
              </p:cNvPr>
              <p:cNvSpPr txBox="1"/>
              <p:nvPr/>
            </p:nvSpPr>
            <p:spPr>
              <a:xfrm>
                <a:off x="27904102" y="13926779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3418A0C-899D-AB1D-D14F-BF62F6297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04102" y="13926779"/>
                <a:ext cx="896111" cy="478464"/>
              </a:xfrm>
              <a:prstGeom prst="rect">
                <a:avLst/>
              </a:prstGeom>
              <a:blipFill>
                <a:blip r:embed="rId75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59CC2260-8ACA-09E0-96DA-7237DA8D66A4}"/>
                  </a:ext>
                </a:extLst>
              </p:cNvPr>
              <p:cNvSpPr txBox="1"/>
              <p:nvPr/>
            </p:nvSpPr>
            <p:spPr>
              <a:xfrm>
                <a:off x="27873399" y="1333022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59CC2260-8ACA-09E0-96DA-7237DA8D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3399" y="13330226"/>
                <a:ext cx="896111" cy="478464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8BBE25E-972C-E8BA-DA5C-2910FE14CFA7}"/>
                  </a:ext>
                </a:extLst>
              </p:cNvPr>
              <p:cNvSpPr txBox="1"/>
              <p:nvPr/>
            </p:nvSpPr>
            <p:spPr>
              <a:xfrm>
                <a:off x="26099141" y="18045138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8BBE25E-972C-E8BA-DA5C-2910FE14C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99141" y="18045138"/>
                <a:ext cx="4799945" cy="533544"/>
              </a:xfrm>
              <a:prstGeom prst="rect">
                <a:avLst/>
              </a:prstGeom>
              <a:blipFill>
                <a:blip r:embed="rId110"/>
                <a:stretch>
                  <a:fillRect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602ECCC9-9BDA-7E42-2F3D-B2F2983EDEBD}"/>
                  </a:ext>
                </a:extLst>
              </p:cNvPr>
              <p:cNvSpPr txBox="1"/>
              <p:nvPr/>
            </p:nvSpPr>
            <p:spPr>
              <a:xfrm>
                <a:off x="26698873" y="18553487"/>
                <a:ext cx="4172975" cy="718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602ECCC9-9BDA-7E42-2F3D-B2F2983ED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873" y="18553487"/>
                <a:ext cx="4172975" cy="718274"/>
              </a:xfrm>
              <a:prstGeom prst="rect">
                <a:avLst/>
              </a:prstGeom>
              <a:blipFill>
                <a:blip r:embed="rId111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Oval 243">
            <a:extLst>
              <a:ext uri="{FF2B5EF4-FFF2-40B4-BE49-F238E27FC236}">
                <a16:creationId xmlns:a16="http://schemas.microsoft.com/office/drawing/2014/main" id="{01210EF5-3F32-93CA-72B7-9C10F1C63B7E}"/>
              </a:ext>
            </a:extLst>
          </p:cNvPr>
          <p:cNvSpPr/>
          <p:nvPr/>
        </p:nvSpPr>
        <p:spPr>
          <a:xfrm>
            <a:off x="28407026" y="1374356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6500499-DBFF-2294-0860-4E84E23B23B8}"/>
              </a:ext>
            </a:extLst>
          </p:cNvPr>
          <p:cNvSpPr/>
          <p:nvPr/>
        </p:nvSpPr>
        <p:spPr>
          <a:xfrm>
            <a:off x="25769016" y="14104577"/>
            <a:ext cx="2324758" cy="3688755"/>
          </a:xfrm>
          <a:custGeom>
            <a:avLst/>
            <a:gdLst>
              <a:gd name="connsiteX0" fmla="*/ 0 w 2505700"/>
              <a:gd name="connsiteY0" fmla="*/ 3966358 h 3966358"/>
              <a:gd name="connsiteX1" fmla="*/ 534389 w 2505700"/>
              <a:gd name="connsiteY1" fmla="*/ 3040083 h 3966358"/>
              <a:gd name="connsiteX2" fmla="*/ 831272 w 2505700"/>
              <a:gd name="connsiteY2" fmla="*/ 2481943 h 3966358"/>
              <a:gd name="connsiteX3" fmla="*/ 878774 w 2505700"/>
              <a:gd name="connsiteY3" fmla="*/ 2339439 h 3966358"/>
              <a:gd name="connsiteX4" fmla="*/ 1318161 w 2505700"/>
              <a:gd name="connsiteY4" fmla="*/ 1615044 h 3966358"/>
              <a:gd name="connsiteX5" fmla="*/ 1484415 w 2505700"/>
              <a:gd name="connsiteY5" fmla="*/ 1413163 h 3966358"/>
              <a:gd name="connsiteX6" fmla="*/ 1520041 w 2505700"/>
              <a:gd name="connsiteY6" fmla="*/ 1330036 h 3966358"/>
              <a:gd name="connsiteX7" fmla="*/ 1555667 w 2505700"/>
              <a:gd name="connsiteY7" fmla="*/ 1258784 h 3966358"/>
              <a:gd name="connsiteX8" fmla="*/ 1567542 w 2505700"/>
              <a:gd name="connsiteY8" fmla="*/ 1223158 h 3966358"/>
              <a:gd name="connsiteX9" fmla="*/ 1876301 w 2505700"/>
              <a:gd name="connsiteY9" fmla="*/ 712519 h 3966358"/>
              <a:gd name="connsiteX10" fmla="*/ 1911927 w 2505700"/>
              <a:gd name="connsiteY10" fmla="*/ 617517 h 3966358"/>
              <a:gd name="connsiteX11" fmla="*/ 1935677 w 2505700"/>
              <a:gd name="connsiteY11" fmla="*/ 581891 h 3966358"/>
              <a:gd name="connsiteX12" fmla="*/ 2066306 w 2505700"/>
              <a:gd name="connsiteY12" fmla="*/ 344384 h 3966358"/>
              <a:gd name="connsiteX13" fmla="*/ 2101932 w 2505700"/>
              <a:gd name="connsiteY13" fmla="*/ 320633 h 3966358"/>
              <a:gd name="connsiteX14" fmla="*/ 2375064 w 2505700"/>
              <a:gd name="connsiteY14" fmla="*/ 95002 h 3966358"/>
              <a:gd name="connsiteX15" fmla="*/ 2505693 w 2505700"/>
              <a:gd name="connsiteY15" fmla="*/ 0 h 396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05700" h="3966358">
                <a:moveTo>
                  <a:pt x="0" y="3966358"/>
                </a:moveTo>
                <a:cubicBezTo>
                  <a:pt x="178130" y="3657600"/>
                  <a:pt x="360223" y="3351094"/>
                  <a:pt x="534389" y="3040083"/>
                </a:cubicBezTo>
                <a:cubicBezTo>
                  <a:pt x="637352" y="2856221"/>
                  <a:pt x="764633" y="2681858"/>
                  <a:pt x="831272" y="2481943"/>
                </a:cubicBezTo>
                <a:cubicBezTo>
                  <a:pt x="847106" y="2434442"/>
                  <a:pt x="854255" y="2383095"/>
                  <a:pt x="878774" y="2339439"/>
                </a:cubicBezTo>
                <a:cubicBezTo>
                  <a:pt x="1017070" y="2093206"/>
                  <a:pt x="1138630" y="1833047"/>
                  <a:pt x="1318161" y="1615044"/>
                </a:cubicBezTo>
                <a:cubicBezTo>
                  <a:pt x="1373579" y="1547750"/>
                  <a:pt x="1434026" y="1484301"/>
                  <a:pt x="1484415" y="1413163"/>
                </a:cubicBezTo>
                <a:cubicBezTo>
                  <a:pt x="1501840" y="1388563"/>
                  <a:pt x="1507408" y="1357408"/>
                  <a:pt x="1520041" y="1330036"/>
                </a:cubicBezTo>
                <a:cubicBezTo>
                  <a:pt x="1531169" y="1305926"/>
                  <a:pt x="1544882" y="1283049"/>
                  <a:pt x="1555667" y="1258784"/>
                </a:cubicBezTo>
                <a:cubicBezTo>
                  <a:pt x="1560751" y="1247345"/>
                  <a:pt x="1561206" y="1233953"/>
                  <a:pt x="1567542" y="1223158"/>
                </a:cubicBezTo>
                <a:cubicBezTo>
                  <a:pt x="1668230" y="1051615"/>
                  <a:pt x="1806459" y="898763"/>
                  <a:pt x="1876301" y="712519"/>
                </a:cubicBezTo>
                <a:cubicBezTo>
                  <a:pt x="1888176" y="680852"/>
                  <a:pt x="1897932" y="648306"/>
                  <a:pt x="1911927" y="617517"/>
                </a:cubicBezTo>
                <a:cubicBezTo>
                  <a:pt x="1917833" y="604524"/>
                  <a:pt x="1928654" y="594316"/>
                  <a:pt x="1935677" y="581891"/>
                </a:cubicBezTo>
                <a:cubicBezTo>
                  <a:pt x="1980136" y="503233"/>
                  <a:pt x="2017798" y="420612"/>
                  <a:pt x="2066306" y="344384"/>
                </a:cubicBezTo>
                <a:cubicBezTo>
                  <a:pt x="2073969" y="332343"/>
                  <a:pt x="2090829" y="329601"/>
                  <a:pt x="2101932" y="320633"/>
                </a:cubicBezTo>
                <a:cubicBezTo>
                  <a:pt x="2193800" y="246432"/>
                  <a:pt x="2281257" y="166737"/>
                  <a:pt x="2375064" y="95002"/>
                </a:cubicBezTo>
                <a:cubicBezTo>
                  <a:pt x="2509032" y="-7444"/>
                  <a:pt x="2505693" y="64806"/>
                  <a:pt x="250569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604F666A-D0EE-FC95-CE6B-0C34293E46D6}"/>
              </a:ext>
            </a:extLst>
          </p:cNvPr>
          <p:cNvSpPr/>
          <p:nvPr/>
        </p:nvSpPr>
        <p:spPr>
          <a:xfrm>
            <a:off x="27343772" y="14122440"/>
            <a:ext cx="979089" cy="3660258"/>
          </a:xfrm>
          <a:custGeom>
            <a:avLst/>
            <a:gdLst>
              <a:gd name="connsiteX0" fmla="*/ 902524 w 1092734"/>
              <a:gd name="connsiteY0" fmla="*/ 4085112 h 4085112"/>
              <a:gd name="connsiteX1" fmla="*/ 819397 w 1092734"/>
              <a:gd name="connsiteY1" fmla="*/ 3942608 h 4085112"/>
              <a:gd name="connsiteX2" fmla="*/ 783771 w 1092734"/>
              <a:gd name="connsiteY2" fmla="*/ 3835730 h 4085112"/>
              <a:gd name="connsiteX3" fmla="*/ 760020 w 1092734"/>
              <a:gd name="connsiteY3" fmla="*/ 3776353 h 4085112"/>
              <a:gd name="connsiteX4" fmla="*/ 736270 w 1092734"/>
              <a:gd name="connsiteY4" fmla="*/ 3693226 h 4085112"/>
              <a:gd name="connsiteX5" fmla="*/ 712519 w 1092734"/>
              <a:gd name="connsiteY5" fmla="*/ 3562597 h 4085112"/>
              <a:gd name="connsiteX6" fmla="*/ 676893 w 1092734"/>
              <a:gd name="connsiteY6" fmla="*/ 3479470 h 4085112"/>
              <a:gd name="connsiteX7" fmla="*/ 653142 w 1092734"/>
              <a:gd name="connsiteY7" fmla="*/ 3408218 h 4085112"/>
              <a:gd name="connsiteX8" fmla="*/ 570015 w 1092734"/>
              <a:gd name="connsiteY8" fmla="*/ 3289465 h 4085112"/>
              <a:gd name="connsiteX9" fmla="*/ 522514 w 1092734"/>
              <a:gd name="connsiteY9" fmla="*/ 3218213 h 4085112"/>
              <a:gd name="connsiteX10" fmla="*/ 498763 w 1092734"/>
              <a:gd name="connsiteY10" fmla="*/ 3182587 h 4085112"/>
              <a:gd name="connsiteX11" fmla="*/ 475013 w 1092734"/>
              <a:gd name="connsiteY11" fmla="*/ 3135086 h 4085112"/>
              <a:gd name="connsiteX12" fmla="*/ 463137 w 1092734"/>
              <a:gd name="connsiteY12" fmla="*/ 3099460 h 4085112"/>
              <a:gd name="connsiteX13" fmla="*/ 403761 w 1092734"/>
              <a:gd name="connsiteY13" fmla="*/ 3028208 h 4085112"/>
              <a:gd name="connsiteX14" fmla="*/ 332509 w 1092734"/>
              <a:gd name="connsiteY14" fmla="*/ 2921330 h 4085112"/>
              <a:gd name="connsiteX15" fmla="*/ 308758 w 1092734"/>
              <a:gd name="connsiteY15" fmla="*/ 2885704 h 4085112"/>
              <a:gd name="connsiteX16" fmla="*/ 285007 w 1092734"/>
              <a:gd name="connsiteY16" fmla="*/ 2850078 h 4085112"/>
              <a:gd name="connsiteX17" fmla="*/ 261257 w 1092734"/>
              <a:gd name="connsiteY17" fmla="*/ 2766951 h 4085112"/>
              <a:gd name="connsiteX18" fmla="*/ 237506 w 1092734"/>
              <a:gd name="connsiteY18" fmla="*/ 2695699 h 4085112"/>
              <a:gd name="connsiteX19" fmla="*/ 178129 w 1092734"/>
              <a:gd name="connsiteY19" fmla="*/ 2624447 h 4085112"/>
              <a:gd name="connsiteX20" fmla="*/ 95002 w 1092734"/>
              <a:gd name="connsiteY20" fmla="*/ 2517569 h 4085112"/>
              <a:gd name="connsiteX21" fmla="*/ 83127 w 1092734"/>
              <a:gd name="connsiteY21" fmla="*/ 2481943 h 4085112"/>
              <a:gd name="connsiteX22" fmla="*/ 35626 w 1092734"/>
              <a:gd name="connsiteY22" fmla="*/ 2410691 h 4085112"/>
              <a:gd name="connsiteX23" fmla="*/ 0 w 1092734"/>
              <a:gd name="connsiteY23" fmla="*/ 2339439 h 4085112"/>
              <a:gd name="connsiteX24" fmla="*/ 35626 w 1092734"/>
              <a:gd name="connsiteY24" fmla="*/ 2161309 h 4085112"/>
              <a:gd name="connsiteX25" fmla="*/ 59376 w 1092734"/>
              <a:gd name="connsiteY25" fmla="*/ 2125683 h 4085112"/>
              <a:gd name="connsiteX26" fmla="*/ 83127 w 1092734"/>
              <a:gd name="connsiteY26" fmla="*/ 2054431 h 4085112"/>
              <a:gd name="connsiteX27" fmla="*/ 106877 w 1092734"/>
              <a:gd name="connsiteY27" fmla="*/ 1983179 h 4085112"/>
              <a:gd name="connsiteX28" fmla="*/ 118753 w 1092734"/>
              <a:gd name="connsiteY28" fmla="*/ 1947553 h 4085112"/>
              <a:gd name="connsiteX29" fmla="*/ 190005 w 1092734"/>
              <a:gd name="connsiteY29" fmla="*/ 1828800 h 4085112"/>
              <a:gd name="connsiteX30" fmla="*/ 225631 w 1092734"/>
              <a:gd name="connsiteY30" fmla="*/ 1793174 h 4085112"/>
              <a:gd name="connsiteX31" fmla="*/ 249381 w 1092734"/>
              <a:gd name="connsiteY31" fmla="*/ 1745673 h 4085112"/>
              <a:gd name="connsiteX32" fmla="*/ 296883 w 1092734"/>
              <a:gd name="connsiteY32" fmla="*/ 1674421 h 4085112"/>
              <a:gd name="connsiteX33" fmla="*/ 320633 w 1092734"/>
              <a:gd name="connsiteY33" fmla="*/ 1638795 h 4085112"/>
              <a:gd name="connsiteX34" fmla="*/ 344384 w 1092734"/>
              <a:gd name="connsiteY34" fmla="*/ 1603169 h 4085112"/>
              <a:gd name="connsiteX35" fmla="*/ 368135 w 1092734"/>
              <a:gd name="connsiteY35" fmla="*/ 1567543 h 4085112"/>
              <a:gd name="connsiteX36" fmla="*/ 403761 w 1092734"/>
              <a:gd name="connsiteY36" fmla="*/ 1484416 h 4085112"/>
              <a:gd name="connsiteX37" fmla="*/ 427511 w 1092734"/>
              <a:gd name="connsiteY37" fmla="*/ 1448790 h 4085112"/>
              <a:gd name="connsiteX38" fmla="*/ 451262 w 1092734"/>
              <a:gd name="connsiteY38" fmla="*/ 1377538 h 4085112"/>
              <a:gd name="connsiteX39" fmla="*/ 486888 w 1092734"/>
              <a:gd name="connsiteY39" fmla="*/ 1389413 h 4085112"/>
              <a:gd name="connsiteX40" fmla="*/ 522514 w 1092734"/>
              <a:gd name="connsiteY40" fmla="*/ 1353787 h 4085112"/>
              <a:gd name="connsiteX41" fmla="*/ 617516 w 1092734"/>
              <a:gd name="connsiteY41" fmla="*/ 1294410 h 4085112"/>
              <a:gd name="connsiteX42" fmla="*/ 653142 w 1092734"/>
              <a:gd name="connsiteY42" fmla="*/ 1258785 h 4085112"/>
              <a:gd name="connsiteX43" fmla="*/ 724394 w 1092734"/>
              <a:gd name="connsiteY43" fmla="*/ 1211283 h 4085112"/>
              <a:gd name="connsiteX44" fmla="*/ 760020 w 1092734"/>
              <a:gd name="connsiteY44" fmla="*/ 1187533 h 4085112"/>
              <a:gd name="connsiteX45" fmla="*/ 807522 w 1092734"/>
              <a:gd name="connsiteY45" fmla="*/ 1080655 h 4085112"/>
              <a:gd name="connsiteX46" fmla="*/ 819397 w 1092734"/>
              <a:gd name="connsiteY46" fmla="*/ 1045029 h 4085112"/>
              <a:gd name="connsiteX47" fmla="*/ 843148 w 1092734"/>
              <a:gd name="connsiteY47" fmla="*/ 902525 h 4085112"/>
              <a:gd name="connsiteX48" fmla="*/ 866898 w 1092734"/>
              <a:gd name="connsiteY48" fmla="*/ 831273 h 4085112"/>
              <a:gd name="connsiteX49" fmla="*/ 878774 w 1092734"/>
              <a:gd name="connsiteY49" fmla="*/ 795647 h 4085112"/>
              <a:gd name="connsiteX50" fmla="*/ 902524 w 1092734"/>
              <a:gd name="connsiteY50" fmla="*/ 712520 h 4085112"/>
              <a:gd name="connsiteX51" fmla="*/ 950026 w 1092734"/>
              <a:gd name="connsiteY51" fmla="*/ 641268 h 4085112"/>
              <a:gd name="connsiteX52" fmla="*/ 973776 w 1092734"/>
              <a:gd name="connsiteY52" fmla="*/ 605642 h 4085112"/>
              <a:gd name="connsiteX53" fmla="*/ 1009402 w 1092734"/>
              <a:gd name="connsiteY53" fmla="*/ 534390 h 4085112"/>
              <a:gd name="connsiteX54" fmla="*/ 1045028 w 1092734"/>
              <a:gd name="connsiteY54" fmla="*/ 510639 h 4085112"/>
              <a:gd name="connsiteX55" fmla="*/ 1080654 w 1092734"/>
              <a:gd name="connsiteY55" fmla="*/ 498764 h 4085112"/>
              <a:gd name="connsiteX56" fmla="*/ 1080654 w 1092734"/>
              <a:gd name="connsiteY56" fmla="*/ 415636 h 4085112"/>
              <a:gd name="connsiteX57" fmla="*/ 1068779 w 1092734"/>
              <a:gd name="connsiteY57" fmla="*/ 380010 h 4085112"/>
              <a:gd name="connsiteX58" fmla="*/ 1033153 w 1092734"/>
              <a:gd name="connsiteY58" fmla="*/ 356260 h 4085112"/>
              <a:gd name="connsiteX59" fmla="*/ 950026 w 1092734"/>
              <a:gd name="connsiteY59" fmla="*/ 261257 h 4085112"/>
              <a:gd name="connsiteX60" fmla="*/ 902524 w 1092734"/>
              <a:gd name="connsiteY60" fmla="*/ 190005 h 4085112"/>
              <a:gd name="connsiteX61" fmla="*/ 878774 w 1092734"/>
              <a:gd name="connsiteY61" fmla="*/ 118753 h 4085112"/>
              <a:gd name="connsiteX62" fmla="*/ 866898 w 1092734"/>
              <a:gd name="connsiteY62" fmla="*/ 83127 h 4085112"/>
              <a:gd name="connsiteX63" fmla="*/ 843148 w 1092734"/>
              <a:gd name="connsiteY63" fmla="*/ 47501 h 4085112"/>
              <a:gd name="connsiteX64" fmla="*/ 807522 w 1092734"/>
              <a:gd name="connsiteY64" fmla="*/ 0 h 4085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092734" h="4085112">
                <a:moveTo>
                  <a:pt x="902524" y="4085112"/>
                </a:moveTo>
                <a:cubicBezTo>
                  <a:pt x="884970" y="4057025"/>
                  <a:pt x="835576" y="3984673"/>
                  <a:pt x="819397" y="3942608"/>
                </a:cubicBezTo>
                <a:cubicBezTo>
                  <a:pt x="805916" y="3907558"/>
                  <a:pt x="797718" y="3870597"/>
                  <a:pt x="783771" y="3835730"/>
                </a:cubicBezTo>
                <a:cubicBezTo>
                  <a:pt x="775854" y="3815938"/>
                  <a:pt x="767505" y="3796313"/>
                  <a:pt x="760020" y="3776353"/>
                </a:cubicBezTo>
                <a:cubicBezTo>
                  <a:pt x="750319" y="3750483"/>
                  <a:pt x="741617" y="3719962"/>
                  <a:pt x="736270" y="3693226"/>
                </a:cubicBezTo>
                <a:cubicBezTo>
                  <a:pt x="725686" y="3640309"/>
                  <a:pt x="725251" y="3613526"/>
                  <a:pt x="712519" y="3562597"/>
                </a:cubicBezTo>
                <a:cubicBezTo>
                  <a:pt x="699778" y="3511633"/>
                  <a:pt x="699549" y="3536110"/>
                  <a:pt x="676893" y="3479470"/>
                </a:cubicBezTo>
                <a:cubicBezTo>
                  <a:pt x="667595" y="3456225"/>
                  <a:pt x="667499" y="3428728"/>
                  <a:pt x="653142" y="3408218"/>
                </a:cubicBezTo>
                <a:lnTo>
                  <a:pt x="570015" y="3289465"/>
                </a:lnTo>
                <a:cubicBezTo>
                  <a:pt x="553767" y="3265996"/>
                  <a:pt x="538348" y="3241964"/>
                  <a:pt x="522514" y="3218213"/>
                </a:cubicBezTo>
                <a:cubicBezTo>
                  <a:pt x="514597" y="3206338"/>
                  <a:pt x="505146" y="3195353"/>
                  <a:pt x="498763" y="3182587"/>
                </a:cubicBezTo>
                <a:cubicBezTo>
                  <a:pt x="490846" y="3166753"/>
                  <a:pt x="481986" y="3151357"/>
                  <a:pt x="475013" y="3135086"/>
                </a:cubicBezTo>
                <a:cubicBezTo>
                  <a:pt x="470082" y="3123580"/>
                  <a:pt x="468735" y="3110656"/>
                  <a:pt x="463137" y="3099460"/>
                </a:cubicBezTo>
                <a:cubicBezTo>
                  <a:pt x="437675" y="3048536"/>
                  <a:pt x="440532" y="3075485"/>
                  <a:pt x="403761" y="3028208"/>
                </a:cubicBezTo>
                <a:cubicBezTo>
                  <a:pt x="403741" y="3028183"/>
                  <a:pt x="344393" y="2939157"/>
                  <a:pt x="332509" y="2921330"/>
                </a:cubicBezTo>
                <a:lnTo>
                  <a:pt x="308758" y="2885704"/>
                </a:lnTo>
                <a:lnTo>
                  <a:pt x="285007" y="2850078"/>
                </a:lnTo>
                <a:cubicBezTo>
                  <a:pt x="245089" y="2730320"/>
                  <a:pt x="306002" y="2916102"/>
                  <a:pt x="261257" y="2766951"/>
                </a:cubicBezTo>
                <a:cubicBezTo>
                  <a:pt x="254063" y="2742971"/>
                  <a:pt x="251393" y="2716530"/>
                  <a:pt x="237506" y="2695699"/>
                </a:cubicBezTo>
                <a:cubicBezTo>
                  <a:pt x="152628" y="2568383"/>
                  <a:pt x="284813" y="2761613"/>
                  <a:pt x="178129" y="2624447"/>
                </a:cubicBezTo>
                <a:cubicBezTo>
                  <a:pt x="78699" y="2496608"/>
                  <a:pt x="175883" y="2598450"/>
                  <a:pt x="95002" y="2517569"/>
                </a:cubicBezTo>
                <a:cubicBezTo>
                  <a:pt x="91044" y="2505694"/>
                  <a:pt x="89206" y="2492885"/>
                  <a:pt x="83127" y="2481943"/>
                </a:cubicBezTo>
                <a:cubicBezTo>
                  <a:pt x="69265" y="2456990"/>
                  <a:pt x="44653" y="2437771"/>
                  <a:pt x="35626" y="2410691"/>
                </a:cubicBezTo>
                <a:cubicBezTo>
                  <a:pt x="19236" y="2361525"/>
                  <a:pt x="30693" y="2385481"/>
                  <a:pt x="0" y="2339439"/>
                </a:cubicBezTo>
                <a:cubicBezTo>
                  <a:pt x="4593" y="2298098"/>
                  <a:pt x="7556" y="2203415"/>
                  <a:pt x="35626" y="2161309"/>
                </a:cubicBezTo>
                <a:cubicBezTo>
                  <a:pt x="43543" y="2149434"/>
                  <a:pt x="53580" y="2138725"/>
                  <a:pt x="59376" y="2125683"/>
                </a:cubicBezTo>
                <a:cubicBezTo>
                  <a:pt x="69544" y="2102805"/>
                  <a:pt x="75210" y="2078182"/>
                  <a:pt x="83127" y="2054431"/>
                </a:cubicBezTo>
                <a:lnTo>
                  <a:pt x="106877" y="1983179"/>
                </a:lnTo>
                <a:cubicBezTo>
                  <a:pt x="110836" y="1971304"/>
                  <a:pt x="113155" y="1958749"/>
                  <a:pt x="118753" y="1947553"/>
                </a:cubicBezTo>
                <a:cubicBezTo>
                  <a:pt x="137496" y="1910067"/>
                  <a:pt x="161342" y="1857463"/>
                  <a:pt x="190005" y="1828800"/>
                </a:cubicBezTo>
                <a:lnTo>
                  <a:pt x="225631" y="1793174"/>
                </a:lnTo>
                <a:cubicBezTo>
                  <a:pt x="233548" y="1777340"/>
                  <a:pt x="240273" y="1760853"/>
                  <a:pt x="249381" y="1745673"/>
                </a:cubicBezTo>
                <a:cubicBezTo>
                  <a:pt x="264067" y="1721196"/>
                  <a:pt x="281049" y="1698172"/>
                  <a:pt x="296883" y="1674421"/>
                </a:cubicBezTo>
                <a:lnTo>
                  <a:pt x="320633" y="1638795"/>
                </a:lnTo>
                <a:lnTo>
                  <a:pt x="344384" y="1603169"/>
                </a:lnTo>
                <a:lnTo>
                  <a:pt x="368135" y="1567543"/>
                </a:lnTo>
                <a:cubicBezTo>
                  <a:pt x="381458" y="1527572"/>
                  <a:pt x="380280" y="1525508"/>
                  <a:pt x="403761" y="1484416"/>
                </a:cubicBezTo>
                <a:cubicBezTo>
                  <a:pt x="410842" y="1472024"/>
                  <a:pt x="421715" y="1461832"/>
                  <a:pt x="427511" y="1448790"/>
                </a:cubicBezTo>
                <a:cubicBezTo>
                  <a:pt x="437679" y="1425912"/>
                  <a:pt x="451262" y="1377538"/>
                  <a:pt x="451262" y="1377538"/>
                </a:cubicBezTo>
                <a:cubicBezTo>
                  <a:pt x="463137" y="1381496"/>
                  <a:pt x="475013" y="1393371"/>
                  <a:pt x="486888" y="1389413"/>
                </a:cubicBezTo>
                <a:cubicBezTo>
                  <a:pt x="502820" y="1384102"/>
                  <a:pt x="509763" y="1364717"/>
                  <a:pt x="522514" y="1353787"/>
                </a:cubicBezTo>
                <a:cubicBezTo>
                  <a:pt x="647268" y="1246854"/>
                  <a:pt x="495882" y="1381291"/>
                  <a:pt x="617516" y="1294410"/>
                </a:cubicBezTo>
                <a:cubicBezTo>
                  <a:pt x="631182" y="1284649"/>
                  <a:pt x="639886" y="1269096"/>
                  <a:pt x="653142" y="1258785"/>
                </a:cubicBezTo>
                <a:cubicBezTo>
                  <a:pt x="675674" y="1241260"/>
                  <a:pt x="700643" y="1227117"/>
                  <a:pt x="724394" y="1211283"/>
                </a:cubicBezTo>
                <a:lnTo>
                  <a:pt x="760020" y="1187533"/>
                </a:lnTo>
                <a:cubicBezTo>
                  <a:pt x="797658" y="1131077"/>
                  <a:pt x="779258" y="1165446"/>
                  <a:pt x="807522" y="1080655"/>
                </a:cubicBezTo>
                <a:lnTo>
                  <a:pt x="819397" y="1045029"/>
                </a:lnTo>
                <a:cubicBezTo>
                  <a:pt x="824496" y="1009331"/>
                  <a:pt x="832726" y="940738"/>
                  <a:pt x="843148" y="902525"/>
                </a:cubicBezTo>
                <a:cubicBezTo>
                  <a:pt x="849735" y="878372"/>
                  <a:pt x="858981" y="855024"/>
                  <a:pt x="866898" y="831273"/>
                </a:cubicBezTo>
                <a:cubicBezTo>
                  <a:pt x="870856" y="819398"/>
                  <a:pt x="875738" y="807791"/>
                  <a:pt x="878774" y="795647"/>
                </a:cubicBezTo>
                <a:cubicBezTo>
                  <a:pt x="881569" y="784468"/>
                  <a:pt x="894781" y="726458"/>
                  <a:pt x="902524" y="712520"/>
                </a:cubicBezTo>
                <a:cubicBezTo>
                  <a:pt x="916387" y="687567"/>
                  <a:pt x="934192" y="665019"/>
                  <a:pt x="950026" y="641268"/>
                </a:cubicBezTo>
                <a:cubicBezTo>
                  <a:pt x="957943" y="629393"/>
                  <a:pt x="969262" y="619182"/>
                  <a:pt x="973776" y="605642"/>
                </a:cubicBezTo>
                <a:cubicBezTo>
                  <a:pt x="983434" y="576668"/>
                  <a:pt x="986383" y="557409"/>
                  <a:pt x="1009402" y="534390"/>
                </a:cubicBezTo>
                <a:cubicBezTo>
                  <a:pt x="1019494" y="524298"/>
                  <a:pt x="1032262" y="517022"/>
                  <a:pt x="1045028" y="510639"/>
                </a:cubicBezTo>
                <a:cubicBezTo>
                  <a:pt x="1056224" y="505041"/>
                  <a:pt x="1068779" y="502722"/>
                  <a:pt x="1080654" y="498764"/>
                </a:cubicBezTo>
                <a:cubicBezTo>
                  <a:pt x="1096810" y="450294"/>
                  <a:pt x="1096712" y="471841"/>
                  <a:pt x="1080654" y="415636"/>
                </a:cubicBezTo>
                <a:cubicBezTo>
                  <a:pt x="1077215" y="403600"/>
                  <a:pt x="1076599" y="389785"/>
                  <a:pt x="1068779" y="380010"/>
                </a:cubicBezTo>
                <a:cubicBezTo>
                  <a:pt x="1059863" y="368865"/>
                  <a:pt x="1045028" y="364177"/>
                  <a:pt x="1033153" y="356260"/>
                </a:cubicBezTo>
                <a:cubicBezTo>
                  <a:pt x="977735" y="273133"/>
                  <a:pt x="1009403" y="300842"/>
                  <a:pt x="950026" y="261257"/>
                </a:cubicBezTo>
                <a:cubicBezTo>
                  <a:pt x="934192" y="237506"/>
                  <a:pt x="911550" y="217085"/>
                  <a:pt x="902524" y="190005"/>
                </a:cubicBezTo>
                <a:lnTo>
                  <a:pt x="878774" y="118753"/>
                </a:lnTo>
                <a:cubicBezTo>
                  <a:pt x="874816" y="106878"/>
                  <a:pt x="873841" y="93543"/>
                  <a:pt x="866898" y="83127"/>
                </a:cubicBezTo>
                <a:cubicBezTo>
                  <a:pt x="858981" y="71252"/>
                  <a:pt x="849531" y="60266"/>
                  <a:pt x="843148" y="47501"/>
                </a:cubicBezTo>
                <a:cubicBezTo>
                  <a:pt x="818691" y="-1413"/>
                  <a:pt x="849385" y="20931"/>
                  <a:pt x="8075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E6D2A9FE-EBBF-EE92-70C4-0231F45005BE}"/>
              </a:ext>
            </a:extLst>
          </p:cNvPr>
          <p:cNvSpPr/>
          <p:nvPr/>
        </p:nvSpPr>
        <p:spPr>
          <a:xfrm>
            <a:off x="28446155" y="13843567"/>
            <a:ext cx="1228954" cy="3953609"/>
          </a:xfrm>
          <a:custGeom>
            <a:avLst/>
            <a:gdLst>
              <a:gd name="connsiteX0" fmla="*/ 1371600 w 1371600"/>
              <a:gd name="connsiteY0" fmla="*/ 4412512 h 4412512"/>
              <a:gd name="connsiteX1" fmla="*/ 1307805 w 1371600"/>
              <a:gd name="connsiteY1" fmla="*/ 4327451 h 4412512"/>
              <a:gd name="connsiteX2" fmla="*/ 1275907 w 1371600"/>
              <a:gd name="connsiteY2" fmla="*/ 4295554 h 4412512"/>
              <a:gd name="connsiteX3" fmla="*/ 1254642 w 1371600"/>
              <a:gd name="connsiteY3" fmla="*/ 4263656 h 4412512"/>
              <a:gd name="connsiteX4" fmla="*/ 1222745 w 1371600"/>
              <a:gd name="connsiteY4" fmla="*/ 4221126 h 4412512"/>
              <a:gd name="connsiteX5" fmla="*/ 1201480 w 1371600"/>
              <a:gd name="connsiteY5" fmla="*/ 4189228 h 4412512"/>
              <a:gd name="connsiteX6" fmla="*/ 1169582 w 1371600"/>
              <a:gd name="connsiteY6" fmla="*/ 4167963 h 4412512"/>
              <a:gd name="connsiteX7" fmla="*/ 1148317 w 1371600"/>
              <a:gd name="connsiteY7" fmla="*/ 4136065 h 4412512"/>
              <a:gd name="connsiteX8" fmla="*/ 1137684 w 1371600"/>
              <a:gd name="connsiteY8" fmla="*/ 4104168 h 4412512"/>
              <a:gd name="connsiteX9" fmla="*/ 1116419 w 1371600"/>
              <a:gd name="connsiteY9" fmla="*/ 4082902 h 4412512"/>
              <a:gd name="connsiteX10" fmla="*/ 1084521 w 1371600"/>
              <a:gd name="connsiteY10" fmla="*/ 4019107 h 4412512"/>
              <a:gd name="connsiteX11" fmla="*/ 1063256 w 1371600"/>
              <a:gd name="connsiteY11" fmla="*/ 3955312 h 4412512"/>
              <a:gd name="connsiteX12" fmla="*/ 1052624 w 1371600"/>
              <a:gd name="connsiteY12" fmla="*/ 3923414 h 4412512"/>
              <a:gd name="connsiteX13" fmla="*/ 1031359 w 1371600"/>
              <a:gd name="connsiteY13" fmla="*/ 3817088 h 4412512"/>
              <a:gd name="connsiteX14" fmla="*/ 1010093 w 1371600"/>
              <a:gd name="connsiteY14" fmla="*/ 3742661 h 4412512"/>
              <a:gd name="connsiteX15" fmla="*/ 988828 w 1371600"/>
              <a:gd name="connsiteY15" fmla="*/ 3678865 h 4412512"/>
              <a:gd name="connsiteX16" fmla="*/ 978196 w 1371600"/>
              <a:gd name="connsiteY16" fmla="*/ 3636335 h 4412512"/>
              <a:gd name="connsiteX17" fmla="*/ 935666 w 1371600"/>
              <a:gd name="connsiteY17" fmla="*/ 3561907 h 4412512"/>
              <a:gd name="connsiteX18" fmla="*/ 925033 w 1371600"/>
              <a:gd name="connsiteY18" fmla="*/ 3530009 h 4412512"/>
              <a:gd name="connsiteX19" fmla="*/ 871870 w 1371600"/>
              <a:gd name="connsiteY19" fmla="*/ 3444949 h 4412512"/>
              <a:gd name="connsiteX20" fmla="*/ 850605 w 1371600"/>
              <a:gd name="connsiteY20" fmla="*/ 3402419 h 4412512"/>
              <a:gd name="connsiteX21" fmla="*/ 839973 w 1371600"/>
              <a:gd name="connsiteY21" fmla="*/ 3370521 h 4412512"/>
              <a:gd name="connsiteX22" fmla="*/ 818707 w 1371600"/>
              <a:gd name="connsiteY22" fmla="*/ 3338623 h 4412512"/>
              <a:gd name="connsiteX23" fmla="*/ 797442 w 1371600"/>
              <a:gd name="connsiteY23" fmla="*/ 3296093 h 4412512"/>
              <a:gd name="connsiteX24" fmla="*/ 786810 w 1371600"/>
              <a:gd name="connsiteY24" fmla="*/ 3264195 h 4412512"/>
              <a:gd name="connsiteX25" fmla="*/ 765545 w 1371600"/>
              <a:gd name="connsiteY25" fmla="*/ 3232298 h 4412512"/>
              <a:gd name="connsiteX26" fmla="*/ 744280 w 1371600"/>
              <a:gd name="connsiteY26" fmla="*/ 3189768 h 4412512"/>
              <a:gd name="connsiteX27" fmla="*/ 712382 w 1371600"/>
              <a:gd name="connsiteY27" fmla="*/ 3072809 h 4412512"/>
              <a:gd name="connsiteX28" fmla="*/ 712382 w 1371600"/>
              <a:gd name="connsiteY28" fmla="*/ 3072809 h 4412512"/>
              <a:gd name="connsiteX29" fmla="*/ 669852 w 1371600"/>
              <a:gd name="connsiteY29" fmla="*/ 2945219 h 4412512"/>
              <a:gd name="connsiteX30" fmla="*/ 659219 w 1371600"/>
              <a:gd name="connsiteY30" fmla="*/ 2913321 h 4412512"/>
              <a:gd name="connsiteX31" fmla="*/ 616689 w 1371600"/>
              <a:gd name="connsiteY31" fmla="*/ 2849526 h 4412512"/>
              <a:gd name="connsiteX32" fmla="*/ 574159 w 1371600"/>
              <a:gd name="connsiteY32" fmla="*/ 2785730 h 4412512"/>
              <a:gd name="connsiteX33" fmla="*/ 531628 w 1371600"/>
              <a:gd name="connsiteY33" fmla="*/ 2721935 h 4412512"/>
              <a:gd name="connsiteX34" fmla="*/ 520996 w 1371600"/>
              <a:gd name="connsiteY34" fmla="*/ 2679405 h 4412512"/>
              <a:gd name="connsiteX35" fmla="*/ 457200 w 1371600"/>
              <a:gd name="connsiteY35" fmla="*/ 2594344 h 4412512"/>
              <a:gd name="connsiteX36" fmla="*/ 435935 w 1371600"/>
              <a:gd name="connsiteY36" fmla="*/ 2530549 h 4412512"/>
              <a:gd name="connsiteX37" fmla="*/ 425303 w 1371600"/>
              <a:gd name="connsiteY37" fmla="*/ 2498651 h 4412512"/>
              <a:gd name="connsiteX38" fmla="*/ 404038 w 1371600"/>
              <a:gd name="connsiteY38" fmla="*/ 2466754 h 4412512"/>
              <a:gd name="connsiteX39" fmla="*/ 393405 w 1371600"/>
              <a:gd name="connsiteY39" fmla="*/ 2434856 h 4412512"/>
              <a:gd name="connsiteX40" fmla="*/ 361507 w 1371600"/>
              <a:gd name="connsiteY40" fmla="*/ 2402958 h 4412512"/>
              <a:gd name="connsiteX41" fmla="*/ 308345 w 1371600"/>
              <a:gd name="connsiteY41" fmla="*/ 2307265 h 4412512"/>
              <a:gd name="connsiteX42" fmla="*/ 276447 w 1371600"/>
              <a:gd name="connsiteY42" fmla="*/ 2286000 h 4412512"/>
              <a:gd name="connsiteX43" fmla="*/ 233917 w 1371600"/>
              <a:gd name="connsiteY43" fmla="*/ 2222205 h 4412512"/>
              <a:gd name="connsiteX44" fmla="*/ 223284 w 1371600"/>
              <a:gd name="connsiteY44" fmla="*/ 2190307 h 4412512"/>
              <a:gd name="connsiteX45" fmla="*/ 202019 w 1371600"/>
              <a:gd name="connsiteY45" fmla="*/ 2105247 h 4412512"/>
              <a:gd name="connsiteX46" fmla="*/ 159489 w 1371600"/>
              <a:gd name="connsiteY46" fmla="*/ 2020186 h 4412512"/>
              <a:gd name="connsiteX47" fmla="*/ 148856 w 1371600"/>
              <a:gd name="connsiteY47" fmla="*/ 1967023 h 4412512"/>
              <a:gd name="connsiteX48" fmla="*/ 127591 w 1371600"/>
              <a:gd name="connsiteY48" fmla="*/ 1935126 h 4412512"/>
              <a:gd name="connsiteX49" fmla="*/ 106326 w 1371600"/>
              <a:gd name="connsiteY49" fmla="*/ 1871330 h 4412512"/>
              <a:gd name="connsiteX50" fmla="*/ 85061 w 1371600"/>
              <a:gd name="connsiteY50" fmla="*/ 1828800 h 4412512"/>
              <a:gd name="connsiteX51" fmla="*/ 74428 w 1371600"/>
              <a:gd name="connsiteY51" fmla="*/ 1786270 h 4412512"/>
              <a:gd name="connsiteX52" fmla="*/ 63796 w 1371600"/>
              <a:gd name="connsiteY52" fmla="*/ 1754372 h 4412512"/>
              <a:gd name="connsiteX53" fmla="*/ 42531 w 1371600"/>
              <a:gd name="connsiteY53" fmla="*/ 1637414 h 4412512"/>
              <a:gd name="connsiteX54" fmla="*/ 31898 w 1371600"/>
              <a:gd name="connsiteY54" fmla="*/ 1605516 h 4412512"/>
              <a:gd name="connsiteX55" fmla="*/ 21266 w 1371600"/>
              <a:gd name="connsiteY55" fmla="*/ 1552354 h 4412512"/>
              <a:gd name="connsiteX56" fmla="*/ 0 w 1371600"/>
              <a:gd name="connsiteY56" fmla="*/ 1456661 h 4412512"/>
              <a:gd name="connsiteX57" fmla="*/ 10633 w 1371600"/>
              <a:gd name="connsiteY57" fmla="*/ 1233377 h 4412512"/>
              <a:gd name="connsiteX58" fmla="*/ 31898 w 1371600"/>
              <a:gd name="connsiteY58" fmla="*/ 1127051 h 4412512"/>
              <a:gd name="connsiteX59" fmla="*/ 53163 w 1371600"/>
              <a:gd name="connsiteY59" fmla="*/ 1031358 h 4412512"/>
              <a:gd name="connsiteX60" fmla="*/ 74428 w 1371600"/>
              <a:gd name="connsiteY60" fmla="*/ 967563 h 4412512"/>
              <a:gd name="connsiteX61" fmla="*/ 85061 w 1371600"/>
              <a:gd name="connsiteY61" fmla="*/ 935665 h 4412512"/>
              <a:gd name="connsiteX62" fmla="*/ 127591 w 1371600"/>
              <a:gd name="connsiteY62" fmla="*/ 871870 h 4412512"/>
              <a:gd name="connsiteX63" fmla="*/ 159489 w 1371600"/>
              <a:gd name="connsiteY63" fmla="*/ 808075 h 4412512"/>
              <a:gd name="connsiteX64" fmla="*/ 191386 w 1371600"/>
              <a:gd name="connsiteY64" fmla="*/ 712382 h 4412512"/>
              <a:gd name="connsiteX65" fmla="*/ 202019 w 1371600"/>
              <a:gd name="connsiteY65" fmla="*/ 680484 h 4412512"/>
              <a:gd name="connsiteX66" fmla="*/ 212652 w 1371600"/>
              <a:gd name="connsiteY66" fmla="*/ 648586 h 4412512"/>
              <a:gd name="connsiteX67" fmla="*/ 223284 w 1371600"/>
              <a:gd name="connsiteY67" fmla="*/ 606056 h 4412512"/>
              <a:gd name="connsiteX68" fmla="*/ 191386 w 1371600"/>
              <a:gd name="connsiteY68" fmla="*/ 393405 h 4412512"/>
              <a:gd name="connsiteX69" fmla="*/ 170121 w 1371600"/>
              <a:gd name="connsiteY69" fmla="*/ 361507 h 4412512"/>
              <a:gd name="connsiteX70" fmla="*/ 127591 w 1371600"/>
              <a:gd name="connsiteY70" fmla="*/ 265814 h 4412512"/>
              <a:gd name="connsiteX71" fmla="*/ 106326 w 1371600"/>
              <a:gd name="connsiteY71" fmla="*/ 202019 h 4412512"/>
              <a:gd name="connsiteX72" fmla="*/ 63796 w 1371600"/>
              <a:gd name="connsiteY72" fmla="*/ 106326 h 4412512"/>
              <a:gd name="connsiteX73" fmla="*/ 42531 w 1371600"/>
              <a:gd name="connsiteY73" fmla="*/ 10633 h 4412512"/>
              <a:gd name="connsiteX74" fmla="*/ 31898 w 1371600"/>
              <a:gd name="connsiteY74" fmla="*/ 0 h 4412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1371600" h="4412512">
                <a:moveTo>
                  <a:pt x="1371600" y="4412512"/>
                </a:moveTo>
                <a:cubicBezTo>
                  <a:pt x="1350335" y="4384158"/>
                  <a:pt x="1330248" y="4354882"/>
                  <a:pt x="1307805" y="4327451"/>
                </a:cubicBezTo>
                <a:cubicBezTo>
                  <a:pt x="1298283" y="4315813"/>
                  <a:pt x="1285533" y="4307105"/>
                  <a:pt x="1275907" y="4295554"/>
                </a:cubicBezTo>
                <a:cubicBezTo>
                  <a:pt x="1267726" y="4285737"/>
                  <a:pt x="1262069" y="4274055"/>
                  <a:pt x="1254642" y="4263656"/>
                </a:cubicBezTo>
                <a:cubicBezTo>
                  <a:pt x="1244342" y="4249236"/>
                  <a:pt x="1233045" y="4235546"/>
                  <a:pt x="1222745" y="4221126"/>
                </a:cubicBezTo>
                <a:cubicBezTo>
                  <a:pt x="1215318" y="4210727"/>
                  <a:pt x="1210516" y="4198264"/>
                  <a:pt x="1201480" y="4189228"/>
                </a:cubicBezTo>
                <a:cubicBezTo>
                  <a:pt x="1192444" y="4180192"/>
                  <a:pt x="1180215" y="4175051"/>
                  <a:pt x="1169582" y="4167963"/>
                </a:cubicBezTo>
                <a:cubicBezTo>
                  <a:pt x="1162494" y="4157330"/>
                  <a:pt x="1154032" y="4147495"/>
                  <a:pt x="1148317" y="4136065"/>
                </a:cubicBezTo>
                <a:cubicBezTo>
                  <a:pt x="1143305" y="4126041"/>
                  <a:pt x="1143450" y="4113778"/>
                  <a:pt x="1137684" y="4104168"/>
                </a:cubicBezTo>
                <a:cubicBezTo>
                  <a:pt x="1132526" y="4095572"/>
                  <a:pt x="1123507" y="4089991"/>
                  <a:pt x="1116419" y="4082902"/>
                </a:cubicBezTo>
                <a:cubicBezTo>
                  <a:pt x="1077636" y="3966561"/>
                  <a:pt x="1139491" y="4142791"/>
                  <a:pt x="1084521" y="4019107"/>
                </a:cubicBezTo>
                <a:cubicBezTo>
                  <a:pt x="1075417" y="3998624"/>
                  <a:pt x="1070344" y="3976577"/>
                  <a:pt x="1063256" y="3955312"/>
                </a:cubicBezTo>
                <a:cubicBezTo>
                  <a:pt x="1059712" y="3944679"/>
                  <a:pt x="1054822" y="3934404"/>
                  <a:pt x="1052624" y="3923414"/>
                </a:cubicBezTo>
                <a:cubicBezTo>
                  <a:pt x="1045536" y="3887972"/>
                  <a:pt x="1042789" y="3851377"/>
                  <a:pt x="1031359" y="3817088"/>
                </a:cubicBezTo>
                <a:cubicBezTo>
                  <a:pt x="995640" y="3709939"/>
                  <a:pt x="1050127" y="3876107"/>
                  <a:pt x="1010093" y="3742661"/>
                </a:cubicBezTo>
                <a:cubicBezTo>
                  <a:pt x="1003652" y="3721191"/>
                  <a:pt x="994264" y="3700611"/>
                  <a:pt x="988828" y="3678865"/>
                </a:cubicBezTo>
                <a:cubicBezTo>
                  <a:pt x="985284" y="3664688"/>
                  <a:pt x="983327" y="3650018"/>
                  <a:pt x="978196" y="3636335"/>
                </a:cubicBezTo>
                <a:cubicBezTo>
                  <a:pt x="950239" y="3561781"/>
                  <a:pt x="966511" y="3623597"/>
                  <a:pt x="935666" y="3561907"/>
                </a:cubicBezTo>
                <a:cubicBezTo>
                  <a:pt x="930654" y="3551882"/>
                  <a:pt x="930400" y="3539848"/>
                  <a:pt x="925033" y="3530009"/>
                </a:cubicBezTo>
                <a:cubicBezTo>
                  <a:pt x="909022" y="3500656"/>
                  <a:pt x="886823" y="3474855"/>
                  <a:pt x="871870" y="3444949"/>
                </a:cubicBezTo>
                <a:cubicBezTo>
                  <a:pt x="864782" y="3430772"/>
                  <a:pt x="856849" y="3416987"/>
                  <a:pt x="850605" y="3402419"/>
                </a:cubicBezTo>
                <a:cubicBezTo>
                  <a:pt x="846190" y="3392117"/>
                  <a:pt x="844985" y="3380546"/>
                  <a:pt x="839973" y="3370521"/>
                </a:cubicBezTo>
                <a:cubicBezTo>
                  <a:pt x="834258" y="3359091"/>
                  <a:pt x="825047" y="3349718"/>
                  <a:pt x="818707" y="3338623"/>
                </a:cubicBezTo>
                <a:cubicBezTo>
                  <a:pt x="810843" y="3324861"/>
                  <a:pt x="803686" y="3310661"/>
                  <a:pt x="797442" y="3296093"/>
                </a:cubicBezTo>
                <a:cubicBezTo>
                  <a:pt x="793027" y="3285791"/>
                  <a:pt x="791822" y="3274220"/>
                  <a:pt x="786810" y="3264195"/>
                </a:cubicBezTo>
                <a:cubicBezTo>
                  <a:pt x="781095" y="3252765"/>
                  <a:pt x="771885" y="3243393"/>
                  <a:pt x="765545" y="3232298"/>
                </a:cubicBezTo>
                <a:cubicBezTo>
                  <a:pt x="757681" y="3218536"/>
                  <a:pt x="751368" y="3203945"/>
                  <a:pt x="744280" y="3189768"/>
                </a:cubicBezTo>
                <a:cubicBezTo>
                  <a:pt x="729251" y="3114625"/>
                  <a:pt x="739362" y="3153750"/>
                  <a:pt x="712382" y="3072809"/>
                </a:cubicBezTo>
                <a:lnTo>
                  <a:pt x="712382" y="3072809"/>
                </a:lnTo>
                <a:cubicBezTo>
                  <a:pt x="674612" y="2921727"/>
                  <a:pt x="711054" y="3041356"/>
                  <a:pt x="669852" y="2945219"/>
                </a:cubicBezTo>
                <a:cubicBezTo>
                  <a:pt x="665437" y="2934917"/>
                  <a:pt x="664662" y="2923118"/>
                  <a:pt x="659219" y="2913321"/>
                </a:cubicBezTo>
                <a:cubicBezTo>
                  <a:pt x="646807" y="2890980"/>
                  <a:pt x="624771" y="2873772"/>
                  <a:pt x="616689" y="2849526"/>
                </a:cubicBezTo>
                <a:cubicBezTo>
                  <a:pt x="596354" y="2788523"/>
                  <a:pt x="620618" y="2845462"/>
                  <a:pt x="574159" y="2785730"/>
                </a:cubicBezTo>
                <a:cubicBezTo>
                  <a:pt x="558468" y="2765556"/>
                  <a:pt x="531628" y="2721935"/>
                  <a:pt x="531628" y="2721935"/>
                </a:cubicBezTo>
                <a:cubicBezTo>
                  <a:pt x="528084" y="2707758"/>
                  <a:pt x="527531" y="2692475"/>
                  <a:pt x="520996" y="2679405"/>
                </a:cubicBezTo>
                <a:cubicBezTo>
                  <a:pt x="496949" y="2631311"/>
                  <a:pt x="487107" y="2624250"/>
                  <a:pt x="457200" y="2594344"/>
                </a:cubicBezTo>
                <a:lnTo>
                  <a:pt x="435935" y="2530549"/>
                </a:lnTo>
                <a:cubicBezTo>
                  <a:pt x="432391" y="2519916"/>
                  <a:pt x="431520" y="2507976"/>
                  <a:pt x="425303" y="2498651"/>
                </a:cubicBezTo>
                <a:cubicBezTo>
                  <a:pt x="418215" y="2488019"/>
                  <a:pt x="409753" y="2478183"/>
                  <a:pt x="404038" y="2466754"/>
                </a:cubicBezTo>
                <a:cubicBezTo>
                  <a:pt x="399026" y="2456729"/>
                  <a:pt x="399622" y="2444181"/>
                  <a:pt x="393405" y="2434856"/>
                </a:cubicBezTo>
                <a:cubicBezTo>
                  <a:pt x="385064" y="2422345"/>
                  <a:pt x="372140" y="2413591"/>
                  <a:pt x="361507" y="2402958"/>
                </a:cubicBezTo>
                <a:cubicBezTo>
                  <a:pt x="350428" y="2369719"/>
                  <a:pt x="339682" y="2328156"/>
                  <a:pt x="308345" y="2307265"/>
                </a:cubicBezTo>
                <a:lnTo>
                  <a:pt x="276447" y="2286000"/>
                </a:lnTo>
                <a:cubicBezTo>
                  <a:pt x="262270" y="2264735"/>
                  <a:pt x="241999" y="2246451"/>
                  <a:pt x="233917" y="2222205"/>
                </a:cubicBezTo>
                <a:cubicBezTo>
                  <a:pt x="230373" y="2211572"/>
                  <a:pt x="226002" y="2201180"/>
                  <a:pt x="223284" y="2190307"/>
                </a:cubicBezTo>
                <a:cubicBezTo>
                  <a:pt x="215038" y="2157323"/>
                  <a:pt x="215524" y="2134959"/>
                  <a:pt x="202019" y="2105247"/>
                </a:cubicBezTo>
                <a:cubicBezTo>
                  <a:pt x="188901" y="2076388"/>
                  <a:pt x="159489" y="2020186"/>
                  <a:pt x="159489" y="2020186"/>
                </a:cubicBezTo>
                <a:cubicBezTo>
                  <a:pt x="155945" y="2002465"/>
                  <a:pt x="155202" y="1983944"/>
                  <a:pt x="148856" y="1967023"/>
                </a:cubicBezTo>
                <a:cubicBezTo>
                  <a:pt x="144369" y="1955058"/>
                  <a:pt x="132781" y="1946803"/>
                  <a:pt x="127591" y="1935126"/>
                </a:cubicBezTo>
                <a:cubicBezTo>
                  <a:pt x="118487" y="1914642"/>
                  <a:pt x="116351" y="1891379"/>
                  <a:pt x="106326" y="1871330"/>
                </a:cubicBezTo>
                <a:cubicBezTo>
                  <a:pt x="99238" y="1857153"/>
                  <a:pt x="90626" y="1843641"/>
                  <a:pt x="85061" y="1828800"/>
                </a:cubicBezTo>
                <a:cubicBezTo>
                  <a:pt x="79930" y="1815117"/>
                  <a:pt x="78442" y="1800321"/>
                  <a:pt x="74428" y="1786270"/>
                </a:cubicBezTo>
                <a:cubicBezTo>
                  <a:pt x="71349" y="1775493"/>
                  <a:pt x="66514" y="1765245"/>
                  <a:pt x="63796" y="1754372"/>
                </a:cubicBezTo>
                <a:cubicBezTo>
                  <a:pt x="44435" y="1676926"/>
                  <a:pt x="61502" y="1722785"/>
                  <a:pt x="42531" y="1637414"/>
                </a:cubicBezTo>
                <a:cubicBezTo>
                  <a:pt x="40100" y="1626473"/>
                  <a:pt x="34616" y="1616389"/>
                  <a:pt x="31898" y="1605516"/>
                </a:cubicBezTo>
                <a:cubicBezTo>
                  <a:pt x="27515" y="1587984"/>
                  <a:pt x="25186" y="1569995"/>
                  <a:pt x="21266" y="1552354"/>
                </a:cubicBezTo>
                <a:cubicBezTo>
                  <a:pt x="-8779" y="1417151"/>
                  <a:pt x="32085" y="1617075"/>
                  <a:pt x="0" y="1456661"/>
                </a:cubicBezTo>
                <a:cubicBezTo>
                  <a:pt x="3544" y="1382233"/>
                  <a:pt x="3456" y="1307543"/>
                  <a:pt x="10633" y="1233377"/>
                </a:cubicBezTo>
                <a:cubicBezTo>
                  <a:pt x="14115" y="1197401"/>
                  <a:pt x="24810" y="1162493"/>
                  <a:pt x="31898" y="1127051"/>
                </a:cubicBezTo>
                <a:cubicBezTo>
                  <a:pt x="37966" y="1096710"/>
                  <a:pt x="44157" y="1061380"/>
                  <a:pt x="53163" y="1031358"/>
                </a:cubicBezTo>
                <a:cubicBezTo>
                  <a:pt x="59604" y="1009888"/>
                  <a:pt x="67340" y="988828"/>
                  <a:pt x="74428" y="967563"/>
                </a:cubicBezTo>
                <a:cubicBezTo>
                  <a:pt x="77972" y="956930"/>
                  <a:pt x="78844" y="944990"/>
                  <a:pt x="85061" y="935665"/>
                </a:cubicBezTo>
                <a:cubicBezTo>
                  <a:pt x="99238" y="914400"/>
                  <a:pt x="119509" y="896116"/>
                  <a:pt x="127591" y="871870"/>
                </a:cubicBezTo>
                <a:cubicBezTo>
                  <a:pt x="142265" y="827849"/>
                  <a:pt x="132007" y="849297"/>
                  <a:pt x="159489" y="808075"/>
                </a:cubicBezTo>
                <a:lnTo>
                  <a:pt x="191386" y="712382"/>
                </a:lnTo>
                <a:lnTo>
                  <a:pt x="202019" y="680484"/>
                </a:lnTo>
                <a:cubicBezTo>
                  <a:pt x="205563" y="669851"/>
                  <a:pt x="209934" y="659459"/>
                  <a:pt x="212652" y="648586"/>
                </a:cubicBezTo>
                <a:lnTo>
                  <a:pt x="223284" y="606056"/>
                </a:lnTo>
                <a:cubicBezTo>
                  <a:pt x="220906" y="572764"/>
                  <a:pt x="223944" y="442244"/>
                  <a:pt x="191386" y="393405"/>
                </a:cubicBezTo>
                <a:lnTo>
                  <a:pt x="170121" y="361507"/>
                </a:lnTo>
                <a:cubicBezTo>
                  <a:pt x="144815" y="285589"/>
                  <a:pt x="161290" y="316363"/>
                  <a:pt x="127591" y="265814"/>
                </a:cubicBezTo>
                <a:cubicBezTo>
                  <a:pt x="120503" y="244549"/>
                  <a:pt x="118760" y="220670"/>
                  <a:pt x="106326" y="202019"/>
                </a:cubicBezTo>
                <a:cubicBezTo>
                  <a:pt x="82245" y="165897"/>
                  <a:pt x="72232" y="156938"/>
                  <a:pt x="63796" y="106326"/>
                </a:cubicBezTo>
                <a:cubicBezTo>
                  <a:pt x="59713" y="81829"/>
                  <a:pt x="55617" y="36806"/>
                  <a:pt x="42531" y="10633"/>
                </a:cubicBezTo>
                <a:cubicBezTo>
                  <a:pt x="40289" y="6150"/>
                  <a:pt x="35442" y="3544"/>
                  <a:pt x="3189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49B6B8B4-E3FA-4B6A-7C69-994A70E0B739}"/>
              </a:ext>
            </a:extLst>
          </p:cNvPr>
          <p:cNvSpPr/>
          <p:nvPr/>
        </p:nvSpPr>
        <p:spPr>
          <a:xfrm>
            <a:off x="28122250" y="13834033"/>
            <a:ext cx="323913" cy="247697"/>
          </a:xfrm>
          <a:custGeom>
            <a:avLst/>
            <a:gdLst>
              <a:gd name="connsiteX0" fmla="*/ 0 w 361507"/>
              <a:gd name="connsiteY0" fmla="*/ 276446 h 276446"/>
              <a:gd name="connsiteX1" fmla="*/ 74428 w 361507"/>
              <a:gd name="connsiteY1" fmla="*/ 212651 h 276446"/>
              <a:gd name="connsiteX2" fmla="*/ 127591 w 361507"/>
              <a:gd name="connsiteY2" fmla="*/ 170120 h 276446"/>
              <a:gd name="connsiteX3" fmla="*/ 180754 w 361507"/>
              <a:gd name="connsiteY3" fmla="*/ 127590 h 276446"/>
              <a:gd name="connsiteX4" fmla="*/ 276447 w 361507"/>
              <a:gd name="connsiteY4" fmla="*/ 74427 h 276446"/>
              <a:gd name="connsiteX5" fmla="*/ 329610 w 361507"/>
              <a:gd name="connsiteY5" fmla="*/ 31897 h 276446"/>
              <a:gd name="connsiteX6" fmla="*/ 361507 w 361507"/>
              <a:gd name="connsiteY6" fmla="*/ 0 h 276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1507" h="276446">
                <a:moveTo>
                  <a:pt x="0" y="276446"/>
                </a:moveTo>
                <a:cubicBezTo>
                  <a:pt x="24809" y="255181"/>
                  <a:pt x="51323" y="235756"/>
                  <a:pt x="74428" y="212651"/>
                </a:cubicBezTo>
                <a:cubicBezTo>
                  <a:pt x="122523" y="164556"/>
                  <a:pt x="65491" y="190821"/>
                  <a:pt x="127591" y="170120"/>
                </a:cubicBezTo>
                <a:cubicBezTo>
                  <a:pt x="166882" y="111184"/>
                  <a:pt x="126376" y="157800"/>
                  <a:pt x="180754" y="127590"/>
                </a:cubicBezTo>
                <a:cubicBezTo>
                  <a:pt x="290435" y="66656"/>
                  <a:pt x="204270" y="98487"/>
                  <a:pt x="276447" y="74427"/>
                </a:cubicBezTo>
                <a:cubicBezTo>
                  <a:pt x="324005" y="3091"/>
                  <a:pt x="267981" y="72983"/>
                  <a:pt x="329610" y="31897"/>
                </a:cubicBezTo>
                <a:cubicBezTo>
                  <a:pt x="342121" y="23556"/>
                  <a:pt x="361507" y="0"/>
                  <a:pt x="361507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CE494A95-4D04-3277-406E-E2B491DC6334}"/>
              </a:ext>
            </a:extLst>
          </p:cNvPr>
          <p:cNvSpPr/>
          <p:nvPr/>
        </p:nvSpPr>
        <p:spPr>
          <a:xfrm>
            <a:off x="28503317" y="13452965"/>
            <a:ext cx="247697" cy="323913"/>
          </a:xfrm>
          <a:custGeom>
            <a:avLst/>
            <a:gdLst>
              <a:gd name="connsiteX0" fmla="*/ 0 w 276446"/>
              <a:gd name="connsiteY0" fmla="*/ 361507 h 361507"/>
              <a:gd name="connsiteX1" fmla="*/ 276446 w 276446"/>
              <a:gd name="connsiteY1" fmla="*/ 0 h 3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76446" h="361507">
                <a:moveTo>
                  <a:pt x="0" y="361507"/>
                </a:moveTo>
                <a:lnTo>
                  <a:pt x="276446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9A1073C-63C6-FB59-07B3-E8B43F753446}"/>
                  </a:ext>
                </a:extLst>
              </p:cNvPr>
              <p:cNvSpPr txBox="1"/>
              <p:nvPr/>
            </p:nvSpPr>
            <p:spPr>
              <a:xfrm>
                <a:off x="24854101" y="12438837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9A1073C-63C6-FB59-07B3-E8B43F7534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54101" y="12438837"/>
                <a:ext cx="896111" cy="588751"/>
              </a:xfrm>
              <a:prstGeom prst="rect">
                <a:avLst/>
              </a:prstGeom>
              <a:blipFill>
                <a:blip r:embed="rId11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 1">
            <a:extLst>
              <a:ext uri="{FF2B5EF4-FFF2-40B4-BE49-F238E27FC236}">
                <a16:creationId xmlns:a16="http://schemas.microsoft.com/office/drawing/2014/main" id="{05569DCE-6F2F-CFEE-1161-0A27EC220FFB}"/>
              </a:ext>
            </a:extLst>
          </p:cNvPr>
          <p:cNvSpPr/>
          <p:nvPr/>
        </p:nvSpPr>
        <p:spPr>
          <a:xfrm>
            <a:off x="21330346" y="5950374"/>
            <a:ext cx="285815" cy="60270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132AAF52-5DF5-2F11-A89B-9E646095912C}"/>
              </a:ext>
            </a:extLst>
          </p:cNvPr>
          <p:cNvSpPr/>
          <p:nvPr/>
        </p:nvSpPr>
        <p:spPr>
          <a:xfrm>
            <a:off x="21242874" y="595004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A8845597-54F1-1FDA-0CBF-A2B9D8E8B5B8}"/>
              </a:ext>
            </a:extLst>
          </p:cNvPr>
          <p:cNvSpPr/>
          <p:nvPr/>
        </p:nvSpPr>
        <p:spPr>
          <a:xfrm>
            <a:off x="21518799" y="649547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4ACA42C5-34AB-01E6-4B8D-A54CF24C9DC3}"/>
              </a:ext>
            </a:extLst>
          </p:cNvPr>
          <p:cNvSpPr/>
          <p:nvPr/>
        </p:nvSpPr>
        <p:spPr>
          <a:xfrm>
            <a:off x="6147697" y="593079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C37B4591-BF42-A459-895D-847E625F6BDC}"/>
              </a:ext>
            </a:extLst>
          </p:cNvPr>
          <p:cNvGrpSpPr/>
          <p:nvPr/>
        </p:nvGrpSpPr>
        <p:grpSpPr>
          <a:xfrm>
            <a:off x="24749776" y="4911748"/>
            <a:ext cx="7187409" cy="5859899"/>
            <a:chOff x="26065361" y="17237100"/>
            <a:chExt cx="8984262" cy="7324876"/>
          </a:xfrm>
        </p:grpSpPr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65D0B86-D21E-AE38-F2FC-8B9727DB3B8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1F22092D-3AE0-F027-9A8E-F2CF77137FE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1F22092D-3AE0-F027-9A8E-F2CF77137F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1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F8D5DCA7-BD6D-805D-F5D1-848B8FF1AD5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F8D5DCA7-BD6D-805D-F5D1-848B8FF1AD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56597D98-F748-E4BF-EC49-4499067AF04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56597D98-F748-E4BF-EC49-4499067AF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CB33113B-6496-3DD7-4A93-18771CB1F1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415384D3-6174-CBFA-C92C-88A596C573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19D426A7-D4AA-6320-DA04-59CB0C3BAA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99E514E1-91FC-EB29-1E14-69C8459399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5D61FCB5-CC49-5941-8847-FC7DA36514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8D7E8607-13A3-D269-AF44-FC9848EBD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D94F7686-E207-98CF-361C-F8213BA05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BC29CC93-309A-0D2F-3E28-AE10891976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5F433667-19DD-890D-059D-B9B68C4A7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E406D1FD-5E66-DF03-5332-C3AD7D4DDC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A3F59F80-9B15-86B8-3479-719757ED74E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A98BF45F-24C4-2CA7-5ECC-FE34C6F79A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003C244D-9069-8094-8CB8-6E8D31343A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F9B044D-3763-58EA-CA1D-37D545693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137FCCCA-7664-64F2-5A47-5FAA7B930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6A3FC23D-4854-C877-7AB8-446664415B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9D1E53A9-EEA4-21F6-709F-457B9DC2BE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1C1A2AEB-E0EC-4ED1-383B-91DC2EE5D7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AF3C2DD-AC98-2257-F5D9-A16EFCB876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CB1CFAE3-8C13-C3E7-408F-220EE3FEF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8F634496-3121-C966-681B-0B0AFCD649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6689D919-960B-A757-045D-C594BF3D5C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DDF1B14C-17AC-5805-3D0A-C6CE20C5B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F3E3E3C3-AEA1-A4FD-FF50-17D77FCA80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1B3FAD40-C0DB-4259-7E48-85D444B68F6E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1B3FAD40-C0DB-4259-7E48-85D444B68F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8" name="TextBox 407">
                    <a:extLst>
                      <a:ext uri="{FF2B5EF4-FFF2-40B4-BE49-F238E27FC236}">
                        <a16:creationId xmlns:a16="http://schemas.microsoft.com/office/drawing/2014/main" id="{B52F5FF5-54AE-582F-74B2-6FF3F72356C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8" name="TextBox 407">
                    <a:extLst>
                      <a:ext uri="{FF2B5EF4-FFF2-40B4-BE49-F238E27FC236}">
                        <a16:creationId xmlns:a16="http://schemas.microsoft.com/office/drawing/2014/main" id="{B52F5FF5-54AE-582F-74B2-6FF3F72356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1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9" name="TextBox 408">
                    <a:extLst>
                      <a:ext uri="{FF2B5EF4-FFF2-40B4-BE49-F238E27FC236}">
                        <a16:creationId xmlns:a16="http://schemas.microsoft.com/office/drawing/2014/main" id="{8BC17704-9E03-2B12-B6DE-FC378542487C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9" name="TextBox 408">
                    <a:extLst>
                      <a:ext uri="{FF2B5EF4-FFF2-40B4-BE49-F238E27FC236}">
                        <a16:creationId xmlns:a16="http://schemas.microsoft.com/office/drawing/2014/main" id="{8BC17704-9E03-2B12-B6DE-FC37854248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1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0" name="TextBox 409">
                    <a:extLst>
                      <a:ext uri="{FF2B5EF4-FFF2-40B4-BE49-F238E27FC236}">
                        <a16:creationId xmlns:a16="http://schemas.microsoft.com/office/drawing/2014/main" id="{FFEF70C1-6B6D-BCD9-F29D-3ED13446BF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0" name="TextBox 409">
                    <a:extLst>
                      <a:ext uri="{FF2B5EF4-FFF2-40B4-BE49-F238E27FC236}">
                        <a16:creationId xmlns:a16="http://schemas.microsoft.com/office/drawing/2014/main" id="{FFEF70C1-6B6D-BCD9-F29D-3ED13446BF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46783844-46B2-D9CF-9489-293FBE571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2" name="TextBox 411">
                    <a:extLst>
                      <a:ext uri="{FF2B5EF4-FFF2-40B4-BE49-F238E27FC236}">
                        <a16:creationId xmlns:a16="http://schemas.microsoft.com/office/drawing/2014/main" id="{D99FA94D-0AFF-5E67-827F-61CA70F05E66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2" name="TextBox 411">
                    <a:extLst>
                      <a:ext uri="{FF2B5EF4-FFF2-40B4-BE49-F238E27FC236}">
                        <a16:creationId xmlns:a16="http://schemas.microsoft.com/office/drawing/2014/main" id="{D99FA94D-0AFF-5E67-827F-61CA70F05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3" name="TextBox 412">
                    <a:extLst>
                      <a:ext uri="{FF2B5EF4-FFF2-40B4-BE49-F238E27FC236}">
                        <a16:creationId xmlns:a16="http://schemas.microsoft.com/office/drawing/2014/main" id="{78FC26A7-0CA5-59C1-67AA-19F81DE55073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3" name="TextBox 412">
                    <a:extLst>
                      <a:ext uri="{FF2B5EF4-FFF2-40B4-BE49-F238E27FC236}">
                        <a16:creationId xmlns:a16="http://schemas.microsoft.com/office/drawing/2014/main" id="{78FC26A7-0CA5-59C1-67AA-19F81DE550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4" name="TextBox 413">
                    <a:extLst>
                      <a:ext uri="{FF2B5EF4-FFF2-40B4-BE49-F238E27FC236}">
                        <a16:creationId xmlns:a16="http://schemas.microsoft.com/office/drawing/2014/main" id="{FE8272F2-2327-676A-9311-2BDDBCBC3831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4" name="TextBox 413">
                    <a:extLst>
                      <a:ext uri="{FF2B5EF4-FFF2-40B4-BE49-F238E27FC236}">
                        <a16:creationId xmlns:a16="http://schemas.microsoft.com/office/drawing/2014/main" id="{FE8272F2-2327-676A-9311-2BDDBCBC38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17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5" name="TextBox 414">
                    <a:extLst>
                      <a:ext uri="{FF2B5EF4-FFF2-40B4-BE49-F238E27FC236}">
                        <a16:creationId xmlns:a16="http://schemas.microsoft.com/office/drawing/2014/main" id="{41FC998F-C7CD-C82F-7825-A968AA9EF968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5" name="TextBox 414">
                    <a:extLst>
                      <a:ext uri="{FF2B5EF4-FFF2-40B4-BE49-F238E27FC236}">
                        <a16:creationId xmlns:a16="http://schemas.microsoft.com/office/drawing/2014/main" id="{41FC998F-C7CD-C82F-7825-A968AA9EF9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11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6" name="TextBox 415">
                    <a:extLst>
                      <a:ext uri="{FF2B5EF4-FFF2-40B4-BE49-F238E27FC236}">
                        <a16:creationId xmlns:a16="http://schemas.microsoft.com/office/drawing/2014/main" id="{4EF34119-6272-DF78-BEB2-069634B084E0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6" name="TextBox 415">
                    <a:extLst>
                      <a:ext uri="{FF2B5EF4-FFF2-40B4-BE49-F238E27FC236}">
                        <a16:creationId xmlns:a16="http://schemas.microsoft.com/office/drawing/2014/main" id="{4EF34119-6272-DF78-BEB2-069634B084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119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0752DA53-9AE7-59E2-17B1-B840AF990DCC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0752DA53-9AE7-59E2-17B1-B840AF990D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2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C11BF04-61AE-E190-E0FE-EC328C39E9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A6A082EB-E632-B756-0D69-7AAEFF2099AE}"/>
                  </a:ext>
                </a:extLst>
              </p:cNvPr>
              <p:cNvSpPr txBox="1"/>
              <p:nvPr/>
            </p:nvSpPr>
            <p:spPr>
              <a:xfrm>
                <a:off x="2271713" y="4936418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A6A082EB-E632-B756-0D69-7AAEFF209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13" y="4936418"/>
                <a:ext cx="896111" cy="588751"/>
              </a:xfrm>
              <a:prstGeom prst="rect">
                <a:avLst/>
              </a:prstGeom>
              <a:blipFill>
                <a:blip r:embed="rId121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3" name="TextBox 582">
                <a:extLst>
                  <a:ext uri="{FF2B5EF4-FFF2-40B4-BE49-F238E27FC236}">
                    <a16:creationId xmlns:a16="http://schemas.microsoft.com/office/drawing/2014/main" id="{785E2C52-5641-9481-2F13-B2A1410AC158}"/>
                  </a:ext>
                </a:extLst>
              </p:cNvPr>
              <p:cNvSpPr txBox="1"/>
              <p:nvPr/>
            </p:nvSpPr>
            <p:spPr>
              <a:xfrm>
                <a:off x="10076111" y="4865792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3" name="TextBox 582">
                <a:extLst>
                  <a:ext uri="{FF2B5EF4-FFF2-40B4-BE49-F238E27FC236}">
                    <a16:creationId xmlns:a16="http://schemas.microsoft.com/office/drawing/2014/main" id="{785E2C52-5641-9481-2F13-B2A1410AC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6111" y="4865792"/>
                <a:ext cx="896111" cy="588751"/>
              </a:xfrm>
              <a:prstGeom prst="rect">
                <a:avLst/>
              </a:prstGeom>
              <a:blipFill>
                <a:blip r:embed="rId12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387DA45F-77B5-B7EA-DAF0-5AF34C235359}"/>
                  </a:ext>
                </a:extLst>
              </p:cNvPr>
              <p:cNvSpPr txBox="1"/>
              <p:nvPr/>
            </p:nvSpPr>
            <p:spPr>
              <a:xfrm>
                <a:off x="17515450" y="4803571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387DA45F-77B5-B7EA-DAF0-5AF34C235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15450" y="4803571"/>
                <a:ext cx="896111" cy="588751"/>
              </a:xfrm>
              <a:prstGeom prst="rect">
                <a:avLst/>
              </a:prstGeom>
              <a:blipFill>
                <a:blip r:embed="rId123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622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" name="Group 540">
            <a:extLst>
              <a:ext uri="{FF2B5EF4-FFF2-40B4-BE49-F238E27FC236}">
                <a16:creationId xmlns:a16="http://schemas.microsoft.com/office/drawing/2014/main" id="{4A6CC412-EB17-0E81-C124-DE5F22978FD1}"/>
              </a:ext>
            </a:extLst>
          </p:cNvPr>
          <p:cNvGrpSpPr/>
          <p:nvPr/>
        </p:nvGrpSpPr>
        <p:grpSpPr>
          <a:xfrm>
            <a:off x="24240176" y="11820907"/>
            <a:ext cx="7187409" cy="5859899"/>
            <a:chOff x="26065361" y="17237100"/>
            <a:chExt cx="8984262" cy="7324876"/>
          </a:xfrm>
        </p:grpSpPr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351D6890-1C92-3CA5-29D9-B8BDFB12D7A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4" name="TextBox 543">
                    <a:extLst>
                      <a:ext uri="{FF2B5EF4-FFF2-40B4-BE49-F238E27FC236}">
                        <a16:creationId xmlns:a16="http://schemas.microsoft.com/office/drawing/2014/main" id="{62DAD031-A178-6936-2AFB-76B5C614972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4" name="TextBox 543">
                    <a:extLst>
                      <a:ext uri="{FF2B5EF4-FFF2-40B4-BE49-F238E27FC236}">
                        <a16:creationId xmlns:a16="http://schemas.microsoft.com/office/drawing/2014/main" id="{62DAD031-A178-6936-2AFB-76B5C61497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5" name="TextBox 544">
                    <a:extLst>
                      <a:ext uri="{FF2B5EF4-FFF2-40B4-BE49-F238E27FC236}">
                        <a16:creationId xmlns:a16="http://schemas.microsoft.com/office/drawing/2014/main" id="{F466FBDE-7B7D-37F3-8AD2-EDF2336D6308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5" name="TextBox 544">
                    <a:extLst>
                      <a:ext uri="{FF2B5EF4-FFF2-40B4-BE49-F238E27FC236}">
                        <a16:creationId xmlns:a16="http://schemas.microsoft.com/office/drawing/2014/main" id="{F466FBDE-7B7D-37F3-8AD2-EDF2336D63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6" name="TextBox 545">
                    <a:extLst>
                      <a:ext uri="{FF2B5EF4-FFF2-40B4-BE49-F238E27FC236}">
                        <a16:creationId xmlns:a16="http://schemas.microsoft.com/office/drawing/2014/main" id="{54CA77C4-57F0-ADE4-D1DF-0F286012966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6" name="TextBox 545">
                    <a:extLst>
                      <a:ext uri="{FF2B5EF4-FFF2-40B4-BE49-F238E27FC236}">
                        <a16:creationId xmlns:a16="http://schemas.microsoft.com/office/drawing/2014/main" id="{54CA77C4-57F0-ADE4-D1DF-0F28601296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47" name="Straight Connector 546">
                <a:extLst>
                  <a:ext uri="{FF2B5EF4-FFF2-40B4-BE49-F238E27FC236}">
                    <a16:creationId xmlns:a16="http://schemas.microsoft.com/office/drawing/2014/main" id="{E6E6DF4C-66C7-793B-0257-FF6DB83F47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Straight Connector 547">
                <a:extLst>
                  <a:ext uri="{FF2B5EF4-FFF2-40B4-BE49-F238E27FC236}">
                    <a16:creationId xmlns:a16="http://schemas.microsoft.com/office/drawing/2014/main" id="{7B99A5D4-A483-717C-0595-2FA9746870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Straight Connector 548">
                <a:extLst>
                  <a:ext uri="{FF2B5EF4-FFF2-40B4-BE49-F238E27FC236}">
                    <a16:creationId xmlns:a16="http://schemas.microsoft.com/office/drawing/2014/main" id="{89859010-6DA3-6441-C71C-2A176926FE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Straight Connector 549">
                <a:extLst>
                  <a:ext uri="{FF2B5EF4-FFF2-40B4-BE49-F238E27FC236}">
                    <a16:creationId xmlns:a16="http://schemas.microsoft.com/office/drawing/2014/main" id="{78ED299F-09AB-8ED2-CA74-F1392810BB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Straight Connector 550">
                <a:extLst>
                  <a:ext uri="{FF2B5EF4-FFF2-40B4-BE49-F238E27FC236}">
                    <a16:creationId xmlns:a16="http://schemas.microsoft.com/office/drawing/2014/main" id="{CC87D3BB-D148-7954-23D8-39513901AA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Straight Connector 551">
                <a:extLst>
                  <a:ext uri="{FF2B5EF4-FFF2-40B4-BE49-F238E27FC236}">
                    <a16:creationId xmlns:a16="http://schemas.microsoft.com/office/drawing/2014/main" id="{8ADFDBCB-5C49-87D5-B038-0A88587BA1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Straight Connector 552">
                <a:extLst>
                  <a:ext uri="{FF2B5EF4-FFF2-40B4-BE49-F238E27FC236}">
                    <a16:creationId xmlns:a16="http://schemas.microsoft.com/office/drawing/2014/main" id="{DB72F036-3D39-F5D6-4DC2-CCCDF3C6CD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Straight Connector 553">
                <a:extLst>
                  <a:ext uri="{FF2B5EF4-FFF2-40B4-BE49-F238E27FC236}">
                    <a16:creationId xmlns:a16="http://schemas.microsoft.com/office/drawing/2014/main" id="{7659A5D0-E1B6-2D68-A4EB-12060E0E90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Straight Connector 554">
                <a:extLst>
                  <a:ext uri="{FF2B5EF4-FFF2-40B4-BE49-F238E27FC236}">
                    <a16:creationId xmlns:a16="http://schemas.microsoft.com/office/drawing/2014/main" id="{85D600E6-6CB3-C0A2-4FAD-BCBB94D693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Straight Connector 555">
                <a:extLst>
                  <a:ext uri="{FF2B5EF4-FFF2-40B4-BE49-F238E27FC236}">
                    <a16:creationId xmlns:a16="http://schemas.microsoft.com/office/drawing/2014/main" id="{1803277E-9DB2-F796-4F1F-A7D16BA1C0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595E1E4F-0842-A660-4740-08A5D84A7F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8" name="Straight Connector 557">
                <a:extLst>
                  <a:ext uri="{FF2B5EF4-FFF2-40B4-BE49-F238E27FC236}">
                    <a16:creationId xmlns:a16="http://schemas.microsoft.com/office/drawing/2014/main" id="{45142CD2-B5DA-D372-FF89-18FB0EA795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>
                <a:extLst>
                  <a:ext uri="{FF2B5EF4-FFF2-40B4-BE49-F238E27FC236}">
                    <a16:creationId xmlns:a16="http://schemas.microsoft.com/office/drawing/2014/main" id="{E7336E08-5D08-16FE-85BE-7E9D170030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Straight Connector 559">
                <a:extLst>
                  <a:ext uri="{FF2B5EF4-FFF2-40B4-BE49-F238E27FC236}">
                    <a16:creationId xmlns:a16="http://schemas.microsoft.com/office/drawing/2014/main" id="{57501C19-4CDB-4F00-F90A-FFF835E6D3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Straight Connector 560">
                <a:extLst>
                  <a:ext uri="{FF2B5EF4-FFF2-40B4-BE49-F238E27FC236}">
                    <a16:creationId xmlns:a16="http://schemas.microsoft.com/office/drawing/2014/main" id="{179E21C3-E3B7-64EC-3503-955138B49C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253D7B8C-5EAD-FD1A-0D2A-A8CEDE26C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7BFA06CF-C74D-DCCB-9E62-20721E959C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Straight Connector 563">
                <a:extLst>
                  <a:ext uri="{FF2B5EF4-FFF2-40B4-BE49-F238E27FC236}">
                    <a16:creationId xmlns:a16="http://schemas.microsoft.com/office/drawing/2014/main" id="{6B9EA16C-10BB-42AA-C626-F3B8C43A80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5" name="Straight Connector 564">
                <a:extLst>
                  <a:ext uri="{FF2B5EF4-FFF2-40B4-BE49-F238E27FC236}">
                    <a16:creationId xmlns:a16="http://schemas.microsoft.com/office/drawing/2014/main" id="{E3BC375E-3543-6744-CD46-D7D439FC54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Straight Connector 565">
                <a:extLst>
                  <a:ext uri="{FF2B5EF4-FFF2-40B4-BE49-F238E27FC236}">
                    <a16:creationId xmlns:a16="http://schemas.microsoft.com/office/drawing/2014/main" id="{2F43EC5B-77BE-82A6-600C-338D78502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Straight Connector 566">
                <a:extLst>
                  <a:ext uri="{FF2B5EF4-FFF2-40B4-BE49-F238E27FC236}">
                    <a16:creationId xmlns:a16="http://schemas.microsoft.com/office/drawing/2014/main" id="{0C499DF5-E020-2640-F356-04CCB7C082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Straight Connector 567">
                <a:extLst>
                  <a:ext uri="{FF2B5EF4-FFF2-40B4-BE49-F238E27FC236}">
                    <a16:creationId xmlns:a16="http://schemas.microsoft.com/office/drawing/2014/main" id="{8B878BF1-F65B-478B-F28F-3DD6E266D2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9" name="Straight Connector 568">
                <a:extLst>
                  <a:ext uri="{FF2B5EF4-FFF2-40B4-BE49-F238E27FC236}">
                    <a16:creationId xmlns:a16="http://schemas.microsoft.com/office/drawing/2014/main" id="{ED5B8DEA-B11A-2604-B9A9-5CAB8A941A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Straight Connector 569">
                <a:extLst>
                  <a:ext uri="{FF2B5EF4-FFF2-40B4-BE49-F238E27FC236}">
                    <a16:creationId xmlns:a16="http://schemas.microsoft.com/office/drawing/2014/main" id="{F51A30E0-B4EE-C82C-F953-AC1B8DEF5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82A1BFB8-5F7A-7ADB-9E1D-0F8A3EFB4714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82A1BFB8-5F7A-7ADB-9E1D-0F8A3EFB47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DB18F096-62B6-C512-6469-BEBF72C97051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DB18F096-62B6-C512-6469-BEBF72C970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244AF074-0E40-754E-55FA-8535A2C30B9A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244AF074-0E40-754E-55FA-8535A2C30B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D5E26D8F-2662-E21C-CD7A-E5BAEDA35273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D5E26D8F-2662-E21C-CD7A-E5BAEDA352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75" name="Straight Connector 574">
                <a:extLst>
                  <a:ext uri="{FF2B5EF4-FFF2-40B4-BE49-F238E27FC236}">
                    <a16:creationId xmlns:a16="http://schemas.microsoft.com/office/drawing/2014/main" id="{03F14DB9-A38B-BF88-34BA-E25409ED25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6" name="TextBox 575">
                    <a:extLst>
                      <a:ext uri="{FF2B5EF4-FFF2-40B4-BE49-F238E27FC236}">
                        <a16:creationId xmlns:a16="http://schemas.microsoft.com/office/drawing/2014/main" id="{3AEED45C-D5A1-94EF-DBEC-A3D3A470DC01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6" name="TextBox 575">
                    <a:extLst>
                      <a:ext uri="{FF2B5EF4-FFF2-40B4-BE49-F238E27FC236}">
                        <a16:creationId xmlns:a16="http://schemas.microsoft.com/office/drawing/2014/main" id="{3AEED45C-D5A1-94EF-DBEC-A3D3A470DC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7" name="TextBox 576">
                    <a:extLst>
                      <a:ext uri="{FF2B5EF4-FFF2-40B4-BE49-F238E27FC236}">
                        <a16:creationId xmlns:a16="http://schemas.microsoft.com/office/drawing/2014/main" id="{0A417269-90EB-B04E-B4B8-4C3760A5520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7" name="TextBox 576">
                    <a:extLst>
                      <a:ext uri="{FF2B5EF4-FFF2-40B4-BE49-F238E27FC236}">
                        <a16:creationId xmlns:a16="http://schemas.microsoft.com/office/drawing/2014/main" id="{0A417269-90EB-B04E-B4B8-4C3760A552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8" name="TextBox 577">
                    <a:extLst>
                      <a:ext uri="{FF2B5EF4-FFF2-40B4-BE49-F238E27FC236}">
                        <a16:creationId xmlns:a16="http://schemas.microsoft.com/office/drawing/2014/main" id="{7E1C3E3C-78BA-364E-923D-EDA46512D164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8" name="TextBox 577">
                    <a:extLst>
                      <a:ext uri="{FF2B5EF4-FFF2-40B4-BE49-F238E27FC236}">
                        <a16:creationId xmlns:a16="http://schemas.microsoft.com/office/drawing/2014/main" id="{7E1C3E3C-78BA-364E-923D-EDA46512D1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9" name="TextBox 578">
                    <a:extLst>
                      <a:ext uri="{FF2B5EF4-FFF2-40B4-BE49-F238E27FC236}">
                        <a16:creationId xmlns:a16="http://schemas.microsoft.com/office/drawing/2014/main" id="{727389A5-0DDA-6F96-7439-82009A725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9" name="TextBox 578">
                    <a:extLst>
                      <a:ext uri="{FF2B5EF4-FFF2-40B4-BE49-F238E27FC236}">
                        <a16:creationId xmlns:a16="http://schemas.microsoft.com/office/drawing/2014/main" id="{727389A5-0DDA-6F96-7439-82009A725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0" name="TextBox 579">
                    <a:extLst>
                      <a:ext uri="{FF2B5EF4-FFF2-40B4-BE49-F238E27FC236}">
                        <a16:creationId xmlns:a16="http://schemas.microsoft.com/office/drawing/2014/main" id="{60A6D28E-18EF-878B-3354-77955FF13F27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0" name="TextBox 579">
                    <a:extLst>
                      <a:ext uri="{FF2B5EF4-FFF2-40B4-BE49-F238E27FC236}">
                        <a16:creationId xmlns:a16="http://schemas.microsoft.com/office/drawing/2014/main" id="{60A6D28E-18EF-878B-3354-77955FF13F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1" name="TextBox 580">
                    <a:extLst>
                      <a:ext uri="{FF2B5EF4-FFF2-40B4-BE49-F238E27FC236}">
                        <a16:creationId xmlns:a16="http://schemas.microsoft.com/office/drawing/2014/main" id="{F0A8B247-F681-5290-E8CA-41AD69536A1A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1" name="TextBox 580">
                    <a:extLst>
                      <a:ext uri="{FF2B5EF4-FFF2-40B4-BE49-F238E27FC236}">
                        <a16:creationId xmlns:a16="http://schemas.microsoft.com/office/drawing/2014/main" id="{F0A8B247-F681-5290-E8CA-41AD69536A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43" name="Straight Connector 542">
              <a:extLst>
                <a:ext uri="{FF2B5EF4-FFF2-40B4-BE49-F238E27FC236}">
                  <a16:creationId xmlns:a16="http://schemas.microsoft.com/office/drawing/2014/main" id="{B9DEAF25-98F5-4CF3-A1D1-90901F55C7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0" name="Group 499">
            <a:extLst>
              <a:ext uri="{FF2B5EF4-FFF2-40B4-BE49-F238E27FC236}">
                <a16:creationId xmlns:a16="http://schemas.microsoft.com/office/drawing/2014/main" id="{A6B97C4B-D7CC-FB31-0454-849260124B0B}"/>
              </a:ext>
            </a:extLst>
          </p:cNvPr>
          <p:cNvGrpSpPr/>
          <p:nvPr/>
        </p:nvGrpSpPr>
        <p:grpSpPr>
          <a:xfrm>
            <a:off x="16757756" y="11768644"/>
            <a:ext cx="7187409" cy="5859899"/>
            <a:chOff x="26065361" y="17237100"/>
            <a:chExt cx="8984262" cy="7324876"/>
          </a:xfrm>
        </p:grpSpPr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8707C274-E2C5-BB51-A898-E3F25AA0C07C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3" name="TextBox 502">
                    <a:extLst>
                      <a:ext uri="{FF2B5EF4-FFF2-40B4-BE49-F238E27FC236}">
                        <a16:creationId xmlns:a16="http://schemas.microsoft.com/office/drawing/2014/main" id="{930EC7C2-1AFB-B99F-A801-B5DBCF3672C8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3" name="TextBox 502">
                    <a:extLst>
                      <a:ext uri="{FF2B5EF4-FFF2-40B4-BE49-F238E27FC236}">
                        <a16:creationId xmlns:a16="http://schemas.microsoft.com/office/drawing/2014/main" id="{930EC7C2-1AFB-B99F-A801-B5DBCF367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4" name="TextBox 503">
                    <a:extLst>
                      <a:ext uri="{FF2B5EF4-FFF2-40B4-BE49-F238E27FC236}">
                        <a16:creationId xmlns:a16="http://schemas.microsoft.com/office/drawing/2014/main" id="{7C393C38-FA11-BE09-6455-FC9A777A29D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4" name="TextBox 503">
                    <a:extLst>
                      <a:ext uri="{FF2B5EF4-FFF2-40B4-BE49-F238E27FC236}">
                        <a16:creationId xmlns:a16="http://schemas.microsoft.com/office/drawing/2014/main" id="{7C393C38-FA11-BE09-6455-FC9A777A29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5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5" name="TextBox 504">
                    <a:extLst>
                      <a:ext uri="{FF2B5EF4-FFF2-40B4-BE49-F238E27FC236}">
                        <a16:creationId xmlns:a16="http://schemas.microsoft.com/office/drawing/2014/main" id="{144BB5DF-0245-25AC-4C97-3F4A7E10F984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5" name="TextBox 504">
                    <a:extLst>
                      <a:ext uri="{FF2B5EF4-FFF2-40B4-BE49-F238E27FC236}">
                        <a16:creationId xmlns:a16="http://schemas.microsoft.com/office/drawing/2014/main" id="{144BB5DF-0245-25AC-4C97-3F4A7E10F9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06" name="Straight Connector 505">
                <a:extLst>
                  <a:ext uri="{FF2B5EF4-FFF2-40B4-BE49-F238E27FC236}">
                    <a16:creationId xmlns:a16="http://schemas.microsoft.com/office/drawing/2014/main" id="{6EF8446D-472B-E0EF-57F1-66A068B64F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Straight Connector 506">
                <a:extLst>
                  <a:ext uri="{FF2B5EF4-FFF2-40B4-BE49-F238E27FC236}">
                    <a16:creationId xmlns:a16="http://schemas.microsoft.com/office/drawing/2014/main" id="{99FC9947-AEC4-34CC-219B-7CD507809F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Straight Connector 507">
                <a:extLst>
                  <a:ext uri="{FF2B5EF4-FFF2-40B4-BE49-F238E27FC236}">
                    <a16:creationId xmlns:a16="http://schemas.microsoft.com/office/drawing/2014/main" id="{CA4EAB81-8ABC-52DE-44C9-058E50B566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9" name="Straight Connector 508">
                <a:extLst>
                  <a:ext uri="{FF2B5EF4-FFF2-40B4-BE49-F238E27FC236}">
                    <a16:creationId xmlns:a16="http://schemas.microsoft.com/office/drawing/2014/main" id="{8887F05A-1074-A400-BB92-D0EE1E3FB0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Straight Connector 509">
                <a:extLst>
                  <a:ext uri="{FF2B5EF4-FFF2-40B4-BE49-F238E27FC236}">
                    <a16:creationId xmlns:a16="http://schemas.microsoft.com/office/drawing/2014/main" id="{C29F117D-53F0-96AB-B55B-01293049FE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Straight Connector 510">
                <a:extLst>
                  <a:ext uri="{FF2B5EF4-FFF2-40B4-BE49-F238E27FC236}">
                    <a16:creationId xmlns:a16="http://schemas.microsoft.com/office/drawing/2014/main" id="{9BF55358-3D0C-C59A-DBED-0D74233C71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Straight Connector 511">
                <a:extLst>
                  <a:ext uri="{FF2B5EF4-FFF2-40B4-BE49-F238E27FC236}">
                    <a16:creationId xmlns:a16="http://schemas.microsoft.com/office/drawing/2014/main" id="{33956B79-EABB-7865-6AC8-05272C099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Straight Connector 512">
                <a:extLst>
                  <a:ext uri="{FF2B5EF4-FFF2-40B4-BE49-F238E27FC236}">
                    <a16:creationId xmlns:a16="http://schemas.microsoft.com/office/drawing/2014/main" id="{043F2E3C-651B-004D-2509-3DE0951672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Straight Connector 513">
                <a:extLst>
                  <a:ext uri="{FF2B5EF4-FFF2-40B4-BE49-F238E27FC236}">
                    <a16:creationId xmlns:a16="http://schemas.microsoft.com/office/drawing/2014/main" id="{2C463BED-805E-74E3-303E-85EC50687A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B55CCBEB-09C0-D6ED-1F05-87A52C4470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Straight Connector 515">
                <a:extLst>
                  <a:ext uri="{FF2B5EF4-FFF2-40B4-BE49-F238E27FC236}">
                    <a16:creationId xmlns:a16="http://schemas.microsoft.com/office/drawing/2014/main" id="{8957B55C-7794-1E47-643A-77AC60FD94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0E1842DE-516D-4FE8-85FA-4DD8F78079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Straight Connector 517">
                <a:extLst>
                  <a:ext uri="{FF2B5EF4-FFF2-40B4-BE49-F238E27FC236}">
                    <a16:creationId xmlns:a16="http://schemas.microsoft.com/office/drawing/2014/main" id="{9C17AA77-0F13-32B1-A545-162789889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9" name="Straight Connector 518">
                <a:extLst>
                  <a:ext uri="{FF2B5EF4-FFF2-40B4-BE49-F238E27FC236}">
                    <a16:creationId xmlns:a16="http://schemas.microsoft.com/office/drawing/2014/main" id="{379B3F83-2517-4A53-D240-32A51BDC5D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E307817B-195D-A927-9878-94FC671E13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F5254097-66B8-F247-3536-E40BDA1D97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2" name="Straight Connector 521">
                <a:extLst>
                  <a:ext uri="{FF2B5EF4-FFF2-40B4-BE49-F238E27FC236}">
                    <a16:creationId xmlns:a16="http://schemas.microsoft.com/office/drawing/2014/main" id="{ABBCBB36-B843-57FB-624B-3B76677025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" name="Straight Connector 522">
                <a:extLst>
                  <a:ext uri="{FF2B5EF4-FFF2-40B4-BE49-F238E27FC236}">
                    <a16:creationId xmlns:a16="http://schemas.microsoft.com/office/drawing/2014/main" id="{435FC1F3-BF59-5AF5-5400-EB807CB6E7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4" name="Straight Connector 523">
                <a:extLst>
                  <a:ext uri="{FF2B5EF4-FFF2-40B4-BE49-F238E27FC236}">
                    <a16:creationId xmlns:a16="http://schemas.microsoft.com/office/drawing/2014/main" id="{7412D582-B9B9-37B1-8BAF-F167B05A0F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Straight Connector 524">
                <a:extLst>
                  <a:ext uri="{FF2B5EF4-FFF2-40B4-BE49-F238E27FC236}">
                    <a16:creationId xmlns:a16="http://schemas.microsoft.com/office/drawing/2014/main" id="{93E0FC35-A5DD-01C2-01E8-19A7E13B64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Straight Connector 525">
                <a:extLst>
                  <a:ext uri="{FF2B5EF4-FFF2-40B4-BE49-F238E27FC236}">
                    <a16:creationId xmlns:a16="http://schemas.microsoft.com/office/drawing/2014/main" id="{FFC2D5FD-7B03-5E75-D35B-37F09317A5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7" name="Straight Connector 526">
                <a:extLst>
                  <a:ext uri="{FF2B5EF4-FFF2-40B4-BE49-F238E27FC236}">
                    <a16:creationId xmlns:a16="http://schemas.microsoft.com/office/drawing/2014/main" id="{4613C4F6-5CC0-7647-30EA-D699A631F9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Straight Connector 527">
                <a:extLst>
                  <a:ext uri="{FF2B5EF4-FFF2-40B4-BE49-F238E27FC236}">
                    <a16:creationId xmlns:a16="http://schemas.microsoft.com/office/drawing/2014/main" id="{7FEDD2CA-B47A-9146-E1C2-60BB08C7E6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9" name="Straight Connector 528">
                <a:extLst>
                  <a:ext uri="{FF2B5EF4-FFF2-40B4-BE49-F238E27FC236}">
                    <a16:creationId xmlns:a16="http://schemas.microsoft.com/office/drawing/2014/main" id="{3BF2F759-75DB-344E-C898-EFD66EC04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277F9CD7-9F21-5BED-54D9-3A42F6707FAF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277F9CD7-9F21-5BED-54D9-3A42F6707F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34EA6660-8605-8C0F-E42F-8D63BBADAB92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34EA6660-8605-8C0F-E42F-8D63BBADAB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200FCDCE-1115-7F63-4419-965653C138C0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200FCDCE-1115-7F63-4419-965653C138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73E26B89-E749-12AF-CF5E-8031EB3CBA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73E26B89-E749-12AF-CF5E-8031EB3CBA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34" name="Straight Connector 533">
                <a:extLst>
                  <a:ext uri="{FF2B5EF4-FFF2-40B4-BE49-F238E27FC236}">
                    <a16:creationId xmlns:a16="http://schemas.microsoft.com/office/drawing/2014/main" id="{7924D916-A334-5819-58D1-3BF82F8BF6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5" name="TextBox 534">
                    <a:extLst>
                      <a:ext uri="{FF2B5EF4-FFF2-40B4-BE49-F238E27FC236}">
                        <a16:creationId xmlns:a16="http://schemas.microsoft.com/office/drawing/2014/main" id="{DAF5398B-9775-6B74-D7A6-C7A8D260228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5" name="TextBox 534">
                    <a:extLst>
                      <a:ext uri="{FF2B5EF4-FFF2-40B4-BE49-F238E27FC236}">
                        <a16:creationId xmlns:a16="http://schemas.microsoft.com/office/drawing/2014/main" id="{DAF5398B-9775-6B74-D7A6-C7A8D26022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6" name="TextBox 535">
                    <a:extLst>
                      <a:ext uri="{FF2B5EF4-FFF2-40B4-BE49-F238E27FC236}">
                        <a16:creationId xmlns:a16="http://schemas.microsoft.com/office/drawing/2014/main" id="{30547876-7E52-27E6-6A25-2F54C97CED4A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6" name="TextBox 535">
                    <a:extLst>
                      <a:ext uri="{FF2B5EF4-FFF2-40B4-BE49-F238E27FC236}">
                        <a16:creationId xmlns:a16="http://schemas.microsoft.com/office/drawing/2014/main" id="{30547876-7E52-27E6-6A25-2F54C97CED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7" name="TextBox 536">
                    <a:extLst>
                      <a:ext uri="{FF2B5EF4-FFF2-40B4-BE49-F238E27FC236}">
                        <a16:creationId xmlns:a16="http://schemas.microsoft.com/office/drawing/2014/main" id="{36ACD251-DB23-0F4D-217D-D8E2EF547F0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7" name="TextBox 536">
                    <a:extLst>
                      <a:ext uri="{FF2B5EF4-FFF2-40B4-BE49-F238E27FC236}">
                        <a16:creationId xmlns:a16="http://schemas.microsoft.com/office/drawing/2014/main" id="{36ACD251-DB23-0F4D-217D-D8E2EF547F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8" name="TextBox 537">
                    <a:extLst>
                      <a:ext uri="{FF2B5EF4-FFF2-40B4-BE49-F238E27FC236}">
                        <a16:creationId xmlns:a16="http://schemas.microsoft.com/office/drawing/2014/main" id="{F77DAB87-9D97-AE4E-F87D-B89E8883191E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8" name="TextBox 537">
                    <a:extLst>
                      <a:ext uri="{FF2B5EF4-FFF2-40B4-BE49-F238E27FC236}">
                        <a16:creationId xmlns:a16="http://schemas.microsoft.com/office/drawing/2014/main" id="{F77DAB87-9D97-AE4E-F87D-B89E888319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9" name="TextBox 538">
                    <a:extLst>
                      <a:ext uri="{FF2B5EF4-FFF2-40B4-BE49-F238E27FC236}">
                        <a16:creationId xmlns:a16="http://schemas.microsoft.com/office/drawing/2014/main" id="{D64742EF-948B-768B-C29F-E66E54E7093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9" name="TextBox 538">
                    <a:extLst>
                      <a:ext uri="{FF2B5EF4-FFF2-40B4-BE49-F238E27FC236}">
                        <a16:creationId xmlns:a16="http://schemas.microsoft.com/office/drawing/2014/main" id="{D64742EF-948B-768B-C29F-E66E54E709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0" name="TextBox 539">
                    <a:extLst>
                      <a:ext uri="{FF2B5EF4-FFF2-40B4-BE49-F238E27FC236}">
                        <a16:creationId xmlns:a16="http://schemas.microsoft.com/office/drawing/2014/main" id="{29D41CC0-4A6C-822F-BFD1-709A9EC17E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0" name="TextBox 539">
                    <a:extLst>
                      <a:ext uri="{FF2B5EF4-FFF2-40B4-BE49-F238E27FC236}">
                        <a16:creationId xmlns:a16="http://schemas.microsoft.com/office/drawing/2014/main" id="{29D41CC0-4A6C-822F-BFD1-709A9EC17E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02" name="Straight Connector 501">
              <a:extLst>
                <a:ext uri="{FF2B5EF4-FFF2-40B4-BE49-F238E27FC236}">
                  <a16:creationId xmlns:a16="http://schemas.microsoft.com/office/drawing/2014/main" id="{CEC3C96E-D0DB-14B7-2977-CEDE964CD6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D901F684-9FD6-FCC9-CA02-426B81EE096B}"/>
              </a:ext>
            </a:extLst>
          </p:cNvPr>
          <p:cNvGrpSpPr/>
          <p:nvPr/>
        </p:nvGrpSpPr>
        <p:grpSpPr>
          <a:xfrm>
            <a:off x="9173012" y="11707628"/>
            <a:ext cx="7187409" cy="5859899"/>
            <a:chOff x="26065361" y="17237100"/>
            <a:chExt cx="8984262" cy="7324876"/>
          </a:xfrm>
        </p:grpSpPr>
        <p:grpSp>
          <p:nvGrpSpPr>
            <p:cNvPr id="460" name="Group 459">
              <a:extLst>
                <a:ext uri="{FF2B5EF4-FFF2-40B4-BE49-F238E27FC236}">
                  <a16:creationId xmlns:a16="http://schemas.microsoft.com/office/drawing/2014/main" id="{746D5A5D-9F03-3624-C392-78C178CE7BCA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2" name="TextBox 461">
                    <a:extLst>
                      <a:ext uri="{FF2B5EF4-FFF2-40B4-BE49-F238E27FC236}">
                        <a16:creationId xmlns:a16="http://schemas.microsoft.com/office/drawing/2014/main" id="{528FD768-6A2B-5718-B6F6-C53D666EEE0D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2" name="TextBox 461">
                    <a:extLst>
                      <a:ext uri="{FF2B5EF4-FFF2-40B4-BE49-F238E27FC236}">
                        <a16:creationId xmlns:a16="http://schemas.microsoft.com/office/drawing/2014/main" id="{528FD768-6A2B-5718-B6F6-C53D666EEE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3" name="TextBox 462">
                    <a:extLst>
                      <a:ext uri="{FF2B5EF4-FFF2-40B4-BE49-F238E27FC236}">
                        <a16:creationId xmlns:a16="http://schemas.microsoft.com/office/drawing/2014/main" id="{538C4866-424D-CDA3-15BA-15A9D93ACFB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3" name="TextBox 462">
                    <a:extLst>
                      <a:ext uri="{FF2B5EF4-FFF2-40B4-BE49-F238E27FC236}">
                        <a16:creationId xmlns:a16="http://schemas.microsoft.com/office/drawing/2014/main" id="{538C4866-424D-CDA3-15BA-15A9D93ACF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4" name="TextBox 463">
                    <a:extLst>
                      <a:ext uri="{FF2B5EF4-FFF2-40B4-BE49-F238E27FC236}">
                        <a16:creationId xmlns:a16="http://schemas.microsoft.com/office/drawing/2014/main" id="{0C911B88-66BE-37A4-6327-DEF8D88830E3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4" name="TextBox 463">
                    <a:extLst>
                      <a:ext uri="{FF2B5EF4-FFF2-40B4-BE49-F238E27FC236}">
                        <a16:creationId xmlns:a16="http://schemas.microsoft.com/office/drawing/2014/main" id="{0C911B88-66BE-37A4-6327-DEF8D88830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5" name="Straight Connector 464">
                <a:extLst>
                  <a:ext uri="{FF2B5EF4-FFF2-40B4-BE49-F238E27FC236}">
                    <a16:creationId xmlns:a16="http://schemas.microsoft.com/office/drawing/2014/main" id="{0F22D0CC-EEA1-0FEB-8562-E2EC04D9B65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Straight Connector 465">
                <a:extLst>
                  <a:ext uri="{FF2B5EF4-FFF2-40B4-BE49-F238E27FC236}">
                    <a16:creationId xmlns:a16="http://schemas.microsoft.com/office/drawing/2014/main" id="{27E458FF-DFD6-062A-0FC9-E2696015A0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E7F831A4-8899-C2EF-00AC-7467F5CDA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79B36BD1-C24E-68D1-9E8E-28776C18AB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19917DF8-9AAE-9DEA-B16B-91002DB51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Straight Connector 469">
                <a:extLst>
                  <a:ext uri="{FF2B5EF4-FFF2-40B4-BE49-F238E27FC236}">
                    <a16:creationId xmlns:a16="http://schemas.microsoft.com/office/drawing/2014/main" id="{9B115875-C8ED-ABE5-903A-D31DCB2967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485089EF-4A1C-0B92-1D94-2B9A6B10F9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4FB40417-72EC-C63E-D534-FBBA31632A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C8E1BC73-D284-D158-9115-8857B76D60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7CFF4F0C-EF25-B009-FEB9-B480998241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948529CD-B55D-C654-F519-EE60E88B13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67B60118-DF9A-7E0A-839C-2708B1A958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Straight Connector 476">
                <a:extLst>
                  <a:ext uri="{FF2B5EF4-FFF2-40B4-BE49-F238E27FC236}">
                    <a16:creationId xmlns:a16="http://schemas.microsoft.com/office/drawing/2014/main" id="{4CCC54EC-5A69-F4E3-654D-DB4E98B4F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6BA8DA90-1DA0-B303-DFA3-035F537674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4C64C825-C094-BAC1-6BC6-615ECAFA0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83425095-B79D-6756-7EB3-634FCBFE74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>
                <a:extLst>
                  <a:ext uri="{FF2B5EF4-FFF2-40B4-BE49-F238E27FC236}">
                    <a16:creationId xmlns:a16="http://schemas.microsoft.com/office/drawing/2014/main" id="{E3C971A1-6332-DD64-F0A7-A03CA8821D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634705A5-D2BD-8F30-4BD0-3EF7DDF415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459234C7-40CC-C1B6-FDC6-4EFD191CF4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>
                <a:extLst>
                  <a:ext uri="{FF2B5EF4-FFF2-40B4-BE49-F238E27FC236}">
                    <a16:creationId xmlns:a16="http://schemas.microsoft.com/office/drawing/2014/main" id="{07F6CBF2-39C8-7E25-7422-57D156A0E3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77622604-E865-7906-6970-D1774C8536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5B3C9B35-678B-1EB7-39C4-CEF3E8D6CB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371F80D0-6CBB-9FDB-0E14-6488E9F31F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685E1334-AB66-CE41-AC49-A7A577DD41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3EDC1E1-971C-450B-674D-6F3AA8C60B50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3EDC1E1-971C-450B-674D-6F3AA8C60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6C48E1D4-08E8-B026-F2CD-0699199ACB2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6C48E1D4-08E8-B026-F2CD-0699199ACB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784A55E2-D9C4-6EF5-EC84-AD485E498879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784A55E2-D9C4-6EF5-EC84-AD485E498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2" name="TextBox 491">
                    <a:extLst>
                      <a:ext uri="{FF2B5EF4-FFF2-40B4-BE49-F238E27FC236}">
                        <a16:creationId xmlns:a16="http://schemas.microsoft.com/office/drawing/2014/main" id="{9D03A5D9-CEEB-5A94-4271-2AD8FA13F81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2" name="TextBox 491">
                    <a:extLst>
                      <a:ext uri="{FF2B5EF4-FFF2-40B4-BE49-F238E27FC236}">
                        <a16:creationId xmlns:a16="http://schemas.microsoft.com/office/drawing/2014/main" id="{9D03A5D9-CEEB-5A94-4271-2AD8FA13F8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3" name="Straight Connector 492">
                <a:extLst>
                  <a:ext uri="{FF2B5EF4-FFF2-40B4-BE49-F238E27FC236}">
                    <a16:creationId xmlns:a16="http://schemas.microsoft.com/office/drawing/2014/main" id="{0E571F79-794C-4266-FB5B-829F50D687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4" name="TextBox 493">
                    <a:extLst>
                      <a:ext uri="{FF2B5EF4-FFF2-40B4-BE49-F238E27FC236}">
                        <a16:creationId xmlns:a16="http://schemas.microsoft.com/office/drawing/2014/main" id="{9B5C9D3C-B8CA-F08E-8518-43CCD633DCC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4" name="TextBox 493">
                    <a:extLst>
                      <a:ext uri="{FF2B5EF4-FFF2-40B4-BE49-F238E27FC236}">
                        <a16:creationId xmlns:a16="http://schemas.microsoft.com/office/drawing/2014/main" id="{9B5C9D3C-B8CA-F08E-8518-43CCD633DC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5" name="TextBox 494">
                    <a:extLst>
                      <a:ext uri="{FF2B5EF4-FFF2-40B4-BE49-F238E27FC236}">
                        <a16:creationId xmlns:a16="http://schemas.microsoft.com/office/drawing/2014/main" id="{95E7B5E6-B2E5-F732-F85B-738C6A720589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5" name="TextBox 494">
                    <a:extLst>
                      <a:ext uri="{FF2B5EF4-FFF2-40B4-BE49-F238E27FC236}">
                        <a16:creationId xmlns:a16="http://schemas.microsoft.com/office/drawing/2014/main" id="{95E7B5E6-B2E5-F732-F85B-738C6A7205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6" name="TextBox 495">
                    <a:extLst>
                      <a:ext uri="{FF2B5EF4-FFF2-40B4-BE49-F238E27FC236}">
                        <a16:creationId xmlns:a16="http://schemas.microsoft.com/office/drawing/2014/main" id="{05F29F9D-0D17-33EC-8F6B-B38A9367B452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6" name="TextBox 495">
                    <a:extLst>
                      <a:ext uri="{FF2B5EF4-FFF2-40B4-BE49-F238E27FC236}">
                        <a16:creationId xmlns:a16="http://schemas.microsoft.com/office/drawing/2014/main" id="{05F29F9D-0D17-33EC-8F6B-B38A9367B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7" name="TextBox 496">
                    <a:extLst>
                      <a:ext uri="{FF2B5EF4-FFF2-40B4-BE49-F238E27FC236}">
                        <a16:creationId xmlns:a16="http://schemas.microsoft.com/office/drawing/2014/main" id="{E5F2ED38-1FFF-E58B-D423-5513F803C1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7" name="TextBox 496">
                    <a:extLst>
                      <a:ext uri="{FF2B5EF4-FFF2-40B4-BE49-F238E27FC236}">
                        <a16:creationId xmlns:a16="http://schemas.microsoft.com/office/drawing/2014/main" id="{E5F2ED38-1FFF-E58B-D423-5513F803C1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F3723C4C-4495-DF21-C65D-AF0F458A66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8" name="TextBox 497">
                    <a:extLst>
                      <a:ext uri="{FF2B5EF4-FFF2-40B4-BE49-F238E27FC236}">
                        <a16:creationId xmlns:a16="http://schemas.microsoft.com/office/drawing/2014/main" id="{F3723C4C-4495-DF21-C65D-AF0F458A66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8DFD2479-1E64-A6A6-5CFE-88B27F85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9" name="TextBox 498">
                    <a:extLst>
                      <a:ext uri="{FF2B5EF4-FFF2-40B4-BE49-F238E27FC236}">
                        <a16:creationId xmlns:a16="http://schemas.microsoft.com/office/drawing/2014/main" id="{8DFD2479-1E64-A6A6-5CFE-88B27F85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3D8B19E0-10A1-F3BF-4845-774427A5B6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0A5501C2-F43A-DE3E-98B8-7DA2C82A6BEA}"/>
              </a:ext>
            </a:extLst>
          </p:cNvPr>
          <p:cNvGrpSpPr/>
          <p:nvPr/>
        </p:nvGrpSpPr>
        <p:grpSpPr>
          <a:xfrm>
            <a:off x="1876370" y="11627504"/>
            <a:ext cx="7187409" cy="5859899"/>
            <a:chOff x="26065361" y="17237100"/>
            <a:chExt cx="8984262" cy="7324876"/>
          </a:xfrm>
        </p:grpSpPr>
        <p:grpSp>
          <p:nvGrpSpPr>
            <p:cNvPr id="419" name="Group 418">
              <a:extLst>
                <a:ext uri="{FF2B5EF4-FFF2-40B4-BE49-F238E27FC236}">
                  <a16:creationId xmlns:a16="http://schemas.microsoft.com/office/drawing/2014/main" id="{A8D67B3D-3A84-4CD3-CF1B-02CF381593E6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1" name="TextBox 420">
                    <a:extLst>
                      <a:ext uri="{FF2B5EF4-FFF2-40B4-BE49-F238E27FC236}">
                        <a16:creationId xmlns:a16="http://schemas.microsoft.com/office/drawing/2014/main" id="{3A25B28F-F1A7-DAFF-E116-24562F4A91FD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1" name="TextBox 420">
                    <a:extLst>
                      <a:ext uri="{FF2B5EF4-FFF2-40B4-BE49-F238E27FC236}">
                        <a16:creationId xmlns:a16="http://schemas.microsoft.com/office/drawing/2014/main" id="{3A25B28F-F1A7-DAFF-E116-24562F4A9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59F55823-5A19-7032-BCB5-B4517B22C86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59F55823-5A19-7032-BCB5-B4517B22C8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C1EF1625-58E4-FDAA-8783-A80FAF6BB5DF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C1EF1625-58E4-FDAA-8783-A80FAF6BB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58E66F9F-B650-518D-BF10-90664EF3E4A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FB15DAF7-3388-5D15-3304-0198297783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425">
                <a:extLst>
                  <a:ext uri="{FF2B5EF4-FFF2-40B4-BE49-F238E27FC236}">
                    <a16:creationId xmlns:a16="http://schemas.microsoft.com/office/drawing/2014/main" id="{BB3743D0-DFD2-D39D-72F6-954BBEAFD6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EE93320F-9A88-0E30-7E46-D67E053CC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1A106FD3-2683-FD0A-C6B6-E51262790C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9F8CEAAD-BC9E-A197-2F0F-4E8CADB041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B3D1026F-1887-D423-E58E-4930DBF041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C0C44910-67B0-C9F2-63A6-C827A6EEF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118FBE07-52FB-9EAB-69BC-FF2276AE0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39B55953-B5EC-52EB-FB2F-7204C30447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Straight Connector 433">
                <a:extLst>
                  <a:ext uri="{FF2B5EF4-FFF2-40B4-BE49-F238E27FC236}">
                    <a16:creationId xmlns:a16="http://schemas.microsoft.com/office/drawing/2014/main" id="{55CF96CF-7126-04B3-D8D9-38D2FDA295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>
                <a:extLst>
                  <a:ext uri="{FF2B5EF4-FFF2-40B4-BE49-F238E27FC236}">
                    <a16:creationId xmlns:a16="http://schemas.microsoft.com/office/drawing/2014/main" id="{D6B51B6C-5FB1-F923-616C-91C4303020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675DF2EC-7EC6-E444-E721-63CF61058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A31DD269-47DD-190A-39DF-5051E43B29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Straight Connector 437">
                <a:extLst>
                  <a:ext uri="{FF2B5EF4-FFF2-40B4-BE49-F238E27FC236}">
                    <a16:creationId xmlns:a16="http://schemas.microsoft.com/office/drawing/2014/main" id="{154ECF2F-D1D8-5471-1577-7405DC629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Straight Connector 438">
                <a:extLst>
                  <a:ext uri="{FF2B5EF4-FFF2-40B4-BE49-F238E27FC236}">
                    <a16:creationId xmlns:a16="http://schemas.microsoft.com/office/drawing/2014/main" id="{D055C736-ECF3-3C59-FE67-4B114FEE35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BC51A925-4C5E-67D6-10C5-74BE161AFB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9C52ABEE-CD44-EC8B-A24C-031C50B219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34F11D96-B106-A9C4-6B34-7785E68DF3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DA8A57B7-922F-8AF4-87B3-5AAA274BC9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443">
                <a:extLst>
                  <a:ext uri="{FF2B5EF4-FFF2-40B4-BE49-F238E27FC236}">
                    <a16:creationId xmlns:a16="http://schemas.microsoft.com/office/drawing/2014/main" id="{B864FAA9-8642-C3D3-5F63-A931A9BA9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0DF03153-81A4-AC43-B404-4EC86956B0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F71A545D-3FA7-5BFE-3BFA-4CAD8D46D3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Straight Connector 446">
                <a:extLst>
                  <a:ext uri="{FF2B5EF4-FFF2-40B4-BE49-F238E27FC236}">
                    <a16:creationId xmlns:a16="http://schemas.microsoft.com/office/drawing/2014/main" id="{6CFD6A6E-A87E-3D60-2B16-57362AA39F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D1093B90-3C9D-B6B2-6B22-B3422B63B134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D1093B90-3C9D-B6B2-6B22-B3422B63B1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DFE01FCB-3A3D-6144-EACE-5A5629C5179C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DFE01FCB-3A3D-6144-EACE-5A5629C517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0" name="TextBox 449">
                    <a:extLst>
                      <a:ext uri="{FF2B5EF4-FFF2-40B4-BE49-F238E27FC236}">
                        <a16:creationId xmlns:a16="http://schemas.microsoft.com/office/drawing/2014/main" id="{EF8C099B-9D29-C144-35E3-114B82F313C9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0" name="TextBox 449">
                    <a:extLst>
                      <a:ext uri="{FF2B5EF4-FFF2-40B4-BE49-F238E27FC236}">
                        <a16:creationId xmlns:a16="http://schemas.microsoft.com/office/drawing/2014/main" id="{EF8C099B-9D29-C144-35E3-114B82F313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1" name="TextBox 450">
                    <a:extLst>
                      <a:ext uri="{FF2B5EF4-FFF2-40B4-BE49-F238E27FC236}">
                        <a16:creationId xmlns:a16="http://schemas.microsoft.com/office/drawing/2014/main" id="{CC0F0E05-554C-EAA1-9A0A-76C7FABCAFAF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1" name="TextBox 450">
                    <a:extLst>
                      <a:ext uri="{FF2B5EF4-FFF2-40B4-BE49-F238E27FC236}">
                        <a16:creationId xmlns:a16="http://schemas.microsoft.com/office/drawing/2014/main" id="{CC0F0E05-554C-EAA1-9A0A-76C7FABCAF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40B5EF85-541A-935E-6399-180F402AC3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3" name="TextBox 452">
                    <a:extLst>
                      <a:ext uri="{FF2B5EF4-FFF2-40B4-BE49-F238E27FC236}">
                        <a16:creationId xmlns:a16="http://schemas.microsoft.com/office/drawing/2014/main" id="{5042C198-E72F-5868-B63F-3829FFE62DB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3" name="TextBox 452">
                    <a:extLst>
                      <a:ext uri="{FF2B5EF4-FFF2-40B4-BE49-F238E27FC236}">
                        <a16:creationId xmlns:a16="http://schemas.microsoft.com/office/drawing/2014/main" id="{5042C198-E72F-5868-B63F-3829FFE62D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4" name="TextBox 453">
                    <a:extLst>
                      <a:ext uri="{FF2B5EF4-FFF2-40B4-BE49-F238E27FC236}">
                        <a16:creationId xmlns:a16="http://schemas.microsoft.com/office/drawing/2014/main" id="{40A456AA-ABC3-0533-0B00-2C412FDBBEB5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4" name="TextBox 453">
                    <a:extLst>
                      <a:ext uri="{FF2B5EF4-FFF2-40B4-BE49-F238E27FC236}">
                        <a16:creationId xmlns:a16="http://schemas.microsoft.com/office/drawing/2014/main" id="{40A456AA-ABC3-0533-0B00-2C412FDBBE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5" name="TextBox 454">
                    <a:extLst>
                      <a:ext uri="{FF2B5EF4-FFF2-40B4-BE49-F238E27FC236}">
                        <a16:creationId xmlns:a16="http://schemas.microsoft.com/office/drawing/2014/main" id="{5EE5DE27-D193-7D79-0BDA-561A287D0CEA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5" name="TextBox 454">
                    <a:extLst>
                      <a:ext uri="{FF2B5EF4-FFF2-40B4-BE49-F238E27FC236}">
                        <a16:creationId xmlns:a16="http://schemas.microsoft.com/office/drawing/2014/main" id="{5EE5DE27-D193-7D79-0BDA-561A287D0C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6" name="TextBox 455">
                    <a:extLst>
                      <a:ext uri="{FF2B5EF4-FFF2-40B4-BE49-F238E27FC236}">
                        <a16:creationId xmlns:a16="http://schemas.microsoft.com/office/drawing/2014/main" id="{1FEB7364-303F-066B-CF68-26951BDE8CCA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6" name="TextBox 455">
                    <a:extLst>
                      <a:ext uri="{FF2B5EF4-FFF2-40B4-BE49-F238E27FC236}">
                        <a16:creationId xmlns:a16="http://schemas.microsoft.com/office/drawing/2014/main" id="{1FEB7364-303F-066B-CF68-26951BDE8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7" name="TextBox 456">
                    <a:extLst>
                      <a:ext uri="{FF2B5EF4-FFF2-40B4-BE49-F238E27FC236}">
                        <a16:creationId xmlns:a16="http://schemas.microsoft.com/office/drawing/2014/main" id="{E90CD37F-01CD-8AF5-6A08-47BEAA518219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7" name="TextBox 456">
                    <a:extLst>
                      <a:ext uri="{FF2B5EF4-FFF2-40B4-BE49-F238E27FC236}">
                        <a16:creationId xmlns:a16="http://schemas.microsoft.com/office/drawing/2014/main" id="{E90CD37F-01CD-8AF5-6A08-47BEAA5182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8" name="TextBox 457">
                    <a:extLst>
                      <a:ext uri="{FF2B5EF4-FFF2-40B4-BE49-F238E27FC236}">
                        <a16:creationId xmlns:a16="http://schemas.microsoft.com/office/drawing/2014/main" id="{6335F405-E637-61D5-C0CB-B26FF8DEA6A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8" name="TextBox 457">
                    <a:extLst>
                      <a:ext uri="{FF2B5EF4-FFF2-40B4-BE49-F238E27FC236}">
                        <a16:creationId xmlns:a16="http://schemas.microsoft.com/office/drawing/2014/main" id="{6335F405-E637-61D5-C0CB-B26FF8DEA6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9AD9758E-D4BD-CF75-9270-1EEDFF5920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A42F48A8-70A1-0F3F-48D8-4FDE99287283}"/>
              </a:ext>
            </a:extLst>
          </p:cNvPr>
          <p:cNvGrpSpPr/>
          <p:nvPr/>
        </p:nvGrpSpPr>
        <p:grpSpPr>
          <a:xfrm>
            <a:off x="2002202" y="4956178"/>
            <a:ext cx="7187409" cy="5859899"/>
            <a:chOff x="26065361" y="17237100"/>
            <a:chExt cx="8984262" cy="7324876"/>
          </a:xfrm>
        </p:grpSpPr>
        <p:grpSp>
          <p:nvGrpSpPr>
            <p:cNvPr id="337" name="Group 336">
              <a:extLst>
                <a:ext uri="{FF2B5EF4-FFF2-40B4-BE49-F238E27FC236}">
                  <a16:creationId xmlns:a16="http://schemas.microsoft.com/office/drawing/2014/main" id="{7EC113AF-CF53-261F-845F-8F6EEB0C3CA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9EF1C3F2-3B7D-6825-1202-9B7E021A82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055A879A-AB7E-AD82-5700-673E8E485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3E0FC168-D58B-175C-B1F3-F5E470581D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10C99A1D-8E17-92A2-7EC7-E977519B0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a16:creationId xmlns:a16="http://schemas.microsoft.com/office/drawing/2014/main" id="{9F2CB8EA-C3F9-C9CF-B466-B56368BD8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a16:creationId xmlns:a16="http://schemas.microsoft.com/office/drawing/2014/main" id="{B96F8227-AABC-A72D-763E-5BC8A69C1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a16:creationId xmlns:a16="http://schemas.microsoft.com/office/drawing/2014/main" id="{E5E7F02C-B867-DA74-1EDC-80788A5CB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Straight Connector 348">
                <a:extLst>
                  <a:ext uri="{FF2B5EF4-FFF2-40B4-BE49-F238E27FC236}">
                    <a16:creationId xmlns:a16="http://schemas.microsoft.com/office/drawing/2014/main" id="{6DE50824-94D4-1CC3-07B1-C9F44028F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2176A3AF-AE50-FB45-4627-F518B94774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Straight Connector 350">
                <a:extLst>
                  <a:ext uri="{FF2B5EF4-FFF2-40B4-BE49-F238E27FC236}">
                    <a16:creationId xmlns:a16="http://schemas.microsoft.com/office/drawing/2014/main" id="{0043B1F8-7DB4-52A0-2CA1-55FC6BCA14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ABF20D0-A416-FC2B-32B2-E75413ABDA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E1D0411F-39D5-2950-027F-C3394F8D1D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683ECAFC-1FA3-A687-25DE-9F5AF1667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974CB2D6-5DB9-AD25-EB68-9A0D2621F8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4985063-94FE-E732-337A-EDB1716F20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Straight Connector 356">
                <a:extLst>
                  <a:ext uri="{FF2B5EF4-FFF2-40B4-BE49-F238E27FC236}">
                    <a16:creationId xmlns:a16="http://schemas.microsoft.com/office/drawing/2014/main" id="{96E2C60C-BE46-E61E-D526-8C8702C736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81D3BCE1-8A22-EAFF-0F27-E9A84C25E9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B9264A91-8BA8-C638-D765-EA57743BA9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FCE5A805-4458-6A01-ABA3-2A254BCAD1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60">
                <a:extLst>
                  <a:ext uri="{FF2B5EF4-FFF2-40B4-BE49-F238E27FC236}">
                    <a16:creationId xmlns:a16="http://schemas.microsoft.com/office/drawing/2014/main" id="{5DFD0420-A19D-0630-A0A7-DE3A9BB180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Straight Connector 361">
                <a:extLst>
                  <a:ext uri="{FF2B5EF4-FFF2-40B4-BE49-F238E27FC236}">
                    <a16:creationId xmlns:a16="http://schemas.microsoft.com/office/drawing/2014/main" id="{E78D7022-C481-2D5A-BFE5-BB136F6EA9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Straight Connector 362">
                <a:extLst>
                  <a:ext uri="{FF2B5EF4-FFF2-40B4-BE49-F238E27FC236}">
                    <a16:creationId xmlns:a16="http://schemas.microsoft.com/office/drawing/2014/main" id="{862F2079-4978-DF8A-8D73-6AA9CD211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1640B957-558C-D557-8E19-2938096B93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Straight Connector 364">
                <a:extLst>
                  <a:ext uri="{FF2B5EF4-FFF2-40B4-BE49-F238E27FC236}">
                    <a16:creationId xmlns:a16="http://schemas.microsoft.com/office/drawing/2014/main" id="{C81DF181-06A5-DCF7-FE16-5C2F1E00F1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0A0F5A34-339A-00D0-31C7-2563590EFA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A5F1FFD2-84C3-1635-EFA2-4F1DCDA82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91C4F61A-94F0-1E8D-D022-B7ED1B9415B3}"/>
              </a:ext>
            </a:extLst>
          </p:cNvPr>
          <p:cNvGrpSpPr/>
          <p:nvPr/>
        </p:nvGrpSpPr>
        <p:grpSpPr>
          <a:xfrm>
            <a:off x="9324785" y="4942295"/>
            <a:ext cx="7187409" cy="5859899"/>
            <a:chOff x="26065361" y="17237100"/>
            <a:chExt cx="8984262" cy="7324876"/>
          </a:xfrm>
        </p:grpSpPr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3EFB03E9-FB74-669C-845C-5423492F29E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C0BDE935-D39A-B627-B9F4-F38F8D8A4B9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C0BDE935-D39A-B627-B9F4-F38F8D8A4B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5B535362-B978-94F5-B912-975C7CBCD9B1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5B535362-B978-94F5-B912-975C7CBCD9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6C5A248-645D-8802-D70C-3761E31798F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6C5A248-645D-8802-D70C-3761E31798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01" name="Straight Connector 300">
                <a:extLst>
                  <a:ext uri="{FF2B5EF4-FFF2-40B4-BE49-F238E27FC236}">
                    <a16:creationId xmlns:a16="http://schemas.microsoft.com/office/drawing/2014/main" id="{D1AB7523-2A76-1EA6-3D00-067B1D3871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5BDC1290-A28E-2BAA-BB1E-D7A9A4B3AD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Straight Connector 302">
                <a:extLst>
                  <a:ext uri="{FF2B5EF4-FFF2-40B4-BE49-F238E27FC236}">
                    <a16:creationId xmlns:a16="http://schemas.microsoft.com/office/drawing/2014/main" id="{ECCAAF8A-4375-8DE8-EB83-A9141D4F7A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254EB029-4143-5AC4-22A3-6AEDC0B036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Straight Connector 304">
                <a:extLst>
                  <a:ext uri="{FF2B5EF4-FFF2-40B4-BE49-F238E27FC236}">
                    <a16:creationId xmlns:a16="http://schemas.microsoft.com/office/drawing/2014/main" id="{C6DAFDB3-1ED5-D1EB-CEDB-456F24AF01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Straight Connector 305">
                <a:extLst>
                  <a:ext uri="{FF2B5EF4-FFF2-40B4-BE49-F238E27FC236}">
                    <a16:creationId xmlns:a16="http://schemas.microsoft.com/office/drawing/2014/main" id="{DF8A6975-A05C-5B00-00C7-05D9FAFF0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Straight Connector 306">
                <a:extLst>
                  <a:ext uri="{FF2B5EF4-FFF2-40B4-BE49-F238E27FC236}">
                    <a16:creationId xmlns:a16="http://schemas.microsoft.com/office/drawing/2014/main" id="{8F34BF41-A3F4-734C-2FB1-D92D694BD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Straight Connector 307">
                <a:extLst>
                  <a:ext uri="{FF2B5EF4-FFF2-40B4-BE49-F238E27FC236}">
                    <a16:creationId xmlns:a16="http://schemas.microsoft.com/office/drawing/2014/main" id="{9A28400B-C1AC-1FE3-E950-9CC0BA43D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Straight Connector 308">
                <a:extLst>
                  <a:ext uri="{FF2B5EF4-FFF2-40B4-BE49-F238E27FC236}">
                    <a16:creationId xmlns:a16="http://schemas.microsoft.com/office/drawing/2014/main" id="{2FCD5AD3-4E89-4DFD-FC07-EE02534D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B27A1DBB-71C6-D8A0-CF6E-C15F6E6D7A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8F7882AB-57BE-8E85-9BE0-C29289B903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CA8E2D18-1273-30B9-0235-4FD1A27FC3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26CC76F8-C568-8141-6306-DC119B19A0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Straight Connector 313">
                <a:extLst>
                  <a:ext uri="{FF2B5EF4-FFF2-40B4-BE49-F238E27FC236}">
                    <a16:creationId xmlns:a16="http://schemas.microsoft.com/office/drawing/2014/main" id="{F7711D94-C90D-591D-8EA6-C746BC927E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Straight Connector 314">
                <a:extLst>
                  <a:ext uri="{FF2B5EF4-FFF2-40B4-BE49-F238E27FC236}">
                    <a16:creationId xmlns:a16="http://schemas.microsoft.com/office/drawing/2014/main" id="{F25E6BAC-0A80-8E42-5658-E87CCE509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1C194585-6747-7604-37D3-BABA354FC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7C854549-9E0F-24C6-8571-F769B29400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Straight Connector 317">
                <a:extLst>
                  <a:ext uri="{FF2B5EF4-FFF2-40B4-BE49-F238E27FC236}">
                    <a16:creationId xmlns:a16="http://schemas.microsoft.com/office/drawing/2014/main" id="{22672F21-7C4B-BAE7-C0AA-31D09DAF58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879153FD-ED86-586A-CAF4-6FE21B580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0" name="Straight Connector 319">
                <a:extLst>
                  <a:ext uri="{FF2B5EF4-FFF2-40B4-BE49-F238E27FC236}">
                    <a16:creationId xmlns:a16="http://schemas.microsoft.com/office/drawing/2014/main" id="{C3E50503-93E4-1B6F-3124-28FAB1E38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2E080564-626C-A7EB-893A-3E5EC032D3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05188A4C-7999-1505-4ED7-A39D3BE667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35B561E1-5EE4-E2F1-6733-AF171611A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706E2996-E598-4667-F84F-DD91514148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5" name="TextBox 324">
                    <a:extLst>
                      <a:ext uri="{FF2B5EF4-FFF2-40B4-BE49-F238E27FC236}">
                        <a16:creationId xmlns:a16="http://schemas.microsoft.com/office/drawing/2014/main" id="{46B9E735-4B77-38F4-79EC-D76CF5E4BE6D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5" name="TextBox 324">
                    <a:extLst>
                      <a:ext uri="{FF2B5EF4-FFF2-40B4-BE49-F238E27FC236}">
                        <a16:creationId xmlns:a16="http://schemas.microsoft.com/office/drawing/2014/main" id="{46B9E735-4B77-38F4-79EC-D76CF5E4BE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6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D2871209-C95F-934F-8E25-EEECE0D2B58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6" name="TextBox 325">
                    <a:extLst>
                      <a:ext uri="{FF2B5EF4-FFF2-40B4-BE49-F238E27FC236}">
                        <a16:creationId xmlns:a16="http://schemas.microsoft.com/office/drawing/2014/main" id="{D2871209-C95F-934F-8E25-EEECE0D2B5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7" name="TextBox 326">
                    <a:extLst>
                      <a:ext uri="{FF2B5EF4-FFF2-40B4-BE49-F238E27FC236}">
                        <a16:creationId xmlns:a16="http://schemas.microsoft.com/office/drawing/2014/main" id="{9FC775C0-B3F0-6F58-0C35-2B2DD8CA49B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7" name="TextBox 326">
                    <a:extLst>
                      <a:ext uri="{FF2B5EF4-FFF2-40B4-BE49-F238E27FC236}">
                        <a16:creationId xmlns:a16="http://schemas.microsoft.com/office/drawing/2014/main" id="{9FC775C0-B3F0-6F58-0C35-2B2DD8CA49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6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8" name="TextBox 327">
                    <a:extLst>
                      <a:ext uri="{FF2B5EF4-FFF2-40B4-BE49-F238E27FC236}">
                        <a16:creationId xmlns:a16="http://schemas.microsoft.com/office/drawing/2014/main" id="{89E3F2BC-12F2-CBF3-26B9-A75901ADE729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8" name="TextBox 327">
                    <a:extLst>
                      <a:ext uri="{FF2B5EF4-FFF2-40B4-BE49-F238E27FC236}">
                        <a16:creationId xmlns:a16="http://schemas.microsoft.com/office/drawing/2014/main" id="{89E3F2BC-12F2-CBF3-26B9-A75901ADE7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6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AF032972-7EF4-1729-E763-BE6BCFBFE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0" name="TextBox 329">
                    <a:extLst>
                      <a:ext uri="{FF2B5EF4-FFF2-40B4-BE49-F238E27FC236}">
                        <a16:creationId xmlns:a16="http://schemas.microsoft.com/office/drawing/2014/main" id="{10385B56-C529-445C-AA1E-4B5A2435FF4F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0" name="TextBox 329">
                    <a:extLst>
                      <a:ext uri="{FF2B5EF4-FFF2-40B4-BE49-F238E27FC236}">
                        <a16:creationId xmlns:a16="http://schemas.microsoft.com/office/drawing/2014/main" id="{10385B56-C529-445C-AA1E-4B5A2435FF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69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1" name="TextBox 330">
                    <a:extLst>
                      <a:ext uri="{FF2B5EF4-FFF2-40B4-BE49-F238E27FC236}">
                        <a16:creationId xmlns:a16="http://schemas.microsoft.com/office/drawing/2014/main" id="{63C104F7-736A-48E8-6AEE-2D0C7C739E67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1" name="TextBox 330">
                    <a:extLst>
                      <a:ext uri="{FF2B5EF4-FFF2-40B4-BE49-F238E27FC236}">
                        <a16:creationId xmlns:a16="http://schemas.microsoft.com/office/drawing/2014/main" id="{63C104F7-736A-48E8-6AEE-2D0C7C739E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70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63BBEBEC-F1E0-0B74-3267-05DBDBF3B752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63BBEBEC-F1E0-0B74-3267-05DBDBF3B7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7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5C596257-84C7-B310-AF7E-4D4A97228E22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5C596257-84C7-B310-AF7E-4D4A97228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7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B3C68E09-205E-FFA1-FE0A-7AC30BC2FBF2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B3C68E09-205E-FFA1-FE0A-7AC30BC2F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7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8EE48E7B-718D-2A34-136D-C809076CF88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8EE48E7B-718D-2A34-136D-C809076CF8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4E47C246-2D87-0501-F295-33963F68B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41A998EF-C868-2A9F-B66E-0633888BC388}"/>
              </a:ext>
            </a:extLst>
          </p:cNvPr>
          <p:cNvGrpSpPr/>
          <p:nvPr/>
        </p:nvGrpSpPr>
        <p:grpSpPr>
          <a:xfrm>
            <a:off x="16781393" y="4941773"/>
            <a:ext cx="7187409" cy="5859899"/>
            <a:chOff x="26065361" y="17237100"/>
            <a:chExt cx="8984262" cy="7324876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1024C4EC-040B-0C9F-9292-7208E2DAAB7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7" name="TextBox 256">
                    <a:extLst>
                      <a:ext uri="{FF2B5EF4-FFF2-40B4-BE49-F238E27FC236}">
                        <a16:creationId xmlns:a16="http://schemas.microsoft.com/office/drawing/2014/main" id="{030BAFBB-A16D-36B7-9713-678F2237AE01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7" name="TextBox 256">
                    <a:extLst>
                      <a:ext uri="{FF2B5EF4-FFF2-40B4-BE49-F238E27FC236}">
                        <a16:creationId xmlns:a16="http://schemas.microsoft.com/office/drawing/2014/main" id="{030BAFBB-A16D-36B7-9713-678F2237AE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8" name="TextBox 257">
                    <a:extLst>
                      <a:ext uri="{FF2B5EF4-FFF2-40B4-BE49-F238E27FC236}">
                        <a16:creationId xmlns:a16="http://schemas.microsoft.com/office/drawing/2014/main" id="{178AF0DB-403B-0DC6-517E-46253183FD1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8" name="TextBox 257">
                    <a:extLst>
                      <a:ext uri="{FF2B5EF4-FFF2-40B4-BE49-F238E27FC236}">
                        <a16:creationId xmlns:a16="http://schemas.microsoft.com/office/drawing/2014/main" id="{178AF0DB-403B-0DC6-517E-46253183F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9" name="TextBox 258">
                    <a:extLst>
                      <a:ext uri="{FF2B5EF4-FFF2-40B4-BE49-F238E27FC236}">
                        <a16:creationId xmlns:a16="http://schemas.microsoft.com/office/drawing/2014/main" id="{C958F8C0-C883-DAC2-196B-AEE5B2C08FFF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9" name="TextBox 258">
                    <a:extLst>
                      <a:ext uri="{FF2B5EF4-FFF2-40B4-BE49-F238E27FC236}">
                        <a16:creationId xmlns:a16="http://schemas.microsoft.com/office/drawing/2014/main" id="{C958F8C0-C883-DAC2-196B-AEE5B2C08F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7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27926D40-D50A-A5AF-3D58-1470D8423F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6DAE4AC6-75DD-8ACB-3F1D-EE04863756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D9CFC8DA-0687-523A-5231-3AD3BE0596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D0424973-E274-6C24-7C16-3FC6E5E5DF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F25F198C-5262-C191-037B-FC6981F63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087B8905-0A80-92BD-C71B-5720746CD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3B2D8C78-E9D5-A55D-1DEC-ED128BDFF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0F62FE66-AD3E-0ABE-FC73-2E70156FA7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8B724CD6-4F7C-B05E-7229-8398C21601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95E26286-09B9-CFA4-2AE2-0356685551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291CD355-BF01-6C1D-504F-57D6543F57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9EAFF8BE-C779-35D8-73F3-FBE177A15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BA53864E-190B-D9B4-4E5D-4690776097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6A77544C-3685-58BC-EA1D-9BF41CCB33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4FEFBB40-A23F-F9D5-D5DB-639E01BE4A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58897DA-728D-03E6-EB1C-8A1A6E538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177EB272-B20A-4002-1D76-09B7875D1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06B16CE3-2700-0CA5-25DC-B48A18BF75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197720C2-0AF8-B7B2-DFAD-C4E99AD7D8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46298A1B-2345-23B8-9F7D-F5D8C16F5B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26162B99-5B78-C7BB-FF24-E85A3DB41E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2E8C254E-9CB5-6D31-DA34-DB10B67EDA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Straight Connector 281">
                <a:extLst>
                  <a:ext uri="{FF2B5EF4-FFF2-40B4-BE49-F238E27FC236}">
                    <a16:creationId xmlns:a16="http://schemas.microsoft.com/office/drawing/2014/main" id="{65A8EBC8-54E9-154F-8A7F-AEB54E52E2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0559C9EF-0519-B383-67C6-1F71579382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4" name="TextBox 283">
                    <a:extLst>
                      <a:ext uri="{FF2B5EF4-FFF2-40B4-BE49-F238E27FC236}">
                        <a16:creationId xmlns:a16="http://schemas.microsoft.com/office/drawing/2014/main" id="{F93F9036-AFFE-D352-4E73-78E76EE62385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4" name="TextBox 283">
                    <a:extLst>
                      <a:ext uri="{FF2B5EF4-FFF2-40B4-BE49-F238E27FC236}">
                        <a16:creationId xmlns:a16="http://schemas.microsoft.com/office/drawing/2014/main" id="{F93F9036-AFFE-D352-4E73-78E76EE623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6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5" name="TextBox 284">
                    <a:extLst>
                      <a:ext uri="{FF2B5EF4-FFF2-40B4-BE49-F238E27FC236}">
                        <a16:creationId xmlns:a16="http://schemas.microsoft.com/office/drawing/2014/main" id="{88319854-978F-1065-D472-3E9D1552DBB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5" name="TextBox 284">
                    <a:extLst>
                      <a:ext uri="{FF2B5EF4-FFF2-40B4-BE49-F238E27FC236}">
                        <a16:creationId xmlns:a16="http://schemas.microsoft.com/office/drawing/2014/main" id="{88319854-978F-1065-D472-3E9D1552DB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6" name="TextBox 285">
                    <a:extLst>
                      <a:ext uri="{FF2B5EF4-FFF2-40B4-BE49-F238E27FC236}">
                        <a16:creationId xmlns:a16="http://schemas.microsoft.com/office/drawing/2014/main" id="{44395D30-BC1D-5BCD-8064-16BE65E6BF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6" name="TextBox 285">
                    <a:extLst>
                      <a:ext uri="{FF2B5EF4-FFF2-40B4-BE49-F238E27FC236}">
                        <a16:creationId xmlns:a16="http://schemas.microsoft.com/office/drawing/2014/main" id="{44395D30-BC1D-5BCD-8064-16BE65E6BF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7" name="TextBox 286">
                    <a:extLst>
                      <a:ext uri="{FF2B5EF4-FFF2-40B4-BE49-F238E27FC236}">
                        <a16:creationId xmlns:a16="http://schemas.microsoft.com/office/drawing/2014/main" id="{56E91C7D-5D1F-00A3-2A50-C303FE87BE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7" name="TextBox 286">
                    <a:extLst>
                      <a:ext uri="{FF2B5EF4-FFF2-40B4-BE49-F238E27FC236}">
                        <a16:creationId xmlns:a16="http://schemas.microsoft.com/office/drawing/2014/main" id="{56E91C7D-5D1F-00A3-2A50-C303FE87BE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7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FAD53B9D-B228-A3AB-EE51-DEB9A9DD87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2C17D04-77B2-7F49-F151-081431E4897A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2C17D04-77B2-7F49-F151-081431E489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79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A2418CFB-1529-527A-959E-850F7C15EED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A2418CFB-1529-527A-959E-850F7C15EE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80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2D607583-D6E4-24A6-DDA7-5A23A97F8AD6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2D607583-D6E4-24A6-DDA7-5A23A97F8A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8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C8E1649E-245F-4546-D854-78886CA9CE37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C8E1649E-245F-4546-D854-78886CA9CE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7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372F91AC-D77B-712C-C01C-61FB9AAD3147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372F91AC-D77B-712C-C01C-61FB9AAD31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8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C469F431-B84C-38AC-80BD-972047ACECB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C469F431-B84C-38AC-80BD-972047ACEC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8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6837CAF-EB4E-583B-E9EE-3DF184D1A4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C024D87F-04DE-AF37-9429-503D8FC42BBC}"/>
              </a:ext>
            </a:extLst>
          </p:cNvPr>
          <p:cNvSpPr/>
          <p:nvPr/>
        </p:nvSpPr>
        <p:spPr>
          <a:xfrm>
            <a:off x="3304049" y="8442993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9954C22-543E-8063-F7D4-A9D96B1143CE}"/>
              </a:ext>
            </a:extLst>
          </p:cNvPr>
          <p:cNvSpPr/>
          <p:nvPr/>
        </p:nvSpPr>
        <p:spPr>
          <a:xfrm>
            <a:off x="4494599" y="8468590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C8D5D67-C276-721B-A3AE-E9E07B977B9B}"/>
              </a:ext>
            </a:extLst>
          </p:cNvPr>
          <p:cNvSpPr/>
          <p:nvPr/>
        </p:nvSpPr>
        <p:spPr>
          <a:xfrm>
            <a:off x="4542437" y="7335311"/>
            <a:ext cx="991786" cy="1153494"/>
          </a:xfrm>
          <a:custGeom>
            <a:avLst/>
            <a:gdLst>
              <a:gd name="connsiteX0" fmla="*/ 0 w 991786"/>
              <a:gd name="connsiteY0" fmla="*/ 1153494 h 1153494"/>
              <a:gd name="connsiteX1" fmla="*/ 10779 w 991786"/>
              <a:gd name="connsiteY1" fmla="*/ 1078031 h 1153494"/>
              <a:gd name="connsiteX2" fmla="*/ 64681 w 991786"/>
              <a:gd name="connsiteY2" fmla="*/ 1024130 h 1153494"/>
              <a:gd name="connsiteX3" fmla="*/ 107802 w 991786"/>
              <a:gd name="connsiteY3" fmla="*/ 991789 h 1153494"/>
              <a:gd name="connsiteX4" fmla="*/ 140143 w 991786"/>
              <a:gd name="connsiteY4" fmla="*/ 959448 h 1153494"/>
              <a:gd name="connsiteX5" fmla="*/ 183264 w 991786"/>
              <a:gd name="connsiteY5" fmla="*/ 927107 h 1153494"/>
              <a:gd name="connsiteX6" fmla="*/ 204825 w 991786"/>
              <a:gd name="connsiteY6" fmla="*/ 905546 h 1153494"/>
              <a:gd name="connsiteX7" fmla="*/ 247946 w 991786"/>
              <a:gd name="connsiteY7" fmla="*/ 873205 h 1153494"/>
              <a:gd name="connsiteX8" fmla="*/ 312627 w 991786"/>
              <a:gd name="connsiteY8" fmla="*/ 786963 h 1153494"/>
              <a:gd name="connsiteX9" fmla="*/ 334188 w 991786"/>
              <a:gd name="connsiteY9" fmla="*/ 765402 h 1153494"/>
              <a:gd name="connsiteX10" fmla="*/ 344968 w 991786"/>
              <a:gd name="connsiteY10" fmla="*/ 733062 h 1153494"/>
              <a:gd name="connsiteX11" fmla="*/ 366529 w 991786"/>
              <a:gd name="connsiteY11" fmla="*/ 700720 h 1153494"/>
              <a:gd name="connsiteX12" fmla="*/ 377309 w 991786"/>
              <a:gd name="connsiteY12" fmla="*/ 657599 h 1153494"/>
              <a:gd name="connsiteX13" fmla="*/ 398870 w 991786"/>
              <a:gd name="connsiteY13" fmla="*/ 625258 h 1153494"/>
              <a:gd name="connsiteX14" fmla="*/ 441991 w 991786"/>
              <a:gd name="connsiteY14" fmla="*/ 560576 h 1153494"/>
              <a:gd name="connsiteX15" fmla="*/ 517452 w 991786"/>
              <a:gd name="connsiteY15" fmla="*/ 485114 h 1153494"/>
              <a:gd name="connsiteX16" fmla="*/ 549794 w 991786"/>
              <a:gd name="connsiteY16" fmla="*/ 452773 h 1153494"/>
              <a:gd name="connsiteX17" fmla="*/ 625256 w 991786"/>
              <a:gd name="connsiteY17" fmla="*/ 420432 h 1153494"/>
              <a:gd name="connsiteX18" fmla="*/ 668377 w 991786"/>
              <a:gd name="connsiteY18" fmla="*/ 398872 h 1153494"/>
              <a:gd name="connsiteX19" fmla="*/ 733059 w 991786"/>
              <a:gd name="connsiteY19" fmla="*/ 355750 h 1153494"/>
              <a:gd name="connsiteX20" fmla="*/ 765400 w 991786"/>
              <a:gd name="connsiteY20" fmla="*/ 334189 h 1153494"/>
              <a:gd name="connsiteX21" fmla="*/ 797740 w 991786"/>
              <a:gd name="connsiteY21" fmla="*/ 269508 h 1153494"/>
              <a:gd name="connsiteX22" fmla="*/ 851641 w 991786"/>
              <a:gd name="connsiteY22" fmla="*/ 172485 h 1153494"/>
              <a:gd name="connsiteX23" fmla="*/ 905543 w 991786"/>
              <a:gd name="connsiteY23" fmla="*/ 118584 h 1153494"/>
              <a:gd name="connsiteX24" fmla="*/ 927103 w 991786"/>
              <a:gd name="connsiteY24" fmla="*/ 86242 h 1153494"/>
              <a:gd name="connsiteX25" fmla="*/ 948665 w 991786"/>
              <a:gd name="connsiteY25" fmla="*/ 21560 h 1153494"/>
              <a:gd name="connsiteX26" fmla="*/ 991786 w 991786"/>
              <a:gd name="connsiteY26" fmla="*/ 0 h 1153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991786" h="1153494" extrusionOk="0">
                <a:moveTo>
                  <a:pt x="0" y="1153494"/>
                </a:moveTo>
                <a:cubicBezTo>
                  <a:pt x="526" y="1126448"/>
                  <a:pt x="-2874" y="1104753"/>
                  <a:pt x="10779" y="1078031"/>
                </a:cubicBezTo>
                <a:cubicBezTo>
                  <a:pt x="21293" y="1046902"/>
                  <a:pt x="36990" y="1041241"/>
                  <a:pt x="64681" y="1024130"/>
                </a:cubicBezTo>
                <a:cubicBezTo>
                  <a:pt x="77085" y="1015851"/>
                  <a:pt x="93684" y="1006113"/>
                  <a:pt x="107802" y="991789"/>
                </a:cubicBezTo>
                <a:cubicBezTo>
                  <a:pt x="116829" y="980474"/>
                  <a:pt x="129160" y="969653"/>
                  <a:pt x="140143" y="959448"/>
                </a:cubicBezTo>
                <a:cubicBezTo>
                  <a:pt x="158828" y="948353"/>
                  <a:pt x="171274" y="934878"/>
                  <a:pt x="183264" y="927107"/>
                </a:cubicBezTo>
                <a:cubicBezTo>
                  <a:pt x="190032" y="920441"/>
                  <a:pt x="196070" y="912945"/>
                  <a:pt x="204825" y="905546"/>
                </a:cubicBezTo>
                <a:cubicBezTo>
                  <a:pt x="218534" y="893147"/>
                  <a:pt x="233197" y="890201"/>
                  <a:pt x="247946" y="873205"/>
                </a:cubicBezTo>
                <a:cubicBezTo>
                  <a:pt x="276468" y="849052"/>
                  <a:pt x="295790" y="814434"/>
                  <a:pt x="312627" y="786963"/>
                </a:cubicBezTo>
                <a:cubicBezTo>
                  <a:pt x="315865" y="779107"/>
                  <a:pt x="331125" y="772956"/>
                  <a:pt x="334188" y="765402"/>
                </a:cubicBezTo>
                <a:cubicBezTo>
                  <a:pt x="338570" y="757072"/>
                  <a:pt x="341557" y="741573"/>
                  <a:pt x="344968" y="733062"/>
                </a:cubicBezTo>
                <a:cubicBezTo>
                  <a:pt x="351583" y="720944"/>
                  <a:pt x="358915" y="711987"/>
                  <a:pt x="366529" y="700720"/>
                </a:cubicBezTo>
                <a:cubicBezTo>
                  <a:pt x="372972" y="686348"/>
                  <a:pt x="369280" y="670370"/>
                  <a:pt x="377309" y="657599"/>
                </a:cubicBezTo>
                <a:cubicBezTo>
                  <a:pt x="382011" y="644689"/>
                  <a:pt x="392598" y="636397"/>
                  <a:pt x="398870" y="625258"/>
                </a:cubicBezTo>
                <a:cubicBezTo>
                  <a:pt x="424639" y="554729"/>
                  <a:pt x="378739" y="629207"/>
                  <a:pt x="441991" y="560576"/>
                </a:cubicBezTo>
                <a:cubicBezTo>
                  <a:pt x="458465" y="463576"/>
                  <a:pt x="445803" y="568588"/>
                  <a:pt x="517452" y="485114"/>
                </a:cubicBezTo>
                <a:cubicBezTo>
                  <a:pt x="531802" y="474914"/>
                  <a:pt x="532982" y="461816"/>
                  <a:pt x="549794" y="452773"/>
                </a:cubicBezTo>
                <a:cubicBezTo>
                  <a:pt x="585653" y="427051"/>
                  <a:pt x="588350" y="436396"/>
                  <a:pt x="625256" y="420432"/>
                </a:cubicBezTo>
                <a:cubicBezTo>
                  <a:pt x="643948" y="413272"/>
                  <a:pt x="654708" y="408198"/>
                  <a:pt x="668377" y="398872"/>
                </a:cubicBezTo>
                <a:cubicBezTo>
                  <a:pt x="693191" y="384668"/>
                  <a:pt x="711219" y="362593"/>
                  <a:pt x="733059" y="355750"/>
                </a:cubicBezTo>
                <a:cubicBezTo>
                  <a:pt x="745624" y="345104"/>
                  <a:pt x="755706" y="342527"/>
                  <a:pt x="765400" y="334189"/>
                </a:cubicBezTo>
                <a:cubicBezTo>
                  <a:pt x="786772" y="270179"/>
                  <a:pt x="750854" y="363316"/>
                  <a:pt x="797740" y="269508"/>
                </a:cubicBezTo>
                <a:cubicBezTo>
                  <a:pt x="822395" y="212025"/>
                  <a:pt x="796681" y="244544"/>
                  <a:pt x="851641" y="172485"/>
                </a:cubicBezTo>
                <a:cubicBezTo>
                  <a:pt x="869329" y="148698"/>
                  <a:pt x="896552" y="142941"/>
                  <a:pt x="905543" y="118584"/>
                </a:cubicBezTo>
                <a:cubicBezTo>
                  <a:pt x="909295" y="108557"/>
                  <a:pt x="920794" y="101346"/>
                  <a:pt x="927103" y="86242"/>
                </a:cubicBezTo>
                <a:cubicBezTo>
                  <a:pt x="935176" y="61827"/>
                  <a:pt x="932116" y="24982"/>
                  <a:pt x="948665" y="21560"/>
                </a:cubicBezTo>
                <a:cubicBezTo>
                  <a:pt x="987675" y="5963"/>
                  <a:pt x="971388" y="18210"/>
                  <a:pt x="99178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06905"/>
                      <a:gd name="connsiteY0" fmla="*/ 1287379 h 1287379"/>
                      <a:gd name="connsiteX1" fmla="*/ 12031 w 1106905"/>
                      <a:gd name="connsiteY1" fmla="*/ 1203158 h 1287379"/>
                      <a:gd name="connsiteX2" fmla="*/ 72189 w 1106905"/>
                      <a:gd name="connsiteY2" fmla="*/ 1143000 h 1287379"/>
                      <a:gd name="connsiteX3" fmla="*/ 120315 w 1106905"/>
                      <a:gd name="connsiteY3" fmla="*/ 1106906 h 1287379"/>
                      <a:gd name="connsiteX4" fmla="*/ 156410 w 1106905"/>
                      <a:gd name="connsiteY4" fmla="*/ 1070811 h 1287379"/>
                      <a:gd name="connsiteX5" fmla="*/ 204536 w 1106905"/>
                      <a:gd name="connsiteY5" fmla="*/ 1034716 h 1287379"/>
                      <a:gd name="connsiteX6" fmla="*/ 228600 w 1106905"/>
                      <a:gd name="connsiteY6" fmla="*/ 1010653 h 1287379"/>
                      <a:gd name="connsiteX7" fmla="*/ 276726 w 1106905"/>
                      <a:gd name="connsiteY7" fmla="*/ 974558 h 1287379"/>
                      <a:gd name="connsiteX8" fmla="*/ 348915 w 1106905"/>
                      <a:gd name="connsiteY8" fmla="*/ 878306 h 1287379"/>
                      <a:gd name="connsiteX9" fmla="*/ 372979 w 1106905"/>
                      <a:gd name="connsiteY9" fmla="*/ 854242 h 1287379"/>
                      <a:gd name="connsiteX10" fmla="*/ 385010 w 1106905"/>
                      <a:gd name="connsiteY10" fmla="*/ 818148 h 1287379"/>
                      <a:gd name="connsiteX11" fmla="*/ 409073 w 1106905"/>
                      <a:gd name="connsiteY11" fmla="*/ 782053 h 1287379"/>
                      <a:gd name="connsiteX12" fmla="*/ 421105 w 1106905"/>
                      <a:gd name="connsiteY12" fmla="*/ 733927 h 1287379"/>
                      <a:gd name="connsiteX13" fmla="*/ 445168 w 1106905"/>
                      <a:gd name="connsiteY13" fmla="*/ 697832 h 1287379"/>
                      <a:gd name="connsiteX14" fmla="*/ 493294 w 1106905"/>
                      <a:gd name="connsiteY14" fmla="*/ 625642 h 1287379"/>
                      <a:gd name="connsiteX15" fmla="*/ 577515 w 1106905"/>
                      <a:gd name="connsiteY15" fmla="*/ 541421 h 1287379"/>
                      <a:gd name="connsiteX16" fmla="*/ 613610 w 1106905"/>
                      <a:gd name="connsiteY16" fmla="*/ 505327 h 1287379"/>
                      <a:gd name="connsiteX17" fmla="*/ 697831 w 1106905"/>
                      <a:gd name="connsiteY17" fmla="*/ 469232 h 1287379"/>
                      <a:gd name="connsiteX18" fmla="*/ 745958 w 1106905"/>
                      <a:gd name="connsiteY18" fmla="*/ 445169 h 1287379"/>
                      <a:gd name="connsiteX19" fmla="*/ 818147 w 1106905"/>
                      <a:gd name="connsiteY19" fmla="*/ 397042 h 1287379"/>
                      <a:gd name="connsiteX20" fmla="*/ 854242 w 1106905"/>
                      <a:gd name="connsiteY20" fmla="*/ 372979 h 1287379"/>
                      <a:gd name="connsiteX21" fmla="*/ 890336 w 1106905"/>
                      <a:gd name="connsiteY21" fmla="*/ 300790 h 1287379"/>
                      <a:gd name="connsiteX22" fmla="*/ 950494 w 1106905"/>
                      <a:gd name="connsiteY22" fmla="*/ 192506 h 1287379"/>
                      <a:gd name="connsiteX23" fmla="*/ 1010652 w 1106905"/>
                      <a:gd name="connsiteY23" fmla="*/ 132348 h 1287379"/>
                      <a:gd name="connsiteX24" fmla="*/ 1034715 w 1106905"/>
                      <a:gd name="connsiteY24" fmla="*/ 96253 h 1287379"/>
                      <a:gd name="connsiteX25" fmla="*/ 1058779 w 1106905"/>
                      <a:gd name="connsiteY25" fmla="*/ 24063 h 1287379"/>
                      <a:gd name="connsiteX26" fmla="*/ 1106905 w 1106905"/>
                      <a:gd name="connsiteY26" fmla="*/ 0 h 12873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1106905" h="1287379">
                        <a:moveTo>
                          <a:pt x="0" y="1287379"/>
                        </a:moveTo>
                        <a:cubicBezTo>
                          <a:pt x="4010" y="1259305"/>
                          <a:pt x="3882" y="1230321"/>
                          <a:pt x="12031" y="1203158"/>
                        </a:cubicBezTo>
                        <a:cubicBezTo>
                          <a:pt x="22531" y="1168156"/>
                          <a:pt x="45646" y="1161959"/>
                          <a:pt x="72189" y="1143000"/>
                        </a:cubicBezTo>
                        <a:cubicBezTo>
                          <a:pt x="88506" y="1131345"/>
                          <a:pt x="105090" y="1119956"/>
                          <a:pt x="120315" y="1106906"/>
                        </a:cubicBezTo>
                        <a:cubicBezTo>
                          <a:pt x="133234" y="1095833"/>
                          <a:pt x="143491" y="1081884"/>
                          <a:pt x="156410" y="1070811"/>
                        </a:cubicBezTo>
                        <a:cubicBezTo>
                          <a:pt x="171635" y="1057761"/>
                          <a:pt x="189131" y="1047553"/>
                          <a:pt x="204536" y="1034716"/>
                        </a:cubicBezTo>
                        <a:cubicBezTo>
                          <a:pt x="213250" y="1027454"/>
                          <a:pt x="219886" y="1017915"/>
                          <a:pt x="228600" y="1010653"/>
                        </a:cubicBezTo>
                        <a:cubicBezTo>
                          <a:pt x="244005" y="997816"/>
                          <a:pt x="263237" y="989396"/>
                          <a:pt x="276726" y="974558"/>
                        </a:cubicBezTo>
                        <a:cubicBezTo>
                          <a:pt x="303703" y="944883"/>
                          <a:pt x="320556" y="906665"/>
                          <a:pt x="348915" y="878306"/>
                        </a:cubicBezTo>
                        <a:lnTo>
                          <a:pt x="372979" y="854242"/>
                        </a:lnTo>
                        <a:cubicBezTo>
                          <a:pt x="376989" y="842211"/>
                          <a:pt x="379338" y="829491"/>
                          <a:pt x="385010" y="818148"/>
                        </a:cubicBezTo>
                        <a:cubicBezTo>
                          <a:pt x="391477" y="805214"/>
                          <a:pt x="403377" y="795344"/>
                          <a:pt x="409073" y="782053"/>
                        </a:cubicBezTo>
                        <a:cubicBezTo>
                          <a:pt x="415587" y="766854"/>
                          <a:pt x="414591" y="749126"/>
                          <a:pt x="421105" y="733927"/>
                        </a:cubicBezTo>
                        <a:cubicBezTo>
                          <a:pt x="426801" y="720636"/>
                          <a:pt x="438701" y="710766"/>
                          <a:pt x="445168" y="697832"/>
                        </a:cubicBezTo>
                        <a:cubicBezTo>
                          <a:pt x="479993" y="628183"/>
                          <a:pt x="424872" y="694066"/>
                          <a:pt x="493294" y="625642"/>
                        </a:cubicBezTo>
                        <a:cubicBezTo>
                          <a:pt x="520519" y="543972"/>
                          <a:pt x="480984" y="637949"/>
                          <a:pt x="577515" y="541421"/>
                        </a:cubicBezTo>
                        <a:cubicBezTo>
                          <a:pt x="589547" y="529390"/>
                          <a:pt x="599764" y="515217"/>
                          <a:pt x="613610" y="505327"/>
                        </a:cubicBezTo>
                        <a:cubicBezTo>
                          <a:pt x="653520" y="476820"/>
                          <a:pt x="658551" y="486066"/>
                          <a:pt x="697831" y="469232"/>
                        </a:cubicBezTo>
                        <a:cubicBezTo>
                          <a:pt x="714317" y="462167"/>
                          <a:pt x="730578" y="454397"/>
                          <a:pt x="745958" y="445169"/>
                        </a:cubicBezTo>
                        <a:cubicBezTo>
                          <a:pt x="770757" y="430290"/>
                          <a:pt x="794084" y="413084"/>
                          <a:pt x="818147" y="397042"/>
                        </a:cubicBezTo>
                        <a:lnTo>
                          <a:pt x="854242" y="372979"/>
                        </a:lnTo>
                        <a:cubicBezTo>
                          <a:pt x="884480" y="282259"/>
                          <a:pt x="843692" y="394076"/>
                          <a:pt x="890336" y="300790"/>
                        </a:cubicBezTo>
                        <a:cubicBezTo>
                          <a:pt x="920595" y="240272"/>
                          <a:pt x="874624" y="268376"/>
                          <a:pt x="950494" y="192506"/>
                        </a:cubicBezTo>
                        <a:cubicBezTo>
                          <a:pt x="970547" y="172453"/>
                          <a:pt x="994922" y="155944"/>
                          <a:pt x="1010652" y="132348"/>
                        </a:cubicBezTo>
                        <a:cubicBezTo>
                          <a:pt x="1018673" y="120316"/>
                          <a:pt x="1028842" y="109467"/>
                          <a:pt x="1034715" y="96253"/>
                        </a:cubicBezTo>
                        <a:cubicBezTo>
                          <a:pt x="1045017" y="73074"/>
                          <a:pt x="1034716" y="32084"/>
                          <a:pt x="1058779" y="24063"/>
                        </a:cubicBezTo>
                        <a:cubicBezTo>
                          <a:pt x="1100254" y="10238"/>
                          <a:pt x="1085905" y="21000"/>
                          <a:pt x="1106905" y="0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996E479-FF58-85C6-F9F7-4D9AF40242E0}"/>
              </a:ext>
            </a:extLst>
          </p:cNvPr>
          <p:cNvSpPr/>
          <p:nvPr/>
        </p:nvSpPr>
        <p:spPr>
          <a:xfrm>
            <a:off x="5501883" y="7335312"/>
            <a:ext cx="1584704" cy="2975360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5447439" y="730850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F7FF8A-6F77-4159-5CCB-D6CDC13C93E2}"/>
              </a:ext>
            </a:extLst>
          </p:cNvPr>
          <p:cNvSpPr/>
          <p:nvPr/>
        </p:nvSpPr>
        <p:spPr>
          <a:xfrm>
            <a:off x="4445826" y="839656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7547F16-BD89-EAC6-55E7-4465FBC733A5}"/>
              </a:ext>
            </a:extLst>
          </p:cNvPr>
          <p:cNvSpPr/>
          <p:nvPr/>
        </p:nvSpPr>
        <p:spPr>
          <a:xfrm>
            <a:off x="5530282" y="5923804"/>
            <a:ext cx="689412" cy="1478822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FDFABF59-14AF-7CDE-D1A7-C11D69FD8842}"/>
              </a:ext>
            </a:extLst>
          </p:cNvPr>
          <p:cNvSpPr/>
          <p:nvPr/>
        </p:nvSpPr>
        <p:spPr>
          <a:xfrm>
            <a:off x="6209701" y="5963848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5530279" y="7443412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4494598" y="8488806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4514152" y="8311319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52" y="8311319"/>
                <a:ext cx="568909" cy="478464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4900534" y="764296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0534" y="7642963"/>
                <a:ext cx="896111" cy="478464"/>
              </a:xfrm>
              <a:prstGeom prst="rect">
                <a:avLst/>
              </a:prstGeom>
              <a:blipFill>
                <a:blip r:embed="rId85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/>
              <p:nvPr/>
            </p:nvSpPr>
            <p:spPr>
              <a:xfrm>
                <a:off x="4331254" y="765073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1254" y="7650736"/>
                <a:ext cx="896111" cy="478464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3794164" y="10696385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164" y="10696385"/>
                <a:ext cx="4172975" cy="533544"/>
              </a:xfrm>
              <a:prstGeom prst="rect">
                <a:avLst/>
              </a:prstGeom>
              <a:blipFill>
                <a:blip r:embed="rId8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 5">
            <a:extLst>
              <a:ext uri="{FF2B5EF4-FFF2-40B4-BE49-F238E27FC236}">
                <a16:creationId xmlns:a16="http://schemas.microsoft.com/office/drawing/2014/main" id="{2EDC5B59-EE2F-170F-EDDF-6924B5DA4FD2}"/>
              </a:ext>
            </a:extLst>
          </p:cNvPr>
          <p:cNvSpPr/>
          <p:nvPr/>
        </p:nvSpPr>
        <p:spPr>
          <a:xfrm>
            <a:off x="10647215" y="8416317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3BD306D-7F63-E01C-37AE-525DE3FD5E6B}"/>
              </a:ext>
            </a:extLst>
          </p:cNvPr>
          <p:cNvSpPr/>
          <p:nvPr/>
        </p:nvSpPr>
        <p:spPr>
          <a:xfrm>
            <a:off x="11837765" y="8441920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F6EF84E-3412-2350-2FB0-88737ACDADE1}"/>
              </a:ext>
            </a:extLst>
          </p:cNvPr>
          <p:cNvSpPr/>
          <p:nvPr/>
        </p:nvSpPr>
        <p:spPr>
          <a:xfrm>
            <a:off x="13003285" y="653489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FDF06B7-AD95-B3D8-4F91-04838BDA468E}"/>
              </a:ext>
            </a:extLst>
          </p:cNvPr>
          <p:cNvSpPr/>
          <p:nvPr/>
        </p:nvSpPr>
        <p:spPr>
          <a:xfrm>
            <a:off x="11788992" y="836989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4D03C1EB-F208-323A-F819-212E6664C7D7}"/>
              </a:ext>
            </a:extLst>
          </p:cNvPr>
          <p:cNvSpPr/>
          <p:nvPr/>
        </p:nvSpPr>
        <p:spPr>
          <a:xfrm>
            <a:off x="13526145" y="5955213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CFAC73B-060E-4C84-025D-65F0F30F5AC8}"/>
              </a:ext>
            </a:extLst>
          </p:cNvPr>
          <p:cNvSpPr/>
          <p:nvPr/>
        </p:nvSpPr>
        <p:spPr>
          <a:xfrm>
            <a:off x="13434995" y="591296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F6DD7B2-3390-A3E5-CDD2-57C24D73F840}"/>
              </a:ext>
            </a:extLst>
          </p:cNvPr>
          <p:cNvCxnSpPr>
            <a:cxnSpLocks/>
          </p:cNvCxnSpPr>
          <p:nvPr/>
        </p:nvCxnSpPr>
        <p:spPr>
          <a:xfrm>
            <a:off x="13109968" y="6535456"/>
            <a:ext cx="0" cy="54873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5E64185-B4D4-24B1-8467-A50EC1540CBA}"/>
              </a:ext>
            </a:extLst>
          </p:cNvPr>
          <p:cNvCxnSpPr>
            <a:cxnSpLocks/>
          </p:cNvCxnSpPr>
          <p:nvPr/>
        </p:nvCxnSpPr>
        <p:spPr>
          <a:xfrm>
            <a:off x="11837763" y="8462130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927A71F-3013-410A-C89D-EAF829468589}"/>
                  </a:ext>
                </a:extLst>
              </p:cNvPr>
              <p:cNvSpPr txBox="1"/>
              <p:nvPr/>
            </p:nvSpPr>
            <p:spPr>
              <a:xfrm>
                <a:off x="11857314" y="828464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927A71F-3013-410A-C89D-EAF829468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7314" y="8284643"/>
                <a:ext cx="568909" cy="478464"/>
              </a:xfrm>
              <a:prstGeom prst="rect">
                <a:avLst/>
              </a:prstGeom>
              <a:blipFill>
                <a:blip r:embed="rId8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BD6F1CE-BE58-2946-F8F1-F7521D50D82D}"/>
                  </a:ext>
                </a:extLst>
              </p:cNvPr>
              <p:cNvSpPr txBox="1"/>
              <p:nvPr/>
            </p:nvSpPr>
            <p:spPr>
              <a:xfrm>
                <a:off x="12540984" y="6596341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BD6F1CE-BE58-2946-F8F1-F7521D50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0984" y="6596341"/>
                <a:ext cx="896111" cy="478464"/>
              </a:xfrm>
              <a:prstGeom prst="rect">
                <a:avLst/>
              </a:prstGeom>
              <a:blipFill>
                <a:blip r:embed="rId8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53EDA19-5069-D9A4-2B42-FB67D7554777}"/>
                  </a:ext>
                </a:extLst>
              </p:cNvPr>
              <p:cNvSpPr txBox="1"/>
              <p:nvPr/>
            </p:nvSpPr>
            <p:spPr>
              <a:xfrm>
                <a:off x="11895694" y="739568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53EDA19-5069-D9A4-2B42-FB67D7554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95694" y="7395683"/>
                <a:ext cx="896111" cy="478464"/>
              </a:xfrm>
              <a:prstGeom prst="rect">
                <a:avLst/>
              </a:prstGeom>
              <a:blipFill>
                <a:blip r:embed="rId9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13F502D-2B2B-94DB-0913-B112486B0DBB}"/>
                  </a:ext>
                </a:extLst>
              </p:cNvPr>
              <p:cNvSpPr txBox="1"/>
              <p:nvPr/>
            </p:nvSpPr>
            <p:spPr>
              <a:xfrm>
                <a:off x="10550119" y="10762049"/>
                <a:ext cx="523270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13F502D-2B2B-94DB-0913-B112486B0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119" y="10762049"/>
                <a:ext cx="5232704" cy="533544"/>
              </a:xfrm>
              <a:prstGeom prst="rect">
                <a:avLst/>
              </a:prstGeom>
              <a:blipFill>
                <a:blip r:embed="rId91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Freeform 60">
            <a:extLst>
              <a:ext uri="{FF2B5EF4-FFF2-40B4-BE49-F238E27FC236}">
                <a16:creationId xmlns:a16="http://schemas.microsoft.com/office/drawing/2014/main" id="{A6740915-4372-937B-AB01-5D9BA298958B}"/>
              </a:ext>
            </a:extLst>
          </p:cNvPr>
          <p:cNvSpPr/>
          <p:nvPr/>
        </p:nvSpPr>
        <p:spPr>
          <a:xfrm>
            <a:off x="11874420" y="6591061"/>
            <a:ext cx="1215146" cy="1813513"/>
          </a:xfrm>
          <a:custGeom>
            <a:avLst/>
            <a:gdLst>
              <a:gd name="connsiteX0" fmla="*/ 0 w 1356189"/>
              <a:gd name="connsiteY0" fmla="*/ 2024009 h 2024009"/>
              <a:gd name="connsiteX1" fmla="*/ 71919 w 1356189"/>
              <a:gd name="connsiteY1" fmla="*/ 2003460 h 2024009"/>
              <a:gd name="connsiteX2" fmla="*/ 102742 w 1356189"/>
              <a:gd name="connsiteY2" fmla="*/ 1993186 h 2024009"/>
              <a:gd name="connsiteX3" fmla="*/ 133564 w 1356189"/>
              <a:gd name="connsiteY3" fmla="*/ 1972638 h 2024009"/>
              <a:gd name="connsiteX4" fmla="*/ 215757 w 1356189"/>
              <a:gd name="connsiteY4" fmla="*/ 1931541 h 2024009"/>
              <a:gd name="connsiteX5" fmla="*/ 287677 w 1356189"/>
              <a:gd name="connsiteY5" fmla="*/ 1890445 h 2024009"/>
              <a:gd name="connsiteX6" fmla="*/ 369870 w 1356189"/>
              <a:gd name="connsiteY6" fmla="*/ 1828800 h 2024009"/>
              <a:gd name="connsiteX7" fmla="*/ 390418 w 1356189"/>
              <a:gd name="connsiteY7" fmla="*/ 1808251 h 2024009"/>
              <a:gd name="connsiteX8" fmla="*/ 410966 w 1356189"/>
              <a:gd name="connsiteY8" fmla="*/ 1777429 h 2024009"/>
              <a:gd name="connsiteX9" fmla="*/ 441789 w 1356189"/>
              <a:gd name="connsiteY9" fmla="*/ 1756880 h 2024009"/>
              <a:gd name="connsiteX10" fmla="*/ 482886 w 1356189"/>
              <a:gd name="connsiteY10" fmla="*/ 1695236 h 2024009"/>
              <a:gd name="connsiteX11" fmla="*/ 503434 w 1356189"/>
              <a:gd name="connsiteY11" fmla="*/ 1664413 h 2024009"/>
              <a:gd name="connsiteX12" fmla="*/ 544531 w 1356189"/>
              <a:gd name="connsiteY12" fmla="*/ 1602768 h 2024009"/>
              <a:gd name="connsiteX13" fmla="*/ 565079 w 1356189"/>
              <a:gd name="connsiteY13" fmla="*/ 1561671 h 2024009"/>
              <a:gd name="connsiteX14" fmla="*/ 595901 w 1356189"/>
              <a:gd name="connsiteY14" fmla="*/ 1510301 h 2024009"/>
              <a:gd name="connsiteX15" fmla="*/ 616450 w 1356189"/>
              <a:gd name="connsiteY15" fmla="*/ 1458930 h 2024009"/>
              <a:gd name="connsiteX16" fmla="*/ 657546 w 1356189"/>
              <a:gd name="connsiteY16" fmla="*/ 1376737 h 2024009"/>
              <a:gd name="connsiteX17" fmla="*/ 698643 w 1356189"/>
              <a:gd name="connsiteY17" fmla="*/ 1232898 h 2024009"/>
              <a:gd name="connsiteX18" fmla="*/ 708917 w 1356189"/>
              <a:gd name="connsiteY18" fmla="*/ 1181528 h 2024009"/>
              <a:gd name="connsiteX19" fmla="*/ 739739 w 1356189"/>
              <a:gd name="connsiteY19" fmla="*/ 1119883 h 2024009"/>
              <a:gd name="connsiteX20" fmla="*/ 750014 w 1356189"/>
              <a:gd name="connsiteY20" fmla="*/ 1089060 h 2024009"/>
              <a:gd name="connsiteX21" fmla="*/ 760288 w 1356189"/>
              <a:gd name="connsiteY21" fmla="*/ 1047964 h 2024009"/>
              <a:gd name="connsiteX22" fmla="*/ 780836 w 1356189"/>
              <a:gd name="connsiteY22" fmla="*/ 1017141 h 2024009"/>
              <a:gd name="connsiteX23" fmla="*/ 801384 w 1356189"/>
              <a:gd name="connsiteY23" fmla="*/ 945222 h 2024009"/>
              <a:gd name="connsiteX24" fmla="*/ 842481 w 1356189"/>
              <a:gd name="connsiteY24" fmla="*/ 863029 h 2024009"/>
              <a:gd name="connsiteX25" fmla="*/ 852755 w 1356189"/>
              <a:gd name="connsiteY25" fmla="*/ 832206 h 2024009"/>
              <a:gd name="connsiteX26" fmla="*/ 873304 w 1356189"/>
              <a:gd name="connsiteY26" fmla="*/ 801384 h 2024009"/>
              <a:gd name="connsiteX27" fmla="*/ 914400 w 1356189"/>
              <a:gd name="connsiteY27" fmla="*/ 719191 h 2024009"/>
              <a:gd name="connsiteX28" fmla="*/ 934948 w 1356189"/>
              <a:gd name="connsiteY28" fmla="*/ 678094 h 2024009"/>
              <a:gd name="connsiteX29" fmla="*/ 945223 w 1356189"/>
              <a:gd name="connsiteY29" fmla="*/ 636997 h 2024009"/>
              <a:gd name="connsiteX30" fmla="*/ 986319 w 1356189"/>
              <a:gd name="connsiteY30" fmla="*/ 554804 h 2024009"/>
              <a:gd name="connsiteX31" fmla="*/ 1017142 w 1356189"/>
              <a:gd name="connsiteY31" fmla="*/ 482885 h 2024009"/>
              <a:gd name="connsiteX32" fmla="*/ 1078787 w 1356189"/>
              <a:gd name="connsiteY32" fmla="*/ 339047 h 2024009"/>
              <a:gd name="connsiteX33" fmla="*/ 1160980 w 1356189"/>
              <a:gd name="connsiteY33" fmla="*/ 215757 h 2024009"/>
              <a:gd name="connsiteX34" fmla="*/ 1202077 w 1356189"/>
              <a:gd name="connsiteY34" fmla="*/ 154112 h 2024009"/>
              <a:gd name="connsiteX35" fmla="*/ 1222625 w 1356189"/>
              <a:gd name="connsiteY35" fmla="*/ 123289 h 2024009"/>
              <a:gd name="connsiteX36" fmla="*/ 1273996 w 1356189"/>
              <a:gd name="connsiteY36" fmla="*/ 82193 h 2024009"/>
              <a:gd name="connsiteX37" fmla="*/ 1294544 w 1356189"/>
              <a:gd name="connsiteY37" fmla="*/ 51370 h 2024009"/>
              <a:gd name="connsiteX38" fmla="*/ 1325366 w 1356189"/>
              <a:gd name="connsiteY38" fmla="*/ 30822 h 2024009"/>
              <a:gd name="connsiteX39" fmla="*/ 1356189 w 1356189"/>
              <a:gd name="connsiteY39" fmla="*/ 0 h 2024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56189" h="2024009">
                <a:moveTo>
                  <a:pt x="0" y="2024009"/>
                </a:moveTo>
                <a:lnTo>
                  <a:pt x="71919" y="2003460"/>
                </a:lnTo>
                <a:cubicBezTo>
                  <a:pt x="82292" y="2000348"/>
                  <a:pt x="93055" y="1998029"/>
                  <a:pt x="102742" y="1993186"/>
                </a:cubicBezTo>
                <a:cubicBezTo>
                  <a:pt x="113786" y="1987664"/>
                  <a:pt x="122724" y="1978551"/>
                  <a:pt x="133564" y="1972638"/>
                </a:cubicBezTo>
                <a:cubicBezTo>
                  <a:pt x="160455" y="1957970"/>
                  <a:pt x="188359" y="1945240"/>
                  <a:pt x="215757" y="1931541"/>
                </a:cubicBezTo>
                <a:cubicBezTo>
                  <a:pt x="253487" y="1912676"/>
                  <a:pt x="255729" y="1913679"/>
                  <a:pt x="287677" y="1890445"/>
                </a:cubicBezTo>
                <a:cubicBezTo>
                  <a:pt x="315374" y="1870302"/>
                  <a:pt x="345654" y="1853017"/>
                  <a:pt x="369870" y="1828800"/>
                </a:cubicBezTo>
                <a:cubicBezTo>
                  <a:pt x="376719" y="1821950"/>
                  <a:pt x="384367" y="1815815"/>
                  <a:pt x="390418" y="1808251"/>
                </a:cubicBezTo>
                <a:cubicBezTo>
                  <a:pt x="398132" y="1798609"/>
                  <a:pt x="402235" y="1786160"/>
                  <a:pt x="410966" y="1777429"/>
                </a:cubicBezTo>
                <a:cubicBezTo>
                  <a:pt x="419698" y="1768697"/>
                  <a:pt x="431515" y="1763730"/>
                  <a:pt x="441789" y="1756880"/>
                </a:cubicBezTo>
                <a:lnTo>
                  <a:pt x="482886" y="1695236"/>
                </a:lnTo>
                <a:cubicBezTo>
                  <a:pt x="489736" y="1684962"/>
                  <a:pt x="497912" y="1675458"/>
                  <a:pt x="503434" y="1664413"/>
                </a:cubicBezTo>
                <a:cubicBezTo>
                  <a:pt x="528314" y="1614652"/>
                  <a:pt x="513152" y="1634146"/>
                  <a:pt x="544531" y="1602768"/>
                </a:cubicBezTo>
                <a:cubicBezTo>
                  <a:pt x="551380" y="1589069"/>
                  <a:pt x="557641" y="1575060"/>
                  <a:pt x="565079" y="1561671"/>
                </a:cubicBezTo>
                <a:cubicBezTo>
                  <a:pt x="574777" y="1544215"/>
                  <a:pt x="586970" y="1528162"/>
                  <a:pt x="595901" y="1510301"/>
                </a:cubicBezTo>
                <a:cubicBezTo>
                  <a:pt x="604149" y="1493805"/>
                  <a:pt x="608721" y="1475675"/>
                  <a:pt x="616450" y="1458930"/>
                </a:cubicBezTo>
                <a:cubicBezTo>
                  <a:pt x="629286" y="1431118"/>
                  <a:pt x="647859" y="1405796"/>
                  <a:pt x="657546" y="1376737"/>
                </a:cubicBezTo>
                <a:cubicBezTo>
                  <a:pt x="677133" y="1317978"/>
                  <a:pt x="685741" y="1297410"/>
                  <a:pt x="698643" y="1232898"/>
                </a:cubicBezTo>
                <a:cubicBezTo>
                  <a:pt x="702068" y="1215775"/>
                  <a:pt x="702949" y="1197939"/>
                  <a:pt x="708917" y="1181528"/>
                </a:cubicBezTo>
                <a:cubicBezTo>
                  <a:pt x="716768" y="1159937"/>
                  <a:pt x="730408" y="1140877"/>
                  <a:pt x="739739" y="1119883"/>
                </a:cubicBezTo>
                <a:cubicBezTo>
                  <a:pt x="744138" y="1109986"/>
                  <a:pt x="747039" y="1099473"/>
                  <a:pt x="750014" y="1089060"/>
                </a:cubicBezTo>
                <a:cubicBezTo>
                  <a:pt x="753893" y="1075483"/>
                  <a:pt x="754726" y="1060943"/>
                  <a:pt x="760288" y="1047964"/>
                </a:cubicBezTo>
                <a:cubicBezTo>
                  <a:pt x="765152" y="1036614"/>
                  <a:pt x="775314" y="1028186"/>
                  <a:pt x="780836" y="1017141"/>
                </a:cubicBezTo>
                <a:cubicBezTo>
                  <a:pt x="798307" y="982198"/>
                  <a:pt x="784921" y="984732"/>
                  <a:pt x="801384" y="945222"/>
                </a:cubicBezTo>
                <a:cubicBezTo>
                  <a:pt x="813165" y="916947"/>
                  <a:pt x="832795" y="892089"/>
                  <a:pt x="842481" y="863029"/>
                </a:cubicBezTo>
                <a:cubicBezTo>
                  <a:pt x="845906" y="852755"/>
                  <a:pt x="847912" y="841893"/>
                  <a:pt x="852755" y="832206"/>
                </a:cubicBezTo>
                <a:cubicBezTo>
                  <a:pt x="858277" y="821162"/>
                  <a:pt x="867391" y="812224"/>
                  <a:pt x="873304" y="801384"/>
                </a:cubicBezTo>
                <a:cubicBezTo>
                  <a:pt x="887972" y="774493"/>
                  <a:pt x="900701" y="746589"/>
                  <a:pt x="914400" y="719191"/>
                </a:cubicBezTo>
                <a:cubicBezTo>
                  <a:pt x="921249" y="705492"/>
                  <a:pt x="931233" y="692953"/>
                  <a:pt x="934948" y="678094"/>
                </a:cubicBezTo>
                <a:cubicBezTo>
                  <a:pt x="938373" y="664395"/>
                  <a:pt x="939792" y="650031"/>
                  <a:pt x="945223" y="636997"/>
                </a:cubicBezTo>
                <a:cubicBezTo>
                  <a:pt x="957004" y="608722"/>
                  <a:pt x="976632" y="583864"/>
                  <a:pt x="986319" y="554804"/>
                </a:cubicBezTo>
                <a:cubicBezTo>
                  <a:pt x="1019392" y="455586"/>
                  <a:pt x="966356" y="609849"/>
                  <a:pt x="1017142" y="482885"/>
                </a:cubicBezTo>
                <a:cubicBezTo>
                  <a:pt x="1044542" y="414384"/>
                  <a:pt x="1032011" y="409212"/>
                  <a:pt x="1078787" y="339047"/>
                </a:cubicBezTo>
                <a:lnTo>
                  <a:pt x="1160980" y="215757"/>
                </a:lnTo>
                <a:lnTo>
                  <a:pt x="1202077" y="154112"/>
                </a:lnTo>
                <a:cubicBezTo>
                  <a:pt x="1208927" y="143838"/>
                  <a:pt x="1212351" y="130138"/>
                  <a:pt x="1222625" y="123289"/>
                </a:cubicBezTo>
                <a:cubicBezTo>
                  <a:pt x="1245508" y="108034"/>
                  <a:pt x="1257267" y="103105"/>
                  <a:pt x="1273996" y="82193"/>
                </a:cubicBezTo>
                <a:cubicBezTo>
                  <a:pt x="1281710" y="72551"/>
                  <a:pt x="1285813" y="60102"/>
                  <a:pt x="1294544" y="51370"/>
                </a:cubicBezTo>
                <a:cubicBezTo>
                  <a:pt x="1303275" y="42639"/>
                  <a:pt x="1315724" y="38536"/>
                  <a:pt x="1325366" y="30822"/>
                </a:cubicBezTo>
                <a:cubicBezTo>
                  <a:pt x="1325372" y="30817"/>
                  <a:pt x="1351049" y="5140"/>
                  <a:pt x="1356189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0A0E1B53-9152-E66C-9487-ACC34CE1C3E3}"/>
              </a:ext>
            </a:extLst>
          </p:cNvPr>
          <p:cNvSpPr/>
          <p:nvPr/>
        </p:nvSpPr>
        <p:spPr>
          <a:xfrm>
            <a:off x="13123015" y="6563583"/>
            <a:ext cx="1286780" cy="3730978"/>
          </a:xfrm>
          <a:custGeom>
            <a:avLst/>
            <a:gdLst>
              <a:gd name="connsiteX0" fmla="*/ 1436140 w 1436140"/>
              <a:gd name="connsiteY0" fmla="*/ 4164037 h 4164037"/>
              <a:gd name="connsiteX1" fmla="*/ 1393937 w 1436140"/>
              <a:gd name="connsiteY1" fmla="*/ 4065563 h 4164037"/>
              <a:gd name="connsiteX2" fmla="*/ 1337666 w 1436140"/>
              <a:gd name="connsiteY2" fmla="*/ 3981157 h 4164037"/>
              <a:gd name="connsiteX3" fmla="*/ 1323599 w 1436140"/>
              <a:gd name="connsiteY3" fmla="*/ 3938954 h 4164037"/>
              <a:gd name="connsiteX4" fmla="*/ 1295463 w 1436140"/>
              <a:gd name="connsiteY4" fmla="*/ 3910819 h 4164037"/>
              <a:gd name="connsiteX5" fmla="*/ 1267328 w 1436140"/>
              <a:gd name="connsiteY5" fmla="*/ 3868616 h 4164037"/>
              <a:gd name="connsiteX6" fmla="*/ 1253260 w 1436140"/>
              <a:gd name="connsiteY6" fmla="*/ 3826412 h 4164037"/>
              <a:gd name="connsiteX7" fmla="*/ 1196989 w 1436140"/>
              <a:gd name="connsiteY7" fmla="*/ 3742006 h 4164037"/>
              <a:gd name="connsiteX8" fmla="*/ 1168854 w 1436140"/>
              <a:gd name="connsiteY8" fmla="*/ 3699803 h 4164037"/>
              <a:gd name="connsiteX9" fmla="*/ 1140719 w 1436140"/>
              <a:gd name="connsiteY9" fmla="*/ 3657600 h 4164037"/>
              <a:gd name="connsiteX10" fmla="*/ 1112583 w 1436140"/>
              <a:gd name="connsiteY10" fmla="*/ 3559126 h 4164037"/>
              <a:gd name="connsiteX11" fmla="*/ 1098516 w 1436140"/>
              <a:gd name="connsiteY11" fmla="*/ 3502856 h 4164037"/>
              <a:gd name="connsiteX12" fmla="*/ 1084448 w 1436140"/>
              <a:gd name="connsiteY12" fmla="*/ 3460652 h 4164037"/>
              <a:gd name="connsiteX13" fmla="*/ 1070380 w 1436140"/>
              <a:gd name="connsiteY13" fmla="*/ 3404382 h 4164037"/>
              <a:gd name="connsiteX14" fmla="*/ 1042245 w 1436140"/>
              <a:gd name="connsiteY14" fmla="*/ 3319976 h 4164037"/>
              <a:gd name="connsiteX15" fmla="*/ 1028177 w 1436140"/>
              <a:gd name="connsiteY15" fmla="*/ 3277772 h 4164037"/>
              <a:gd name="connsiteX16" fmla="*/ 1014109 w 1436140"/>
              <a:gd name="connsiteY16" fmla="*/ 3221502 h 4164037"/>
              <a:gd name="connsiteX17" fmla="*/ 985974 w 1436140"/>
              <a:gd name="connsiteY17" fmla="*/ 3066757 h 4164037"/>
              <a:gd name="connsiteX18" fmla="*/ 957839 w 1436140"/>
              <a:gd name="connsiteY18" fmla="*/ 2982351 h 4164037"/>
              <a:gd name="connsiteX19" fmla="*/ 943771 w 1436140"/>
              <a:gd name="connsiteY19" fmla="*/ 2940148 h 4164037"/>
              <a:gd name="connsiteX20" fmla="*/ 887500 w 1436140"/>
              <a:gd name="connsiteY20" fmla="*/ 2841674 h 4164037"/>
              <a:gd name="connsiteX21" fmla="*/ 873432 w 1436140"/>
              <a:gd name="connsiteY21" fmla="*/ 2799471 h 4164037"/>
              <a:gd name="connsiteX22" fmla="*/ 831229 w 1436140"/>
              <a:gd name="connsiteY22" fmla="*/ 2743200 h 4164037"/>
              <a:gd name="connsiteX23" fmla="*/ 774959 w 1436140"/>
              <a:gd name="connsiteY23" fmla="*/ 2658794 h 4164037"/>
              <a:gd name="connsiteX24" fmla="*/ 746823 w 1436140"/>
              <a:gd name="connsiteY24" fmla="*/ 2630659 h 4164037"/>
              <a:gd name="connsiteX25" fmla="*/ 690552 w 1436140"/>
              <a:gd name="connsiteY25" fmla="*/ 2560320 h 4164037"/>
              <a:gd name="connsiteX26" fmla="*/ 620214 w 1436140"/>
              <a:gd name="connsiteY26" fmla="*/ 2447779 h 4164037"/>
              <a:gd name="connsiteX27" fmla="*/ 592079 w 1436140"/>
              <a:gd name="connsiteY27" fmla="*/ 2405576 h 4164037"/>
              <a:gd name="connsiteX28" fmla="*/ 521740 w 1436140"/>
              <a:gd name="connsiteY28" fmla="*/ 2335237 h 4164037"/>
              <a:gd name="connsiteX29" fmla="*/ 507672 w 1436140"/>
              <a:gd name="connsiteY29" fmla="*/ 2293034 h 4164037"/>
              <a:gd name="connsiteX30" fmla="*/ 479537 w 1436140"/>
              <a:gd name="connsiteY30" fmla="*/ 2250831 h 4164037"/>
              <a:gd name="connsiteX31" fmla="*/ 423266 w 1436140"/>
              <a:gd name="connsiteY31" fmla="*/ 2124222 h 4164037"/>
              <a:gd name="connsiteX32" fmla="*/ 395131 w 1436140"/>
              <a:gd name="connsiteY32" fmla="*/ 2025748 h 4164037"/>
              <a:gd name="connsiteX33" fmla="*/ 381063 w 1436140"/>
              <a:gd name="connsiteY33" fmla="*/ 1955409 h 4164037"/>
              <a:gd name="connsiteX34" fmla="*/ 352928 w 1436140"/>
              <a:gd name="connsiteY34" fmla="*/ 1871003 h 4164037"/>
              <a:gd name="connsiteX35" fmla="*/ 324792 w 1436140"/>
              <a:gd name="connsiteY35" fmla="*/ 1828800 h 4164037"/>
              <a:gd name="connsiteX36" fmla="*/ 310725 w 1436140"/>
              <a:gd name="connsiteY36" fmla="*/ 1772529 h 4164037"/>
              <a:gd name="connsiteX37" fmla="*/ 282589 w 1436140"/>
              <a:gd name="connsiteY37" fmla="*/ 1688123 h 4164037"/>
              <a:gd name="connsiteX38" fmla="*/ 268522 w 1436140"/>
              <a:gd name="connsiteY38" fmla="*/ 1645920 h 4164037"/>
              <a:gd name="connsiteX39" fmla="*/ 240386 w 1436140"/>
              <a:gd name="connsiteY39" fmla="*/ 1561514 h 4164037"/>
              <a:gd name="connsiteX40" fmla="*/ 226319 w 1436140"/>
              <a:gd name="connsiteY40" fmla="*/ 1463040 h 4164037"/>
              <a:gd name="connsiteX41" fmla="*/ 184116 w 1436140"/>
              <a:gd name="connsiteY41" fmla="*/ 1322363 h 4164037"/>
              <a:gd name="connsiteX42" fmla="*/ 155980 w 1436140"/>
              <a:gd name="connsiteY42" fmla="*/ 1209822 h 4164037"/>
              <a:gd name="connsiteX43" fmla="*/ 141912 w 1436140"/>
              <a:gd name="connsiteY43" fmla="*/ 1153551 h 4164037"/>
              <a:gd name="connsiteX44" fmla="*/ 127845 w 1436140"/>
              <a:gd name="connsiteY44" fmla="*/ 1069145 h 4164037"/>
              <a:gd name="connsiteX45" fmla="*/ 113777 w 1436140"/>
              <a:gd name="connsiteY45" fmla="*/ 309489 h 4164037"/>
              <a:gd name="connsiteX46" fmla="*/ 85642 w 1436140"/>
              <a:gd name="connsiteY46" fmla="*/ 211016 h 4164037"/>
              <a:gd name="connsiteX47" fmla="*/ 57506 w 1436140"/>
              <a:gd name="connsiteY47" fmla="*/ 182880 h 4164037"/>
              <a:gd name="connsiteX48" fmla="*/ 15303 w 1436140"/>
              <a:gd name="connsiteY48" fmla="*/ 112542 h 4164037"/>
              <a:gd name="connsiteX49" fmla="*/ 1236 w 1436140"/>
              <a:gd name="connsiteY49" fmla="*/ 0 h 416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436140" h="4164037">
                <a:moveTo>
                  <a:pt x="1436140" y="4164037"/>
                </a:moveTo>
                <a:cubicBezTo>
                  <a:pt x="1422072" y="4131212"/>
                  <a:pt x="1410868" y="4097007"/>
                  <a:pt x="1393937" y="4065563"/>
                </a:cubicBezTo>
                <a:cubicBezTo>
                  <a:pt x="1377906" y="4035790"/>
                  <a:pt x="1337666" y="3981157"/>
                  <a:pt x="1337666" y="3981157"/>
                </a:cubicBezTo>
                <a:cubicBezTo>
                  <a:pt x="1332977" y="3967089"/>
                  <a:pt x="1331228" y="3951669"/>
                  <a:pt x="1323599" y="3938954"/>
                </a:cubicBezTo>
                <a:cubicBezTo>
                  <a:pt x="1316775" y="3927581"/>
                  <a:pt x="1303749" y="3921176"/>
                  <a:pt x="1295463" y="3910819"/>
                </a:cubicBezTo>
                <a:cubicBezTo>
                  <a:pt x="1284901" y="3897617"/>
                  <a:pt x="1274889" y="3883738"/>
                  <a:pt x="1267328" y="3868616"/>
                </a:cubicBezTo>
                <a:cubicBezTo>
                  <a:pt x="1260696" y="3855353"/>
                  <a:pt x="1260462" y="3839375"/>
                  <a:pt x="1253260" y="3826412"/>
                </a:cubicBezTo>
                <a:cubicBezTo>
                  <a:pt x="1236838" y="3796853"/>
                  <a:pt x="1215746" y="3770141"/>
                  <a:pt x="1196989" y="3742006"/>
                </a:cubicBezTo>
                <a:lnTo>
                  <a:pt x="1168854" y="3699803"/>
                </a:lnTo>
                <a:lnTo>
                  <a:pt x="1140719" y="3657600"/>
                </a:lnTo>
                <a:cubicBezTo>
                  <a:pt x="1096731" y="3481650"/>
                  <a:pt x="1152955" y="3700427"/>
                  <a:pt x="1112583" y="3559126"/>
                </a:cubicBezTo>
                <a:cubicBezTo>
                  <a:pt x="1107272" y="3540536"/>
                  <a:pt x="1103827" y="3521446"/>
                  <a:pt x="1098516" y="3502856"/>
                </a:cubicBezTo>
                <a:cubicBezTo>
                  <a:pt x="1094442" y="3488598"/>
                  <a:pt x="1088522" y="3474910"/>
                  <a:pt x="1084448" y="3460652"/>
                </a:cubicBezTo>
                <a:cubicBezTo>
                  <a:pt x="1079136" y="3442062"/>
                  <a:pt x="1075936" y="3422901"/>
                  <a:pt x="1070380" y="3404382"/>
                </a:cubicBezTo>
                <a:cubicBezTo>
                  <a:pt x="1061858" y="3375976"/>
                  <a:pt x="1051623" y="3348111"/>
                  <a:pt x="1042245" y="3319976"/>
                </a:cubicBezTo>
                <a:cubicBezTo>
                  <a:pt x="1037556" y="3305908"/>
                  <a:pt x="1031774" y="3292158"/>
                  <a:pt x="1028177" y="3277772"/>
                </a:cubicBezTo>
                <a:cubicBezTo>
                  <a:pt x="1023488" y="3259015"/>
                  <a:pt x="1017901" y="3240461"/>
                  <a:pt x="1014109" y="3221502"/>
                </a:cubicBezTo>
                <a:cubicBezTo>
                  <a:pt x="1006063" y="3181272"/>
                  <a:pt x="997294" y="3108262"/>
                  <a:pt x="985974" y="3066757"/>
                </a:cubicBezTo>
                <a:cubicBezTo>
                  <a:pt x="978171" y="3038145"/>
                  <a:pt x="967217" y="3010486"/>
                  <a:pt x="957839" y="2982351"/>
                </a:cubicBezTo>
                <a:cubicBezTo>
                  <a:pt x="953150" y="2968283"/>
                  <a:pt x="951996" y="2952486"/>
                  <a:pt x="943771" y="2940148"/>
                </a:cubicBezTo>
                <a:cubicBezTo>
                  <a:pt x="915516" y="2897765"/>
                  <a:pt x="908918" y="2891648"/>
                  <a:pt x="887500" y="2841674"/>
                </a:cubicBezTo>
                <a:cubicBezTo>
                  <a:pt x="881659" y="2828044"/>
                  <a:pt x="880789" y="2812346"/>
                  <a:pt x="873432" y="2799471"/>
                </a:cubicBezTo>
                <a:cubicBezTo>
                  <a:pt x="861799" y="2779114"/>
                  <a:pt x="844674" y="2762408"/>
                  <a:pt x="831229" y="2743200"/>
                </a:cubicBezTo>
                <a:cubicBezTo>
                  <a:pt x="811838" y="2715498"/>
                  <a:pt x="798870" y="2682704"/>
                  <a:pt x="774959" y="2658794"/>
                </a:cubicBezTo>
                <a:cubicBezTo>
                  <a:pt x="765580" y="2649416"/>
                  <a:pt x="755109" y="2641016"/>
                  <a:pt x="746823" y="2630659"/>
                </a:cubicBezTo>
                <a:cubicBezTo>
                  <a:pt x="675832" y="2541922"/>
                  <a:pt x="758491" y="2628259"/>
                  <a:pt x="690552" y="2560320"/>
                </a:cubicBezTo>
                <a:cubicBezTo>
                  <a:pt x="646486" y="2472187"/>
                  <a:pt x="681088" y="2533002"/>
                  <a:pt x="620214" y="2447779"/>
                </a:cubicBezTo>
                <a:cubicBezTo>
                  <a:pt x="610387" y="2434021"/>
                  <a:pt x="603212" y="2418300"/>
                  <a:pt x="592079" y="2405576"/>
                </a:cubicBezTo>
                <a:cubicBezTo>
                  <a:pt x="570244" y="2380622"/>
                  <a:pt x="521740" y="2335237"/>
                  <a:pt x="521740" y="2335237"/>
                </a:cubicBezTo>
                <a:cubicBezTo>
                  <a:pt x="517051" y="2321169"/>
                  <a:pt x="514304" y="2306297"/>
                  <a:pt x="507672" y="2293034"/>
                </a:cubicBezTo>
                <a:cubicBezTo>
                  <a:pt x="500111" y="2277912"/>
                  <a:pt x="486404" y="2266281"/>
                  <a:pt x="479537" y="2250831"/>
                </a:cubicBezTo>
                <a:cubicBezTo>
                  <a:pt x="412576" y="2100168"/>
                  <a:pt x="486939" y="2219730"/>
                  <a:pt x="423266" y="2124222"/>
                </a:cubicBezTo>
                <a:cubicBezTo>
                  <a:pt x="407602" y="2077227"/>
                  <a:pt x="406907" y="2078737"/>
                  <a:pt x="395131" y="2025748"/>
                </a:cubicBezTo>
                <a:cubicBezTo>
                  <a:pt x="389944" y="2002407"/>
                  <a:pt x="387354" y="1978477"/>
                  <a:pt x="381063" y="1955409"/>
                </a:cubicBezTo>
                <a:cubicBezTo>
                  <a:pt x="373260" y="1926797"/>
                  <a:pt x="369379" y="1895679"/>
                  <a:pt x="352928" y="1871003"/>
                </a:cubicBezTo>
                <a:lnTo>
                  <a:pt x="324792" y="1828800"/>
                </a:lnTo>
                <a:cubicBezTo>
                  <a:pt x="320103" y="1810043"/>
                  <a:pt x="316281" y="1791048"/>
                  <a:pt x="310725" y="1772529"/>
                </a:cubicBezTo>
                <a:cubicBezTo>
                  <a:pt x="302203" y="1744122"/>
                  <a:pt x="291967" y="1716258"/>
                  <a:pt x="282589" y="1688123"/>
                </a:cubicBezTo>
                <a:lnTo>
                  <a:pt x="268522" y="1645920"/>
                </a:lnTo>
                <a:lnTo>
                  <a:pt x="240386" y="1561514"/>
                </a:lnTo>
                <a:cubicBezTo>
                  <a:pt x="235697" y="1528689"/>
                  <a:pt x="232250" y="1495663"/>
                  <a:pt x="226319" y="1463040"/>
                </a:cubicBezTo>
                <a:cubicBezTo>
                  <a:pt x="211437" y="1381190"/>
                  <a:pt x="208579" y="1420214"/>
                  <a:pt x="184116" y="1322363"/>
                </a:cubicBezTo>
                <a:lnTo>
                  <a:pt x="155980" y="1209822"/>
                </a:lnTo>
                <a:cubicBezTo>
                  <a:pt x="151291" y="1191065"/>
                  <a:pt x="145090" y="1172622"/>
                  <a:pt x="141912" y="1153551"/>
                </a:cubicBezTo>
                <a:lnTo>
                  <a:pt x="127845" y="1069145"/>
                </a:lnTo>
                <a:cubicBezTo>
                  <a:pt x="123156" y="815926"/>
                  <a:pt x="122505" y="562601"/>
                  <a:pt x="113777" y="309489"/>
                </a:cubicBezTo>
                <a:cubicBezTo>
                  <a:pt x="113553" y="302987"/>
                  <a:pt x="92446" y="222357"/>
                  <a:pt x="85642" y="211016"/>
                </a:cubicBezTo>
                <a:cubicBezTo>
                  <a:pt x="78818" y="199643"/>
                  <a:pt x="66885" y="192259"/>
                  <a:pt x="57506" y="182880"/>
                </a:cubicBezTo>
                <a:cubicBezTo>
                  <a:pt x="17657" y="63326"/>
                  <a:pt x="73234" y="209093"/>
                  <a:pt x="15303" y="112542"/>
                </a:cubicBezTo>
                <a:cubicBezTo>
                  <a:pt x="-6178" y="76740"/>
                  <a:pt x="1236" y="39876"/>
                  <a:pt x="123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956B2420-19D8-BC05-A0EA-A8471C38601E}"/>
              </a:ext>
            </a:extLst>
          </p:cNvPr>
          <p:cNvSpPr/>
          <p:nvPr/>
        </p:nvSpPr>
        <p:spPr>
          <a:xfrm>
            <a:off x="13065683" y="6011187"/>
            <a:ext cx="403350" cy="605022"/>
          </a:xfrm>
          <a:custGeom>
            <a:avLst/>
            <a:gdLst>
              <a:gd name="connsiteX0" fmla="*/ 0 w 450166"/>
              <a:gd name="connsiteY0" fmla="*/ 675249 h 675249"/>
              <a:gd name="connsiteX1" fmla="*/ 70338 w 450166"/>
              <a:gd name="connsiteY1" fmla="*/ 576776 h 675249"/>
              <a:gd name="connsiteX2" fmla="*/ 98474 w 450166"/>
              <a:gd name="connsiteY2" fmla="*/ 548640 h 675249"/>
              <a:gd name="connsiteX3" fmla="*/ 140677 w 450166"/>
              <a:gd name="connsiteY3" fmla="*/ 492369 h 675249"/>
              <a:gd name="connsiteX4" fmla="*/ 196948 w 450166"/>
              <a:gd name="connsiteY4" fmla="*/ 407963 h 675249"/>
              <a:gd name="connsiteX5" fmla="*/ 281354 w 450166"/>
              <a:gd name="connsiteY5" fmla="*/ 239151 h 675249"/>
              <a:gd name="connsiteX6" fmla="*/ 323557 w 450166"/>
              <a:gd name="connsiteY6" fmla="*/ 196948 h 675249"/>
              <a:gd name="connsiteX7" fmla="*/ 393895 w 450166"/>
              <a:gd name="connsiteY7" fmla="*/ 140677 h 675249"/>
              <a:gd name="connsiteX8" fmla="*/ 422031 w 450166"/>
              <a:gd name="connsiteY8" fmla="*/ 56271 h 675249"/>
              <a:gd name="connsiteX9" fmla="*/ 450166 w 450166"/>
              <a:gd name="connsiteY9" fmla="*/ 0 h 675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50166" h="675249">
                <a:moveTo>
                  <a:pt x="0" y="675249"/>
                </a:moveTo>
                <a:cubicBezTo>
                  <a:pt x="23446" y="642425"/>
                  <a:pt x="45573" y="608617"/>
                  <a:pt x="70338" y="576776"/>
                </a:cubicBezTo>
                <a:cubicBezTo>
                  <a:pt x="78481" y="566306"/>
                  <a:pt x="89983" y="558829"/>
                  <a:pt x="98474" y="548640"/>
                </a:cubicBezTo>
                <a:cubicBezTo>
                  <a:pt x="113484" y="530628"/>
                  <a:pt x="127231" y="511577"/>
                  <a:pt x="140677" y="492369"/>
                </a:cubicBezTo>
                <a:cubicBezTo>
                  <a:pt x="160068" y="464667"/>
                  <a:pt x="196948" y="407963"/>
                  <a:pt x="196948" y="407963"/>
                </a:cubicBezTo>
                <a:cubicBezTo>
                  <a:pt x="219831" y="339312"/>
                  <a:pt x="226812" y="293693"/>
                  <a:pt x="281354" y="239151"/>
                </a:cubicBezTo>
                <a:cubicBezTo>
                  <a:pt x="295422" y="225083"/>
                  <a:pt x="308273" y="209684"/>
                  <a:pt x="323557" y="196948"/>
                </a:cubicBezTo>
                <a:cubicBezTo>
                  <a:pt x="430023" y="108227"/>
                  <a:pt x="312050" y="222525"/>
                  <a:pt x="393895" y="140677"/>
                </a:cubicBezTo>
                <a:lnTo>
                  <a:pt x="422031" y="56271"/>
                </a:lnTo>
                <a:cubicBezTo>
                  <a:pt x="438196" y="7775"/>
                  <a:pt x="425612" y="24554"/>
                  <a:pt x="45016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C290FD72-77DF-43FE-985B-4E282F7036E7}"/>
              </a:ext>
            </a:extLst>
          </p:cNvPr>
          <p:cNvSpPr/>
          <p:nvPr/>
        </p:nvSpPr>
        <p:spPr>
          <a:xfrm>
            <a:off x="18041653" y="8445515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CE4AB39A-E49E-DE1E-2641-33608FC49A91}"/>
              </a:ext>
            </a:extLst>
          </p:cNvPr>
          <p:cNvSpPr/>
          <p:nvPr/>
        </p:nvSpPr>
        <p:spPr>
          <a:xfrm>
            <a:off x="19232204" y="8458507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6F5FF91-B7F2-38C7-DC77-DFD7ABC62F16}"/>
              </a:ext>
            </a:extLst>
          </p:cNvPr>
          <p:cNvSpPr/>
          <p:nvPr/>
        </p:nvSpPr>
        <p:spPr>
          <a:xfrm>
            <a:off x="19183427" y="839908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9A6AE5E-956F-78D5-6396-E01C39A20C98}"/>
              </a:ext>
            </a:extLst>
          </p:cNvPr>
          <p:cNvCxnSpPr>
            <a:cxnSpLocks/>
          </p:cNvCxnSpPr>
          <p:nvPr/>
        </p:nvCxnSpPr>
        <p:spPr>
          <a:xfrm>
            <a:off x="21236849" y="6580171"/>
            <a:ext cx="0" cy="54873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AB16296-EA35-D918-8FAD-471E409DB578}"/>
              </a:ext>
            </a:extLst>
          </p:cNvPr>
          <p:cNvCxnSpPr>
            <a:cxnSpLocks/>
          </p:cNvCxnSpPr>
          <p:nvPr/>
        </p:nvCxnSpPr>
        <p:spPr>
          <a:xfrm>
            <a:off x="19232198" y="8491328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558E9C5-BDBB-1712-2338-B4FE90B536C9}"/>
                  </a:ext>
                </a:extLst>
              </p:cNvPr>
              <p:cNvSpPr txBox="1"/>
              <p:nvPr/>
            </p:nvSpPr>
            <p:spPr>
              <a:xfrm>
                <a:off x="19251749" y="8313836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558E9C5-BDBB-1712-2338-B4FE90B53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1749" y="8313836"/>
                <a:ext cx="568909" cy="478464"/>
              </a:xfrm>
              <a:prstGeom prst="rect">
                <a:avLst/>
              </a:prstGeom>
              <a:blipFill>
                <a:blip r:embed="rId9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7D4580C-56AC-268C-3C8F-11D80406C54C}"/>
                  </a:ext>
                </a:extLst>
              </p:cNvPr>
              <p:cNvSpPr txBox="1"/>
              <p:nvPr/>
            </p:nvSpPr>
            <p:spPr>
              <a:xfrm>
                <a:off x="20643020" y="660194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7D4580C-56AC-268C-3C8F-11D80406C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43020" y="6601948"/>
                <a:ext cx="896111" cy="478464"/>
              </a:xfrm>
              <a:prstGeom prst="rect">
                <a:avLst/>
              </a:prstGeom>
              <a:blipFill>
                <a:blip r:embed="rId93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4D99D38-DB55-F73E-23A8-3D8DC5237442}"/>
                  </a:ext>
                </a:extLst>
              </p:cNvPr>
              <p:cNvSpPr txBox="1"/>
              <p:nvPr/>
            </p:nvSpPr>
            <p:spPr>
              <a:xfrm>
                <a:off x="19518937" y="713859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4D99D38-DB55-F73E-23A8-3D8DC5237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8937" y="7138592"/>
                <a:ext cx="896111" cy="478464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/>
              <p:nvPr/>
            </p:nvSpPr>
            <p:spPr>
              <a:xfrm>
                <a:off x="17816551" y="10866446"/>
                <a:ext cx="5947422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+(2+ 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16551" y="10866446"/>
                <a:ext cx="5947422" cy="533544"/>
              </a:xfrm>
              <a:prstGeom prst="rect">
                <a:avLst/>
              </a:prstGeom>
              <a:blipFill>
                <a:blip r:embed="rId95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Freeform 90">
            <a:extLst>
              <a:ext uri="{FF2B5EF4-FFF2-40B4-BE49-F238E27FC236}">
                <a16:creationId xmlns:a16="http://schemas.microsoft.com/office/drawing/2014/main" id="{9DAD2CCB-22CA-C780-4E0A-FFB0DEEAFC9B}"/>
              </a:ext>
            </a:extLst>
          </p:cNvPr>
          <p:cNvSpPr/>
          <p:nvPr/>
        </p:nvSpPr>
        <p:spPr>
          <a:xfrm>
            <a:off x="19268849" y="5999237"/>
            <a:ext cx="1665084" cy="2421922"/>
          </a:xfrm>
          <a:custGeom>
            <a:avLst/>
            <a:gdLst>
              <a:gd name="connsiteX0" fmla="*/ 0 w 1356189"/>
              <a:gd name="connsiteY0" fmla="*/ 2024009 h 2024009"/>
              <a:gd name="connsiteX1" fmla="*/ 71919 w 1356189"/>
              <a:gd name="connsiteY1" fmla="*/ 2003460 h 2024009"/>
              <a:gd name="connsiteX2" fmla="*/ 102742 w 1356189"/>
              <a:gd name="connsiteY2" fmla="*/ 1993186 h 2024009"/>
              <a:gd name="connsiteX3" fmla="*/ 133564 w 1356189"/>
              <a:gd name="connsiteY3" fmla="*/ 1972638 h 2024009"/>
              <a:gd name="connsiteX4" fmla="*/ 215757 w 1356189"/>
              <a:gd name="connsiteY4" fmla="*/ 1931541 h 2024009"/>
              <a:gd name="connsiteX5" fmla="*/ 287677 w 1356189"/>
              <a:gd name="connsiteY5" fmla="*/ 1890445 h 2024009"/>
              <a:gd name="connsiteX6" fmla="*/ 369870 w 1356189"/>
              <a:gd name="connsiteY6" fmla="*/ 1828800 h 2024009"/>
              <a:gd name="connsiteX7" fmla="*/ 390418 w 1356189"/>
              <a:gd name="connsiteY7" fmla="*/ 1808251 h 2024009"/>
              <a:gd name="connsiteX8" fmla="*/ 410966 w 1356189"/>
              <a:gd name="connsiteY8" fmla="*/ 1777429 h 2024009"/>
              <a:gd name="connsiteX9" fmla="*/ 441789 w 1356189"/>
              <a:gd name="connsiteY9" fmla="*/ 1756880 h 2024009"/>
              <a:gd name="connsiteX10" fmla="*/ 482886 w 1356189"/>
              <a:gd name="connsiteY10" fmla="*/ 1695236 h 2024009"/>
              <a:gd name="connsiteX11" fmla="*/ 503434 w 1356189"/>
              <a:gd name="connsiteY11" fmla="*/ 1664413 h 2024009"/>
              <a:gd name="connsiteX12" fmla="*/ 544531 w 1356189"/>
              <a:gd name="connsiteY12" fmla="*/ 1602768 h 2024009"/>
              <a:gd name="connsiteX13" fmla="*/ 565079 w 1356189"/>
              <a:gd name="connsiteY13" fmla="*/ 1561671 h 2024009"/>
              <a:gd name="connsiteX14" fmla="*/ 595901 w 1356189"/>
              <a:gd name="connsiteY14" fmla="*/ 1510301 h 2024009"/>
              <a:gd name="connsiteX15" fmla="*/ 616450 w 1356189"/>
              <a:gd name="connsiteY15" fmla="*/ 1458930 h 2024009"/>
              <a:gd name="connsiteX16" fmla="*/ 657546 w 1356189"/>
              <a:gd name="connsiteY16" fmla="*/ 1376737 h 2024009"/>
              <a:gd name="connsiteX17" fmla="*/ 698643 w 1356189"/>
              <a:gd name="connsiteY17" fmla="*/ 1232898 h 2024009"/>
              <a:gd name="connsiteX18" fmla="*/ 708917 w 1356189"/>
              <a:gd name="connsiteY18" fmla="*/ 1181528 h 2024009"/>
              <a:gd name="connsiteX19" fmla="*/ 739739 w 1356189"/>
              <a:gd name="connsiteY19" fmla="*/ 1119883 h 2024009"/>
              <a:gd name="connsiteX20" fmla="*/ 750014 w 1356189"/>
              <a:gd name="connsiteY20" fmla="*/ 1089060 h 2024009"/>
              <a:gd name="connsiteX21" fmla="*/ 760288 w 1356189"/>
              <a:gd name="connsiteY21" fmla="*/ 1047964 h 2024009"/>
              <a:gd name="connsiteX22" fmla="*/ 780836 w 1356189"/>
              <a:gd name="connsiteY22" fmla="*/ 1017141 h 2024009"/>
              <a:gd name="connsiteX23" fmla="*/ 801384 w 1356189"/>
              <a:gd name="connsiteY23" fmla="*/ 945222 h 2024009"/>
              <a:gd name="connsiteX24" fmla="*/ 842481 w 1356189"/>
              <a:gd name="connsiteY24" fmla="*/ 863029 h 2024009"/>
              <a:gd name="connsiteX25" fmla="*/ 852755 w 1356189"/>
              <a:gd name="connsiteY25" fmla="*/ 832206 h 2024009"/>
              <a:gd name="connsiteX26" fmla="*/ 873304 w 1356189"/>
              <a:gd name="connsiteY26" fmla="*/ 801384 h 2024009"/>
              <a:gd name="connsiteX27" fmla="*/ 914400 w 1356189"/>
              <a:gd name="connsiteY27" fmla="*/ 719191 h 2024009"/>
              <a:gd name="connsiteX28" fmla="*/ 934948 w 1356189"/>
              <a:gd name="connsiteY28" fmla="*/ 678094 h 2024009"/>
              <a:gd name="connsiteX29" fmla="*/ 945223 w 1356189"/>
              <a:gd name="connsiteY29" fmla="*/ 636997 h 2024009"/>
              <a:gd name="connsiteX30" fmla="*/ 986319 w 1356189"/>
              <a:gd name="connsiteY30" fmla="*/ 554804 h 2024009"/>
              <a:gd name="connsiteX31" fmla="*/ 1017142 w 1356189"/>
              <a:gd name="connsiteY31" fmla="*/ 482885 h 2024009"/>
              <a:gd name="connsiteX32" fmla="*/ 1078787 w 1356189"/>
              <a:gd name="connsiteY32" fmla="*/ 339047 h 2024009"/>
              <a:gd name="connsiteX33" fmla="*/ 1160980 w 1356189"/>
              <a:gd name="connsiteY33" fmla="*/ 215757 h 2024009"/>
              <a:gd name="connsiteX34" fmla="*/ 1202077 w 1356189"/>
              <a:gd name="connsiteY34" fmla="*/ 154112 h 2024009"/>
              <a:gd name="connsiteX35" fmla="*/ 1222625 w 1356189"/>
              <a:gd name="connsiteY35" fmla="*/ 123289 h 2024009"/>
              <a:gd name="connsiteX36" fmla="*/ 1273996 w 1356189"/>
              <a:gd name="connsiteY36" fmla="*/ 82193 h 2024009"/>
              <a:gd name="connsiteX37" fmla="*/ 1294544 w 1356189"/>
              <a:gd name="connsiteY37" fmla="*/ 51370 h 2024009"/>
              <a:gd name="connsiteX38" fmla="*/ 1325366 w 1356189"/>
              <a:gd name="connsiteY38" fmla="*/ 30822 h 2024009"/>
              <a:gd name="connsiteX39" fmla="*/ 1356189 w 1356189"/>
              <a:gd name="connsiteY39" fmla="*/ 0 h 2024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56189" h="2024009">
                <a:moveTo>
                  <a:pt x="0" y="2024009"/>
                </a:moveTo>
                <a:lnTo>
                  <a:pt x="71919" y="2003460"/>
                </a:lnTo>
                <a:cubicBezTo>
                  <a:pt x="82292" y="2000348"/>
                  <a:pt x="93055" y="1998029"/>
                  <a:pt x="102742" y="1993186"/>
                </a:cubicBezTo>
                <a:cubicBezTo>
                  <a:pt x="113786" y="1987664"/>
                  <a:pt x="122724" y="1978551"/>
                  <a:pt x="133564" y="1972638"/>
                </a:cubicBezTo>
                <a:cubicBezTo>
                  <a:pt x="160455" y="1957970"/>
                  <a:pt x="188359" y="1945240"/>
                  <a:pt x="215757" y="1931541"/>
                </a:cubicBezTo>
                <a:cubicBezTo>
                  <a:pt x="253487" y="1912676"/>
                  <a:pt x="255729" y="1913679"/>
                  <a:pt x="287677" y="1890445"/>
                </a:cubicBezTo>
                <a:cubicBezTo>
                  <a:pt x="315374" y="1870302"/>
                  <a:pt x="345654" y="1853017"/>
                  <a:pt x="369870" y="1828800"/>
                </a:cubicBezTo>
                <a:cubicBezTo>
                  <a:pt x="376719" y="1821950"/>
                  <a:pt x="384367" y="1815815"/>
                  <a:pt x="390418" y="1808251"/>
                </a:cubicBezTo>
                <a:cubicBezTo>
                  <a:pt x="398132" y="1798609"/>
                  <a:pt x="402235" y="1786160"/>
                  <a:pt x="410966" y="1777429"/>
                </a:cubicBezTo>
                <a:cubicBezTo>
                  <a:pt x="419698" y="1768697"/>
                  <a:pt x="431515" y="1763730"/>
                  <a:pt x="441789" y="1756880"/>
                </a:cubicBezTo>
                <a:lnTo>
                  <a:pt x="482886" y="1695236"/>
                </a:lnTo>
                <a:cubicBezTo>
                  <a:pt x="489736" y="1684962"/>
                  <a:pt x="497912" y="1675458"/>
                  <a:pt x="503434" y="1664413"/>
                </a:cubicBezTo>
                <a:cubicBezTo>
                  <a:pt x="528314" y="1614652"/>
                  <a:pt x="513152" y="1634146"/>
                  <a:pt x="544531" y="1602768"/>
                </a:cubicBezTo>
                <a:cubicBezTo>
                  <a:pt x="551380" y="1589069"/>
                  <a:pt x="557641" y="1575060"/>
                  <a:pt x="565079" y="1561671"/>
                </a:cubicBezTo>
                <a:cubicBezTo>
                  <a:pt x="574777" y="1544215"/>
                  <a:pt x="586970" y="1528162"/>
                  <a:pt x="595901" y="1510301"/>
                </a:cubicBezTo>
                <a:cubicBezTo>
                  <a:pt x="604149" y="1493805"/>
                  <a:pt x="608721" y="1475675"/>
                  <a:pt x="616450" y="1458930"/>
                </a:cubicBezTo>
                <a:cubicBezTo>
                  <a:pt x="629286" y="1431118"/>
                  <a:pt x="647859" y="1405796"/>
                  <a:pt x="657546" y="1376737"/>
                </a:cubicBezTo>
                <a:cubicBezTo>
                  <a:pt x="677133" y="1317978"/>
                  <a:pt x="685741" y="1297410"/>
                  <a:pt x="698643" y="1232898"/>
                </a:cubicBezTo>
                <a:cubicBezTo>
                  <a:pt x="702068" y="1215775"/>
                  <a:pt x="702949" y="1197939"/>
                  <a:pt x="708917" y="1181528"/>
                </a:cubicBezTo>
                <a:cubicBezTo>
                  <a:pt x="716768" y="1159937"/>
                  <a:pt x="730408" y="1140877"/>
                  <a:pt x="739739" y="1119883"/>
                </a:cubicBezTo>
                <a:cubicBezTo>
                  <a:pt x="744138" y="1109986"/>
                  <a:pt x="747039" y="1099473"/>
                  <a:pt x="750014" y="1089060"/>
                </a:cubicBezTo>
                <a:cubicBezTo>
                  <a:pt x="753893" y="1075483"/>
                  <a:pt x="754726" y="1060943"/>
                  <a:pt x="760288" y="1047964"/>
                </a:cubicBezTo>
                <a:cubicBezTo>
                  <a:pt x="765152" y="1036614"/>
                  <a:pt x="775314" y="1028186"/>
                  <a:pt x="780836" y="1017141"/>
                </a:cubicBezTo>
                <a:cubicBezTo>
                  <a:pt x="798307" y="982198"/>
                  <a:pt x="784921" y="984732"/>
                  <a:pt x="801384" y="945222"/>
                </a:cubicBezTo>
                <a:cubicBezTo>
                  <a:pt x="813165" y="916947"/>
                  <a:pt x="832795" y="892089"/>
                  <a:pt x="842481" y="863029"/>
                </a:cubicBezTo>
                <a:cubicBezTo>
                  <a:pt x="845906" y="852755"/>
                  <a:pt x="847912" y="841893"/>
                  <a:pt x="852755" y="832206"/>
                </a:cubicBezTo>
                <a:cubicBezTo>
                  <a:pt x="858277" y="821162"/>
                  <a:pt x="867391" y="812224"/>
                  <a:pt x="873304" y="801384"/>
                </a:cubicBezTo>
                <a:cubicBezTo>
                  <a:pt x="887972" y="774493"/>
                  <a:pt x="900701" y="746589"/>
                  <a:pt x="914400" y="719191"/>
                </a:cubicBezTo>
                <a:cubicBezTo>
                  <a:pt x="921249" y="705492"/>
                  <a:pt x="931233" y="692953"/>
                  <a:pt x="934948" y="678094"/>
                </a:cubicBezTo>
                <a:cubicBezTo>
                  <a:pt x="938373" y="664395"/>
                  <a:pt x="939792" y="650031"/>
                  <a:pt x="945223" y="636997"/>
                </a:cubicBezTo>
                <a:cubicBezTo>
                  <a:pt x="957004" y="608722"/>
                  <a:pt x="976632" y="583864"/>
                  <a:pt x="986319" y="554804"/>
                </a:cubicBezTo>
                <a:cubicBezTo>
                  <a:pt x="1019392" y="455586"/>
                  <a:pt x="966356" y="609849"/>
                  <a:pt x="1017142" y="482885"/>
                </a:cubicBezTo>
                <a:cubicBezTo>
                  <a:pt x="1044542" y="414384"/>
                  <a:pt x="1032011" y="409212"/>
                  <a:pt x="1078787" y="339047"/>
                </a:cubicBezTo>
                <a:lnTo>
                  <a:pt x="1160980" y="215757"/>
                </a:lnTo>
                <a:lnTo>
                  <a:pt x="1202077" y="154112"/>
                </a:lnTo>
                <a:cubicBezTo>
                  <a:pt x="1208927" y="143838"/>
                  <a:pt x="1212351" y="130138"/>
                  <a:pt x="1222625" y="123289"/>
                </a:cubicBezTo>
                <a:cubicBezTo>
                  <a:pt x="1245508" y="108034"/>
                  <a:pt x="1257267" y="103105"/>
                  <a:pt x="1273996" y="82193"/>
                </a:cubicBezTo>
                <a:cubicBezTo>
                  <a:pt x="1281710" y="72551"/>
                  <a:pt x="1285813" y="60102"/>
                  <a:pt x="1294544" y="51370"/>
                </a:cubicBezTo>
                <a:cubicBezTo>
                  <a:pt x="1303275" y="42639"/>
                  <a:pt x="1315724" y="38536"/>
                  <a:pt x="1325366" y="30822"/>
                </a:cubicBezTo>
                <a:cubicBezTo>
                  <a:pt x="1325372" y="30817"/>
                  <a:pt x="1351049" y="5140"/>
                  <a:pt x="1356189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DB25064-D25B-1F43-23E6-F1AF97DB337B}"/>
              </a:ext>
            </a:extLst>
          </p:cNvPr>
          <p:cNvSpPr/>
          <p:nvPr/>
        </p:nvSpPr>
        <p:spPr>
          <a:xfrm>
            <a:off x="20631663" y="6542357"/>
            <a:ext cx="1210381" cy="3768790"/>
          </a:xfrm>
          <a:custGeom>
            <a:avLst/>
            <a:gdLst>
              <a:gd name="connsiteX0" fmla="*/ 1350873 w 1350873"/>
              <a:gd name="connsiteY0" fmla="*/ 4206240 h 4206240"/>
              <a:gd name="connsiteX1" fmla="*/ 1280535 w 1350873"/>
              <a:gd name="connsiteY1" fmla="*/ 4107767 h 4206240"/>
              <a:gd name="connsiteX2" fmla="*/ 1252399 w 1350873"/>
              <a:gd name="connsiteY2" fmla="*/ 4079631 h 4206240"/>
              <a:gd name="connsiteX3" fmla="*/ 1196129 w 1350873"/>
              <a:gd name="connsiteY3" fmla="*/ 3995225 h 4206240"/>
              <a:gd name="connsiteX4" fmla="*/ 1167993 w 1350873"/>
              <a:gd name="connsiteY4" fmla="*/ 3967090 h 4206240"/>
              <a:gd name="connsiteX5" fmla="*/ 1111722 w 1350873"/>
              <a:gd name="connsiteY5" fmla="*/ 3896751 h 4206240"/>
              <a:gd name="connsiteX6" fmla="*/ 1027316 w 1350873"/>
              <a:gd name="connsiteY6" fmla="*/ 3756074 h 4206240"/>
              <a:gd name="connsiteX7" fmla="*/ 999181 w 1350873"/>
              <a:gd name="connsiteY7" fmla="*/ 3713871 h 4206240"/>
              <a:gd name="connsiteX8" fmla="*/ 971046 w 1350873"/>
              <a:gd name="connsiteY8" fmla="*/ 3671668 h 4206240"/>
              <a:gd name="connsiteX9" fmla="*/ 928842 w 1350873"/>
              <a:gd name="connsiteY9" fmla="*/ 3587262 h 4206240"/>
              <a:gd name="connsiteX10" fmla="*/ 900707 w 1350873"/>
              <a:gd name="connsiteY10" fmla="*/ 3502856 h 4206240"/>
              <a:gd name="connsiteX11" fmla="*/ 844436 w 1350873"/>
              <a:gd name="connsiteY11" fmla="*/ 3376247 h 4206240"/>
              <a:gd name="connsiteX12" fmla="*/ 830369 w 1350873"/>
              <a:gd name="connsiteY12" fmla="*/ 3319976 h 4206240"/>
              <a:gd name="connsiteX13" fmla="*/ 802233 w 1350873"/>
              <a:gd name="connsiteY13" fmla="*/ 3235570 h 4206240"/>
              <a:gd name="connsiteX14" fmla="*/ 788166 w 1350873"/>
              <a:gd name="connsiteY14" fmla="*/ 3179299 h 4206240"/>
              <a:gd name="connsiteX15" fmla="*/ 760030 w 1350873"/>
              <a:gd name="connsiteY15" fmla="*/ 3151163 h 4206240"/>
              <a:gd name="connsiteX16" fmla="*/ 745962 w 1350873"/>
              <a:gd name="connsiteY16" fmla="*/ 3080825 h 4206240"/>
              <a:gd name="connsiteX17" fmla="*/ 689692 w 1350873"/>
              <a:gd name="connsiteY17" fmla="*/ 2954216 h 4206240"/>
              <a:gd name="connsiteX18" fmla="*/ 661556 w 1350873"/>
              <a:gd name="connsiteY18" fmla="*/ 2799471 h 4206240"/>
              <a:gd name="connsiteX19" fmla="*/ 633421 w 1350873"/>
              <a:gd name="connsiteY19" fmla="*/ 2644727 h 4206240"/>
              <a:gd name="connsiteX20" fmla="*/ 549015 w 1350873"/>
              <a:gd name="connsiteY20" fmla="*/ 2475914 h 4206240"/>
              <a:gd name="connsiteX21" fmla="*/ 464609 w 1350873"/>
              <a:gd name="connsiteY21" fmla="*/ 2377440 h 4206240"/>
              <a:gd name="connsiteX22" fmla="*/ 436473 w 1350873"/>
              <a:gd name="connsiteY22" fmla="*/ 2349305 h 4206240"/>
              <a:gd name="connsiteX23" fmla="*/ 408338 w 1350873"/>
              <a:gd name="connsiteY23" fmla="*/ 2307102 h 4206240"/>
              <a:gd name="connsiteX24" fmla="*/ 352067 w 1350873"/>
              <a:gd name="connsiteY24" fmla="*/ 2250831 h 4206240"/>
              <a:gd name="connsiteX25" fmla="*/ 309864 w 1350873"/>
              <a:gd name="connsiteY25" fmla="*/ 2208628 h 4206240"/>
              <a:gd name="connsiteX26" fmla="*/ 141052 w 1350873"/>
              <a:gd name="connsiteY26" fmla="*/ 1800665 h 4206240"/>
              <a:gd name="connsiteX27" fmla="*/ 56646 w 1350873"/>
              <a:gd name="connsiteY27" fmla="*/ 1533379 h 4206240"/>
              <a:gd name="connsiteX28" fmla="*/ 98849 w 1350873"/>
              <a:gd name="connsiteY28" fmla="*/ 548640 h 4206240"/>
              <a:gd name="connsiteX29" fmla="*/ 422406 w 1350873"/>
              <a:gd name="connsiteY29" fmla="*/ 98474 h 4206240"/>
              <a:gd name="connsiteX30" fmla="*/ 591218 w 1350873"/>
              <a:gd name="connsiteY30" fmla="*/ 42203 h 4206240"/>
              <a:gd name="connsiteX31" fmla="*/ 647489 w 1350873"/>
              <a:gd name="connsiteY31" fmla="*/ 14068 h 4206240"/>
              <a:gd name="connsiteX32" fmla="*/ 703759 w 1350873"/>
              <a:gd name="connsiteY32" fmla="*/ 0 h 4206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350873" h="4206240">
                <a:moveTo>
                  <a:pt x="1350873" y="4206240"/>
                </a:moveTo>
                <a:cubicBezTo>
                  <a:pt x="1327427" y="4173416"/>
                  <a:pt x="1305300" y="4139608"/>
                  <a:pt x="1280535" y="4107767"/>
                </a:cubicBezTo>
                <a:cubicBezTo>
                  <a:pt x="1272392" y="4097297"/>
                  <a:pt x="1260357" y="4090242"/>
                  <a:pt x="1252399" y="4079631"/>
                </a:cubicBezTo>
                <a:cubicBezTo>
                  <a:pt x="1232110" y="4052579"/>
                  <a:pt x="1220040" y="4019135"/>
                  <a:pt x="1196129" y="3995225"/>
                </a:cubicBezTo>
                <a:cubicBezTo>
                  <a:pt x="1186750" y="3985847"/>
                  <a:pt x="1176279" y="3977447"/>
                  <a:pt x="1167993" y="3967090"/>
                </a:cubicBezTo>
                <a:cubicBezTo>
                  <a:pt x="1097002" y="3878353"/>
                  <a:pt x="1179661" y="3964690"/>
                  <a:pt x="1111722" y="3896751"/>
                </a:cubicBezTo>
                <a:cubicBezTo>
                  <a:pt x="1068464" y="3810234"/>
                  <a:pt x="1095221" y="3857931"/>
                  <a:pt x="1027316" y="3756074"/>
                </a:cubicBezTo>
                <a:lnTo>
                  <a:pt x="999181" y="3713871"/>
                </a:lnTo>
                <a:cubicBezTo>
                  <a:pt x="989803" y="3699803"/>
                  <a:pt x="976393" y="3687708"/>
                  <a:pt x="971046" y="3671668"/>
                </a:cubicBezTo>
                <a:cubicBezTo>
                  <a:pt x="951631" y="3613425"/>
                  <a:pt x="965204" y="3641803"/>
                  <a:pt x="928842" y="3587262"/>
                </a:cubicBezTo>
                <a:cubicBezTo>
                  <a:pt x="919464" y="3559127"/>
                  <a:pt x="917158" y="3527532"/>
                  <a:pt x="900707" y="3502856"/>
                </a:cubicBezTo>
                <a:cubicBezTo>
                  <a:pt x="863758" y="3447432"/>
                  <a:pt x="864523" y="3456599"/>
                  <a:pt x="844436" y="3376247"/>
                </a:cubicBezTo>
                <a:cubicBezTo>
                  <a:pt x="839747" y="3357490"/>
                  <a:pt x="835925" y="3338495"/>
                  <a:pt x="830369" y="3319976"/>
                </a:cubicBezTo>
                <a:cubicBezTo>
                  <a:pt x="821847" y="3291569"/>
                  <a:pt x="809426" y="3264342"/>
                  <a:pt x="802233" y="3235570"/>
                </a:cubicBezTo>
                <a:cubicBezTo>
                  <a:pt x="797544" y="3216813"/>
                  <a:pt x="796812" y="3196592"/>
                  <a:pt x="788166" y="3179299"/>
                </a:cubicBezTo>
                <a:cubicBezTo>
                  <a:pt x="782234" y="3167436"/>
                  <a:pt x="769409" y="3160542"/>
                  <a:pt x="760030" y="3151163"/>
                </a:cubicBezTo>
                <a:cubicBezTo>
                  <a:pt x="755341" y="3127717"/>
                  <a:pt x="754358" y="3103213"/>
                  <a:pt x="745962" y="3080825"/>
                </a:cubicBezTo>
                <a:cubicBezTo>
                  <a:pt x="695443" y="2946109"/>
                  <a:pt x="733580" y="3173655"/>
                  <a:pt x="689692" y="2954216"/>
                </a:cubicBezTo>
                <a:cubicBezTo>
                  <a:pt x="675061" y="2881063"/>
                  <a:pt x="673553" y="2877454"/>
                  <a:pt x="661556" y="2799471"/>
                </a:cubicBezTo>
                <a:cubicBezTo>
                  <a:pt x="650082" y="2724887"/>
                  <a:pt x="652425" y="2708075"/>
                  <a:pt x="633421" y="2644727"/>
                </a:cubicBezTo>
                <a:cubicBezTo>
                  <a:pt x="613806" y="2579344"/>
                  <a:pt x="599831" y="2526730"/>
                  <a:pt x="549015" y="2475914"/>
                </a:cubicBezTo>
                <a:cubicBezTo>
                  <a:pt x="413549" y="2340448"/>
                  <a:pt x="550315" y="2484571"/>
                  <a:pt x="464609" y="2377440"/>
                </a:cubicBezTo>
                <a:cubicBezTo>
                  <a:pt x="456323" y="2367083"/>
                  <a:pt x="444759" y="2359662"/>
                  <a:pt x="436473" y="2349305"/>
                </a:cubicBezTo>
                <a:cubicBezTo>
                  <a:pt x="425911" y="2336103"/>
                  <a:pt x="419341" y="2319939"/>
                  <a:pt x="408338" y="2307102"/>
                </a:cubicBezTo>
                <a:cubicBezTo>
                  <a:pt x="391075" y="2286962"/>
                  <a:pt x="370824" y="2269588"/>
                  <a:pt x="352067" y="2250831"/>
                </a:cubicBezTo>
                <a:lnTo>
                  <a:pt x="309864" y="2208628"/>
                </a:lnTo>
                <a:cubicBezTo>
                  <a:pt x="253593" y="2072640"/>
                  <a:pt x="192727" y="1938465"/>
                  <a:pt x="141052" y="1800665"/>
                </a:cubicBezTo>
                <a:cubicBezTo>
                  <a:pt x="108246" y="1713182"/>
                  <a:pt x="56646" y="1533379"/>
                  <a:pt x="56646" y="1533379"/>
                </a:cubicBezTo>
                <a:cubicBezTo>
                  <a:pt x="15256" y="1160869"/>
                  <a:pt x="-65364" y="909909"/>
                  <a:pt x="98849" y="548640"/>
                </a:cubicBezTo>
                <a:cubicBezTo>
                  <a:pt x="175317" y="380410"/>
                  <a:pt x="293590" y="230970"/>
                  <a:pt x="422406" y="98474"/>
                </a:cubicBezTo>
                <a:cubicBezTo>
                  <a:pt x="463753" y="55946"/>
                  <a:pt x="535680" y="63030"/>
                  <a:pt x="591218" y="42203"/>
                </a:cubicBezTo>
                <a:cubicBezTo>
                  <a:pt x="610854" y="34840"/>
                  <a:pt x="627853" y="21431"/>
                  <a:pt x="647489" y="14068"/>
                </a:cubicBezTo>
                <a:cubicBezTo>
                  <a:pt x="665592" y="7279"/>
                  <a:pt x="703759" y="0"/>
                  <a:pt x="70375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626DE86B-CD5B-37A1-11A1-2AA31D888DF1}"/>
              </a:ext>
            </a:extLst>
          </p:cNvPr>
          <p:cNvSpPr/>
          <p:nvPr/>
        </p:nvSpPr>
        <p:spPr>
          <a:xfrm>
            <a:off x="21262230" y="6567568"/>
            <a:ext cx="1928512" cy="3756186"/>
          </a:xfrm>
          <a:custGeom>
            <a:avLst/>
            <a:gdLst>
              <a:gd name="connsiteX0" fmla="*/ 2152357 w 2152357"/>
              <a:gd name="connsiteY0" fmla="*/ 4192172 h 4192172"/>
              <a:gd name="connsiteX1" fmla="*/ 2039816 w 2152357"/>
              <a:gd name="connsiteY1" fmla="*/ 4009292 h 4192172"/>
              <a:gd name="connsiteX2" fmla="*/ 1997613 w 2152357"/>
              <a:gd name="connsiteY2" fmla="*/ 3924886 h 4192172"/>
              <a:gd name="connsiteX3" fmla="*/ 1927274 w 2152357"/>
              <a:gd name="connsiteY3" fmla="*/ 3826412 h 4192172"/>
              <a:gd name="connsiteX4" fmla="*/ 1786597 w 2152357"/>
              <a:gd name="connsiteY4" fmla="*/ 3601329 h 4192172"/>
              <a:gd name="connsiteX5" fmla="*/ 1744394 w 2152357"/>
              <a:gd name="connsiteY5" fmla="*/ 3530991 h 4192172"/>
              <a:gd name="connsiteX6" fmla="*/ 1688123 w 2152357"/>
              <a:gd name="connsiteY6" fmla="*/ 3432517 h 4192172"/>
              <a:gd name="connsiteX7" fmla="*/ 1631853 w 2152357"/>
              <a:gd name="connsiteY7" fmla="*/ 3348111 h 4192172"/>
              <a:gd name="connsiteX8" fmla="*/ 1575582 w 2152357"/>
              <a:gd name="connsiteY8" fmla="*/ 3277772 h 4192172"/>
              <a:gd name="connsiteX9" fmla="*/ 1519311 w 2152357"/>
              <a:gd name="connsiteY9" fmla="*/ 3179298 h 4192172"/>
              <a:gd name="connsiteX10" fmla="*/ 928468 w 2152357"/>
              <a:gd name="connsiteY10" fmla="*/ 1969477 h 4192172"/>
              <a:gd name="connsiteX11" fmla="*/ 576776 w 2152357"/>
              <a:gd name="connsiteY11" fmla="*/ 998806 h 4192172"/>
              <a:gd name="connsiteX12" fmla="*/ 211016 w 2152357"/>
              <a:gd name="connsiteY12" fmla="*/ 253218 h 4192172"/>
              <a:gd name="connsiteX13" fmla="*/ 42203 w 2152357"/>
              <a:gd name="connsiteY13" fmla="*/ 42203 h 4192172"/>
              <a:gd name="connsiteX14" fmla="*/ 0 w 2152357"/>
              <a:gd name="connsiteY14" fmla="*/ 0 h 419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52357" h="4192172">
                <a:moveTo>
                  <a:pt x="2152357" y="4192172"/>
                </a:moveTo>
                <a:cubicBezTo>
                  <a:pt x="2114843" y="4131212"/>
                  <a:pt x="2075679" y="4071237"/>
                  <a:pt x="2039816" y="4009292"/>
                </a:cubicBezTo>
                <a:cubicBezTo>
                  <a:pt x="2024055" y="3982069"/>
                  <a:pt x="2014099" y="3951676"/>
                  <a:pt x="1997613" y="3924886"/>
                </a:cubicBezTo>
                <a:cubicBezTo>
                  <a:pt x="1976472" y="3890531"/>
                  <a:pt x="1949310" y="3860200"/>
                  <a:pt x="1927274" y="3826412"/>
                </a:cubicBezTo>
                <a:cubicBezTo>
                  <a:pt x="1878942" y="3752303"/>
                  <a:pt x="1833167" y="3676557"/>
                  <a:pt x="1786597" y="3601329"/>
                </a:cubicBezTo>
                <a:cubicBezTo>
                  <a:pt x="1772205" y="3578081"/>
                  <a:pt x="1758171" y="3554609"/>
                  <a:pt x="1744394" y="3530991"/>
                </a:cubicBezTo>
                <a:cubicBezTo>
                  <a:pt x="1725345" y="3498335"/>
                  <a:pt x="1709094" y="3463973"/>
                  <a:pt x="1688123" y="3432517"/>
                </a:cubicBezTo>
                <a:cubicBezTo>
                  <a:pt x="1669366" y="3404382"/>
                  <a:pt x="1651742" y="3375458"/>
                  <a:pt x="1631853" y="3348111"/>
                </a:cubicBezTo>
                <a:cubicBezTo>
                  <a:pt x="1614193" y="3323828"/>
                  <a:pt x="1592237" y="3302755"/>
                  <a:pt x="1575582" y="3277772"/>
                </a:cubicBezTo>
                <a:cubicBezTo>
                  <a:pt x="1554611" y="3246316"/>
                  <a:pt x="1538068" y="3212123"/>
                  <a:pt x="1519311" y="3179298"/>
                </a:cubicBezTo>
                <a:cubicBezTo>
                  <a:pt x="1176915" y="1840835"/>
                  <a:pt x="1636823" y="3331698"/>
                  <a:pt x="928468" y="1969477"/>
                </a:cubicBezTo>
                <a:cubicBezTo>
                  <a:pt x="593186" y="1324704"/>
                  <a:pt x="727155" y="1393550"/>
                  <a:pt x="576776" y="998806"/>
                </a:cubicBezTo>
                <a:cubicBezTo>
                  <a:pt x="475218" y="732218"/>
                  <a:pt x="391619" y="478971"/>
                  <a:pt x="211016" y="253218"/>
                </a:cubicBezTo>
                <a:cubicBezTo>
                  <a:pt x="154745" y="182880"/>
                  <a:pt x="105897" y="105897"/>
                  <a:pt x="42203" y="42203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5B12A0FC-BFEB-3C8E-A8F6-0B18A0622AE5}"/>
              </a:ext>
            </a:extLst>
          </p:cNvPr>
          <p:cNvSpPr/>
          <p:nvPr/>
        </p:nvSpPr>
        <p:spPr>
          <a:xfrm>
            <a:off x="27976305" y="7156287"/>
            <a:ext cx="1542929" cy="3164723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8DF43ED-A272-718F-6402-795FF6A85CAB}"/>
              </a:ext>
            </a:extLst>
          </p:cNvPr>
          <p:cNvSpPr/>
          <p:nvPr/>
        </p:nvSpPr>
        <p:spPr>
          <a:xfrm>
            <a:off x="27402288" y="763248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8B72477D-C2BB-99C8-66D2-053480E86F08}"/>
              </a:ext>
            </a:extLst>
          </p:cNvPr>
          <p:cNvSpPr/>
          <p:nvPr/>
        </p:nvSpPr>
        <p:spPr>
          <a:xfrm>
            <a:off x="27962926" y="5934136"/>
            <a:ext cx="689412" cy="1478822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5" name="Freeform 104">
            <a:extLst>
              <a:ext uri="{FF2B5EF4-FFF2-40B4-BE49-F238E27FC236}">
                <a16:creationId xmlns:a16="http://schemas.microsoft.com/office/drawing/2014/main" id="{F33A74C0-0D91-8EB7-15A5-C15AFCD1B5E1}"/>
              </a:ext>
            </a:extLst>
          </p:cNvPr>
          <p:cNvSpPr/>
          <p:nvPr/>
        </p:nvSpPr>
        <p:spPr>
          <a:xfrm>
            <a:off x="28642345" y="5974180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199B4A7B-D851-393D-2993-A9B5E8F0B6C9}"/>
              </a:ext>
            </a:extLst>
          </p:cNvPr>
          <p:cNvSpPr/>
          <p:nvPr/>
        </p:nvSpPr>
        <p:spPr>
          <a:xfrm>
            <a:off x="28570305" y="588473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31B864A-9C9E-33FA-D325-5B721AEF14A3}"/>
              </a:ext>
            </a:extLst>
          </p:cNvPr>
          <p:cNvCxnSpPr>
            <a:cxnSpLocks/>
          </p:cNvCxnSpPr>
          <p:nvPr/>
        </p:nvCxnSpPr>
        <p:spPr>
          <a:xfrm>
            <a:off x="27962923" y="7453746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7036EE8-A539-EC74-9369-65AE8D52B4E7}"/>
              </a:ext>
            </a:extLst>
          </p:cNvPr>
          <p:cNvCxnSpPr>
            <a:cxnSpLocks/>
          </p:cNvCxnSpPr>
          <p:nvPr/>
        </p:nvCxnSpPr>
        <p:spPr>
          <a:xfrm>
            <a:off x="27474326" y="7767397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72C5BB-5B84-5627-52D7-A05B91DBB370}"/>
                  </a:ext>
                </a:extLst>
              </p:cNvPr>
              <p:cNvSpPr txBox="1"/>
              <p:nvPr/>
            </p:nvSpPr>
            <p:spPr>
              <a:xfrm>
                <a:off x="27043056" y="774860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72C5BB-5B84-5627-52D7-A05B91DBB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43056" y="7748600"/>
                <a:ext cx="568909" cy="478464"/>
              </a:xfrm>
              <a:prstGeom prst="rect">
                <a:avLst/>
              </a:prstGeom>
              <a:blipFill>
                <a:blip r:embed="rId9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66F3B0A-4E56-716B-92B1-28F3E703FC6C}"/>
                  </a:ext>
                </a:extLst>
              </p:cNvPr>
              <p:cNvSpPr txBox="1"/>
              <p:nvPr/>
            </p:nvSpPr>
            <p:spPr>
              <a:xfrm>
                <a:off x="27381549" y="751756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66F3B0A-4E56-716B-92B1-28F3E703F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549" y="7517560"/>
                <a:ext cx="896111" cy="478464"/>
              </a:xfrm>
              <a:prstGeom prst="rect">
                <a:avLst/>
              </a:prstGeom>
              <a:blipFill>
                <a:blip r:embed="rId97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84346762-6238-D78C-4737-CEB218662567}"/>
                  </a:ext>
                </a:extLst>
              </p:cNvPr>
              <p:cNvSpPr txBox="1"/>
              <p:nvPr/>
            </p:nvSpPr>
            <p:spPr>
              <a:xfrm>
                <a:off x="27114221" y="712037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84346762-6238-D78C-4737-CEB218662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14221" y="7120372"/>
                <a:ext cx="896111" cy="478464"/>
              </a:xfrm>
              <a:prstGeom prst="rect">
                <a:avLst/>
              </a:prstGeom>
              <a:blipFill>
                <a:blip r:embed="rId9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01AAB59-2459-CC25-8F7D-E4C509F4D3E4}"/>
                  </a:ext>
                </a:extLst>
              </p:cNvPr>
              <p:cNvSpPr txBox="1"/>
              <p:nvPr/>
            </p:nvSpPr>
            <p:spPr>
              <a:xfrm>
                <a:off x="26339102" y="10817739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01AAB59-2459-CC25-8F7D-E4C509F4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9102" y="10817739"/>
                <a:ext cx="4172975" cy="533544"/>
              </a:xfrm>
              <a:prstGeom prst="rect">
                <a:avLst/>
              </a:prstGeom>
              <a:blipFill>
                <a:blip r:embed="rId99"/>
                <a:stretch>
                  <a:fillRect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Freeform 121">
            <a:extLst>
              <a:ext uri="{FF2B5EF4-FFF2-40B4-BE49-F238E27FC236}">
                <a16:creationId xmlns:a16="http://schemas.microsoft.com/office/drawing/2014/main" id="{490CA866-D63B-A8D2-2634-A8CF4765CA11}"/>
              </a:ext>
            </a:extLst>
          </p:cNvPr>
          <p:cNvSpPr/>
          <p:nvPr/>
        </p:nvSpPr>
        <p:spPr>
          <a:xfrm>
            <a:off x="25697808" y="7713343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3CF8B99D-2046-31D3-4805-B14EE89A5E37}"/>
              </a:ext>
            </a:extLst>
          </p:cNvPr>
          <p:cNvSpPr/>
          <p:nvPr/>
        </p:nvSpPr>
        <p:spPr>
          <a:xfrm>
            <a:off x="27352028" y="7721295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1AA233-3FA1-E8D0-DCDD-0305088A295B}"/>
              </a:ext>
            </a:extLst>
          </p:cNvPr>
          <p:cNvSpPr/>
          <p:nvPr/>
        </p:nvSpPr>
        <p:spPr>
          <a:xfrm>
            <a:off x="27487548" y="7236084"/>
            <a:ext cx="477265" cy="445444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1DF9253-F9C1-5DFB-5C71-4FBA0E2B8094}"/>
              </a:ext>
            </a:extLst>
          </p:cNvPr>
          <p:cNvSpPr/>
          <p:nvPr/>
        </p:nvSpPr>
        <p:spPr>
          <a:xfrm>
            <a:off x="27896902" y="715160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9D46768-D8D2-20FB-B24A-0F8080014713}"/>
                  </a:ext>
                </a:extLst>
              </p:cNvPr>
              <p:cNvSpPr txBox="1"/>
              <p:nvPr/>
            </p:nvSpPr>
            <p:spPr>
              <a:xfrm>
                <a:off x="24801696" y="5047291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9D46768-D8D2-20FB-B24A-0F8080014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01696" y="5047291"/>
                <a:ext cx="896111" cy="588751"/>
              </a:xfrm>
              <a:prstGeom prst="rect">
                <a:avLst/>
              </a:prstGeom>
              <a:blipFill>
                <a:blip r:embed="rId100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Oval 132">
            <a:extLst>
              <a:ext uri="{FF2B5EF4-FFF2-40B4-BE49-F238E27FC236}">
                <a16:creationId xmlns:a16="http://schemas.microsoft.com/office/drawing/2014/main" id="{760BD6FC-9CD6-4794-49BB-B10FAE647C7A}"/>
              </a:ext>
            </a:extLst>
          </p:cNvPr>
          <p:cNvSpPr/>
          <p:nvPr/>
        </p:nvSpPr>
        <p:spPr>
          <a:xfrm>
            <a:off x="4745581" y="1429482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0B8ECA5D-625D-BE10-922B-8283A8B09923}"/>
              </a:ext>
            </a:extLst>
          </p:cNvPr>
          <p:cNvSpPr/>
          <p:nvPr/>
        </p:nvSpPr>
        <p:spPr>
          <a:xfrm>
            <a:off x="6051664" y="12638977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0883451F-07BC-DB46-B22E-18C8359836D0}"/>
              </a:ext>
            </a:extLst>
          </p:cNvPr>
          <p:cNvSpPr/>
          <p:nvPr/>
        </p:nvSpPr>
        <p:spPr>
          <a:xfrm>
            <a:off x="5913598" y="1254708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0A00F85-2638-64B7-E59A-55B622236034}"/>
              </a:ext>
            </a:extLst>
          </p:cNvPr>
          <p:cNvCxnSpPr>
            <a:cxnSpLocks/>
          </p:cNvCxnSpPr>
          <p:nvPr/>
        </p:nvCxnSpPr>
        <p:spPr>
          <a:xfrm>
            <a:off x="5734542" y="13079923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4875B7F-0898-EF32-2428-5DDA43BFC1BD}"/>
              </a:ext>
            </a:extLst>
          </p:cNvPr>
          <p:cNvCxnSpPr>
            <a:cxnSpLocks/>
          </p:cNvCxnSpPr>
          <p:nvPr/>
        </p:nvCxnSpPr>
        <p:spPr>
          <a:xfrm>
            <a:off x="4817618" y="14429738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B26560C-2DB8-0D0D-7129-01825CE81AC9}"/>
                  </a:ext>
                </a:extLst>
              </p:cNvPr>
              <p:cNvSpPr txBox="1"/>
              <p:nvPr/>
            </p:nvSpPr>
            <p:spPr>
              <a:xfrm>
                <a:off x="4386349" y="14410946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B26560C-2DB8-0D0D-7129-01825CE81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349" y="14410946"/>
                <a:ext cx="568909" cy="478464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6F1A7F5-78CA-0F85-2BB2-6593A4FA7211}"/>
                  </a:ext>
                </a:extLst>
              </p:cNvPr>
              <p:cNvSpPr txBox="1"/>
              <p:nvPr/>
            </p:nvSpPr>
            <p:spPr>
              <a:xfrm>
                <a:off x="5465543" y="13190819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6F1A7F5-78CA-0F85-2BB2-6593A4FA7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543" y="13190819"/>
                <a:ext cx="896111" cy="478464"/>
              </a:xfrm>
              <a:prstGeom prst="rect">
                <a:avLst/>
              </a:prstGeom>
              <a:blipFill>
                <a:blip r:embed="rId10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33EE90CA-A7FC-24C2-A5E8-B2604133920A}"/>
                  </a:ext>
                </a:extLst>
              </p:cNvPr>
              <p:cNvSpPr txBox="1"/>
              <p:nvPr/>
            </p:nvSpPr>
            <p:spPr>
              <a:xfrm>
                <a:off x="4457514" y="1378271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33EE90CA-A7FC-24C2-A5E8-B26041339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514" y="13782718"/>
                <a:ext cx="896111" cy="478464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81D622B3-E251-3BA3-C064-ADD05351C8B2}"/>
                  </a:ext>
                </a:extLst>
              </p:cNvPr>
              <p:cNvSpPr txBox="1"/>
              <p:nvPr/>
            </p:nvSpPr>
            <p:spPr>
              <a:xfrm>
                <a:off x="3839595" y="17448807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81D622B3-E251-3BA3-C064-ADD05351C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595" y="17448807"/>
                <a:ext cx="4172975" cy="533544"/>
              </a:xfrm>
              <a:prstGeom prst="rect">
                <a:avLst/>
              </a:prstGeom>
              <a:blipFill>
                <a:blip r:embed="rId104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Freeform 150">
            <a:extLst>
              <a:ext uri="{FF2B5EF4-FFF2-40B4-BE49-F238E27FC236}">
                <a16:creationId xmlns:a16="http://schemas.microsoft.com/office/drawing/2014/main" id="{663BEE94-7970-560D-8C5D-09CE0D0063DA}"/>
              </a:ext>
            </a:extLst>
          </p:cNvPr>
          <p:cNvSpPr/>
          <p:nvPr/>
        </p:nvSpPr>
        <p:spPr>
          <a:xfrm>
            <a:off x="3041101" y="14375689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B5A4F381-DC4C-49B9-22E4-83D262C312CC}"/>
              </a:ext>
            </a:extLst>
          </p:cNvPr>
          <p:cNvSpPr/>
          <p:nvPr/>
        </p:nvSpPr>
        <p:spPr>
          <a:xfrm>
            <a:off x="4695322" y="14383641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3" name="Freeform 152">
            <a:extLst>
              <a:ext uri="{FF2B5EF4-FFF2-40B4-BE49-F238E27FC236}">
                <a16:creationId xmlns:a16="http://schemas.microsoft.com/office/drawing/2014/main" id="{FBD808EA-C810-21FC-432A-B77728904543}"/>
              </a:ext>
            </a:extLst>
          </p:cNvPr>
          <p:cNvSpPr/>
          <p:nvPr/>
        </p:nvSpPr>
        <p:spPr>
          <a:xfrm>
            <a:off x="4830838" y="13123760"/>
            <a:ext cx="859401" cy="1220113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B87CA990-8058-CFFC-A589-21DFC1B59241}"/>
              </a:ext>
            </a:extLst>
          </p:cNvPr>
          <p:cNvSpPr/>
          <p:nvPr/>
        </p:nvSpPr>
        <p:spPr>
          <a:xfrm>
            <a:off x="5632809" y="1304794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704F39D4-4F5A-D84C-16CE-15AD511CD15C}"/>
              </a:ext>
            </a:extLst>
          </p:cNvPr>
          <p:cNvSpPr/>
          <p:nvPr/>
        </p:nvSpPr>
        <p:spPr>
          <a:xfrm>
            <a:off x="5612440" y="13158125"/>
            <a:ext cx="1234628" cy="3827153"/>
          </a:xfrm>
          <a:custGeom>
            <a:avLst/>
            <a:gdLst>
              <a:gd name="connsiteX0" fmla="*/ 1377933 w 1377933"/>
              <a:gd name="connsiteY0" fmla="*/ 4271376 h 4271376"/>
              <a:gd name="connsiteX1" fmla="*/ 1277725 w 1377933"/>
              <a:gd name="connsiteY1" fmla="*/ 4183693 h 4271376"/>
              <a:gd name="connsiteX2" fmla="*/ 1227621 w 1377933"/>
              <a:gd name="connsiteY2" fmla="*/ 4108537 h 4271376"/>
              <a:gd name="connsiteX3" fmla="*/ 1190042 w 1377933"/>
              <a:gd name="connsiteY3" fmla="*/ 4070959 h 4271376"/>
              <a:gd name="connsiteX4" fmla="*/ 1139938 w 1377933"/>
              <a:gd name="connsiteY4" fmla="*/ 3983277 h 4271376"/>
              <a:gd name="connsiteX5" fmla="*/ 1077308 w 1377933"/>
              <a:gd name="connsiteY5" fmla="*/ 3883069 h 4271376"/>
              <a:gd name="connsiteX6" fmla="*/ 1064782 w 1377933"/>
              <a:gd name="connsiteY6" fmla="*/ 3832965 h 4271376"/>
              <a:gd name="connsiteX7" fmla="*/ 1039730 w 1377933"/>
              <a:gd name="connsiteY7" fmla="*/ 3795387 h 4271376"/>
              <a:gd name="connsiteX8" fmla="*/ 989626 w 1377933"/>
              <a:gd name="connsiteY8" fmla="*/ 3695178 h 4271376"/>
              <a:gd name="connsiteX9" fmla="*/ 964574 w 1377933"/>
              <a:gd name="connsiteY9" fmla="*/ 3657600 h 4271376"/>
              <a:gd name="connsiteX10" fmla="*/ 939522 w 1377933"/>
              <a:gd name="connsiteY10" fmla="*/ 3607496 h 4271376"/>
              <a:gd name="connsiteX11" fmla="*/ 926996 w 1377933"/>
              <a:gd name="connsiteY11" fmla="*/ 3569918 h 4271376"/>
              <a:gd name="connsiteX12" fmla="*/ 901944 w 1377933"/>
              <a:gd name="connsiteY12" fmla="*/ 3532340 h 4271376"/>
              <a:gd name="connsiteX13" fmla="*/ 864366 w 1377933"/>
              <a:gd name="connsiteY13" fmla="*/ 3394554 h 4271376"/>
              <a:gd name="connsiteX14" fmla="*/ 839314 w 1377933"/>
              <a:gd name="connsiteY14" fmla="*/ 3181611 h 4271376"/>
              <a:gd name="connsiteX15" fmla="*/ 814262 w 1377933"/>
              <a:gd name="connsiteY15" fmla="*/ 3093929 h 4271376"/>
              <a:gd name="connsiteX16" fmla="*/ 789210 w 1377933"/>
              <a:gd name="connsiteY16" fmla="*/ 3043825 h 4271376"/>
              <a:gd name="connsiteX17" fmla="*/ 726579 w 1377933"/>
              <a:gd name="connsiteY17" fmla="*/ 2956143 h 4271376"/>
              <a:gd name="connsiteX18" fmla="*/ 701527 w 1377933"/>
              <a:gd name="connsiteY18" fmla="*/ 2880987 h 4271376"/>
              <a:gd name="connsiteX19" fmla="*/ 601319 w 1377933"/>
              <a:gd name="connsiteY19" fmla="*/ 2768252 h 4271376"/>
              <a:gd name="connsiteX20" fmla="*/ 551215 w 1377933"/>
              <a:gd name="connsiteY20" fmla="*/ 2718148 h 4271376"/>
              <a:gd name="connsiteX21" fmla="*/ 488585 w 1377933"/>
              <a:gd name="connsiteY21" fmla="*/ 2605414 h 4271376"/>
              <a:gd name="connsiteX22" fmla="*/ 451007 w 1377933"/>
              <a:gd name="connsiteY22" fmla="*/ 2542784 h 4271376"/>
              <a:gd name="connsiteX23" fmla="*/ 388377 w 1377933"/>
              <a:gd name="connsiteY23" fmla="*/ 2430050 h 4271376"/>
              <a:gd name="connsiteX24" fmla="*/ 375851 w 1377933"/>
              <a:gd name="connsiteY24" fmla="*/ 2392472 h 4271376"/>
              <a:gd name="connsiteX25" fmla="*/ 363325 w 1377933"/>
              <a:gd name="connsiteY25" fmla="*/ 2342367 h 4271376"/>
              <a:gd name="connsiteX26" fmla="*/ 325747 w 1377933"/>
              <a:gd name="connsiteY26" fmla="*/ 2292263 h 4271376"/>
              <a:gd name="connsiteX27" fmla="*/ 300695 w 1377933"/>
              <a:gd name="connsiteY27" fmla="*/ 2242159 h 4271376"/>
              <a:gd name="connsiteX28" fmla="*/ 275642 w 1377933"/>
              <a:gd name="connsiteY28" fmla="*/ 2154477 h 4271376"/>
              <a:gd name="connsiteX29" fmla="*/ 263116 w 1377933"/>
              <a:gd name="connsiteY29" fmla="*/ 2091847 h 4271376"/>
              <a:gd name="connsiteX30" fmla="*/ 238064 w 1377933"/>
              <a:gd name="connsiteY30" fmla="*/ 2041743 h 4271376"/>
              <a:gd name="connsiteX31" fmla="*/ 187960 w 1377933"/>
              <a:gd name="connsiteY31" fmla="*/ 1929009 h 4271376"/>
              <a:gd name="connsiteX32" fmla="*/ 150382 w 1377933"/>
              <a:gd name="connsiteY32" fmla="*/ 1828800 h 4271376"/>
              <a:gd name="connsiteX33" fmla="*/ 112804 w 1377933"/>
              <a:gd name="connsiteY33" fmla="*/ 1703540 h 4271376"/>
              <a:gd name="connsiteX34" fmla="*/ 75226 w 1377933"/>
              <a:gd name="connsiteY34" fmla="*/ 1615858 h 4271376"/>
              <a:gd name="connsiteX35" fmla="*/ 37648 w 1377933"/>
              <a:gd name="connsiteY35" fmla="*/ 1240077 h 4271376"/>
              <a:gd name="connsiteX36" fmla="*/ 25122 w 1377933"/>
              <a:gd name="connsiteY36" fmla="*/ 1202499 h 4271376"/>
              <a:gd name="connsiteX37" fmla="*/ 70 w 1377933"/>
              <a:gd name="connsiteY37" fmla="*/ 1027135 h 4271376"/>
              <a:gd name="connsiteX38" fmla="*/ 12596 w 1377933"/>
              <a:gd name="connsiteY38" fmla="*/ 475989 h 4271376"/>
              <a:gd name="connsiteX39" fmla="*/ 112804 w 1377933"/>
              <a:gd name="connsiteY39" fmla="*/ 50104 h 4271376"/>
              <a:gd name="connsiteX40" fmla="*/ 100278 w 1377933"/>
              <a:gd name="connsiteY40" fmla="*/ 12526 h 4271376"/>
              <a:gd name="connsiteX41" fmla="*/ 62700 w 1377933"/>
              <a:gd name="connsiteY41" fmla="*/ 0 h 4271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377933" h="4271376">
                <a:moveTo>
                  <a:pt x="1377933" y="4271376"/>
                </a:moveTo>
                <a:cubicBezTo>
                  <a:pt x="1344530" y="4242148"/>
                  <a:pt x="1307830" y="4216307"/>
                  <a:pt x="1277725" y="4183693"/>
                </a:cubicBezTo>
                <a:cubicBezTo>
                  <a:pt x="1257303" y="4161569"/>
                  <a:pt x="1248911" y="4129827"/>
                  <a:pt x="1227621" y="4108537"/>
                </a:cubicBezTo>
                <a:lnTo>
                  <a:pt x="1190042" y="4070959"/>
                </a:lnTo>
                <a:cubicBezTo>
                  <a:pt x="1114337" y="3919549"/>
                  <a:pt x="1210757" y="4107211"/>
                  <a:pt x="1139938" y="3983277"/>
                </a:cubicBezTo>
                <a:cubicBezTo>
                  <a:pt x="1084917" y="3886990"/>
                  <a:pt x="1149158" y="3978869"/>
                  <a:pt x="1077308" y="3883069"/>
                </a:cubicBezTo>
                <a:cubicBezTo>
                  <a:pt x="1073133" y="3866368"/>
                  <a:pt x="1071563" y="3848788"/>
                  <a:pt x="1064782" y="3832965"/>
                </a:cubicBezTo>
                <a:cubicBezTo>
                  <a:pt x="1058852" y="3819128"/>
                  <a:pt x="1046939" y="3808603"/>
                  <a:pt x="1039730" y="3795387"/>
                </a:cubicBezTo>
                <a:cubicBezTo>
                  <a:pt x="1021847" y="3762601"/>
                  <a:pt x="1010342" y="3726251"/>
                  <a:pt x="989626" y="3695178"/>
                </a:cubicBezTo>
                <a:cubicBezTo>
                  <a:pt x="981275" y="3682652"/>
                  <a:pt x="972043" y="3670671"/>
                  <a:pt x="964574" y="3657600"/>
                </a:cubicBezTo>
                <a:cubicBezTo>
                  <a:pt x="955310" y="3641388"/>
                  <a:pt x="946878" y="3624659"/>
                  <a:pt x="939522" y="3607496"/>
                </a:cubicBezTo>
                <a:cubicBezTo>
                  <a:pt x="934321" y="3595360"/>
                  <a:pt x="932901" y="3581728"/>
                  <a:pt x="926996" y="3569918"/>
                </a:cubicBezTo>
                <a:cubicBezTo>
                  <a:pt x="920263" y="3556453"/>
                  <a:pt x="908058" y="3546097"/>
                  <a:pt x="901944" y="3532340"/>
                </a:cubicBezTo>
                <a:cubicBezTo>
                  <a:pt x="878828" y="3480329"/>
                  <a:pt x="875082" y="3448134"/>
                  <a:pt x="864366" y="3394554"/>
                </a:cubicBezTo>
                <a:cubicBezTo>
                  <a:pt x="853596" y="3265318"/>
                  <a:pt x="860208" y="3275634"/>
                  <a:pt x="839314" y="3181611"/>
                </a:cubicBezTo>
                <a:cubicBezTo>
                  <a:pt x="834425" y="3159608"/>
                  <a:pt x="823919" y="3116462"/>
                  <a:pt x="814262" y="3093929"/>
                </a:cubicBezTo>
                <a:cubicBezTo>
                  <a:pt x="806906" y="3076766"/>
                  <a:pt x="799107" y="3059659"/>
                  <a:pt x="789210" y="3043825"/>
                </a:cubicBezTo>
                <a:cubicBezTo>
                  <a:pt x="782089" y="3032432"/>
                  <a:pt x="734734" y="2974493"/>
                  <a:pt x="726579" y="2956143"/>
                </a:cubicBezTo>
                <a:cubicBezTo>
                  <a:pt x="715854" y="2932012"/>
                  <a:pt x="720200" y="2899660"/>
                  <a:pt x="701527" y="2880987"/>
                </a:cubicBezTo>
                <a:cubicBezTo>
                  <a:pt x="575219" y="2754679"/>
                  <a:pt x="731036" y="2914185"/>
                  <a:pt x="601319" y="2768252"/>
                </a:cubicBezTo>
                <a:cubicBezTo>
                  <a:pt x="585627" y="2750599"/>
                  <a:pt x="565970" y="2736592"/>
                  <a:pt x="551215" y="2718148"/>
                </a:cubicBezTo>
                <a:cubicBezTo>
                  <a:pt x="445896" y="2586499"/>
                  <a:pt x="531634" y="2691512"/>
                  <a:pt x="488585" y="2605414"/>
                </a:cubicBezTo>
                <a:cubicBezTo>
                  <a:pt x="477697" y="2583638"/>
                  <a:pt x="461895" y="2564560"/>
                  <a:pt x="451007" y="2542784"/>
                </a:cubicBezTo>
                <a:cubicBezTo>
                  <a:pt x="393598" y="2427965"/>
                  <a:pt x="462290" y="2528601"/>
                  <a:pt x="388377" y="2430050"/>
                </a:cubicBezTo>
                <a:cubicBezTo>
                  <a:pt x="384202" y="2417524"/>
                  <a:pt x="379478" y="2405168"/>
                  <a:pt x="375851" y="2392472"/>
                </a:cubicBezTo>
                <a:cubicBezTo>
                  <a:pt x="371122" y="2375919"/>
                  <a:pt x="371024" y="2357765"/>
                  <a:pt x="363325" y="2342367"/>
                </a:cubicBezTo>
                <a:cubicBezTo>
                  <a:pt x="353989" y="2323694"/>
                  <a:pt x="336812" y="2309966"/>
                  <a:pt x="325747" y="2292263"/>
                </a:cubicBezTo>
                <a:cubicBezTo>
                  <a:pt x="315851" y="2276429"/>
                  <a:pt x="308051" y="2259322"/>
                  <a:pt x="300695" y="2242159"/>
                </a:cubicBezTo>
                <a:cubicBezTo>
                  <a:pt x="291035" y="2219621"/>
                  <a:pt x="280533" y="2176488"/>
                  <a:pt x="275642" y="2154477"/>
                </a:cubicBezTo>
                <a:cubicBezTo>
                  <a:pt x="271024" y="2133694"/>
                  <a:pt x="269849" y="2112045"/>
                  <a:pt x="263116" y="2091847"/>
                </a:cubicBezTo>
                <a:cubicBezTo>
                  <a:pt x="257211" y="2074133"/>
                  <a:pt x="244999" y="2059080"/>
                  <a:pt x="238064" y="2041743"/>
                </a:cubicBezTo>
                <a:cubicBezTo>
                  <a:pt x="193345" y="1929946"/>
                  <a:pt x="236158" y="2001306"/>
                  <a:pt x="187960" y="1929009"/>
                </a:cubicBezTo>
                <a:cubicBezTo>
                  <a:pt x="156191" y="1770162"/>
                  <a:pt x="198763" y="1941688"/>
                  <a:pt x="150382" y="1828800"/>
                </a:cubicBezTo>
                <a:cubicBezTo>
                  <a:pt x="96441" y="1702937"/>
                  <a:pt x="197004" y="1871939"/>
                  <a:pt x="112804" y="1703540"/>
                </a:cubicBezTo>
                <a:cubicBezTo>
                  <a:pt x="81847" y="1641626"/>
                  <a:pt x="93657" y="1671150"/>
                  <a:pt x="75226" y="1615858"/>
                </a:cubicBezTo>
                <a:cubicBezTo>
                  <a:pt x="69986" y="1552975"/>
                  <a:pt x="47849" y="1270681"/>
                  <a:pt x="37648" y="1240077"/>
                </a:cubicBezTo>
                <a:cubicBezTo>
                  <a:pt x="33473" y="1227551"/>
                  <a:pt x="27986" y="1215388"/>
                  <a:pt x="25122" y="1202499"/>
                </a:cubicBezTo>
                <a:cubicBezTo>
                  <a:pt x="14802" y="1156059"/>
                  <a:pt x="5487" y="1070474"/>
                  <a:pt x="70" y="1027135"/>
                </a:cubicBezTo>
                <a:cubicBezTo>
                  <a:pt x="4245" y="843420"/>
                  <a:pt x="-8468" y="658541"/>
                  <a:pt x="12596" y="475989"/>
                </a:cubicBezTo>
                <a:cubicBezTo>
                  <a:pt x="29313" y="331112"/>
                  <a:pt x="85694" y="193401"/>
                  <a:pt x="112804" y="50104"/>
                </a:cubicBezTo>
                <a:cubicBezTo>
                  <a:pt x="115258" y="37131"/>
                  <a:pt x="109614" y="21862"/>
                  <a:pt x="100278" y="12526"/>
                </a:cubicBezTo>
                <a:cubicBezTo>
                  <a:pt x="90942" y="3190"/>
                  <a:pt x="62700" y="0"/>
                  <a:pt x="6270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56" name="Freeform 155">
            <a:extLst>
              <a:ext uri="{FF2B5EF4-FFF2-40B4-BE49-F238E27FC236}">
                <a16:creationId xmlns:a16="http://schemas.microsoft.com/office/drawing/2014/main" id="{E193B765-292D-0047-EBAE-A5B4BD2C5E7C}"/>
              </a:ext>
            </a:extLst>
          </p:cNvPr>
          <p:cNvSpPr/>
          <p:nvPr/>
        </p:nvSpPr>
        <p:spPr>
          <a:xfrm>
            <a:off x="5724858" y="12655221"/>
            <a:ext cx="220937" cy="441869"/>
          </a:xfrm>
          <a:custGeom>
            <a:avLst/>
            <a:gdLst>
              <a:gd name="connsiteX0" fmla="*/ 0 w 246580"/>
              <a:gd name="connsiteY0" fmla="*/ 493159 h 493159"/>
              <a:gd name="connsiteX1" fmla="*/ 20549 w 246580"/>
              <a:gd name="connsiteY1" fmla="*/ 380144 h 493159"/>
              <a:gd name="connsiteX2" fmla="*/ 41097 w 246580"/>
              <a:gd name="connsiteY2" fmla="*/ 339047 h 493159"/>
              <a:gd name="connsiteX3" fmla="*/ 61645 w 246580"/>
              <a:gd name="connsiteY3" fmla="*/ 277402 h 493159"/>
              <a:gd name="connsiteX4" fmla="*/ 71919 w 246580"/>
              <a:gd name="connsiteY4" fmla="*/ 246579 h 493159"/>
              <a:gd name="connsiteX5" fmla="*/ 92468 w 246580"/>
              <a:gd name="connsiteY5" fmla="*/ 215757 h 493159"/>
              <a:gd name="connsiteX6" fmla="*/ 123290 w 246580"/>
              <a:gd name="connsiteY6" fmla="*/ 143838 h 493159"/>
              <a:gd name="connsiteX7" fmla="*/ 133564 w 246580"/>
              <a:gd name="connsiteY7" fmla="*/ 113015 h 493159"/>
              <a:gd name="connsiteX8" fmla="*/ 154113 w 246580"/>
              <a:gd name="connsiteY8" fmla="*/ 92467 h 493159"/>
              <a:gd name="connsiteX9" fmla="*/ 174661 w 246580"/>
              <a:gd name="connsiteY9" fmla="*/ 61645 h 493159"/>
              <a:gd name="connsiteX10" fmla="*/ 246580 w 246580"/>
              <a:gd name="connsiteY10" fmla="*/ 0 h 493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6580" h="493159">
                <a:moveTo>
                  <a:pt x="0" y="493159"/>
                </a:moveTo>
                <a:cubicBezTo>
                  <a:pt x="3750" y="466910"/>
                  <a:pt x="9371" y="409953"/>
                  <a:pt x="20549" y="380144"/>
                </a:cubicBezTo>
                <a:cubicBezTo>
                  <a:pt x="25927" y="365803"/>
                  <a:pt x="35409" y="353267"/>
                  <a:pt x="41097" y="339047"/>
                </a:cubicBezTo>
                <a:cubicBezTo>
                  <a:pt x="49141" y="318936"/>
                  <a:pt x="54796" y="297950"/>
                  <a:pt x="61645" y="277402"/>
                </a:cubicBezTo>
                <a:cubicBezTo>
                  <a:pt x="65070" y="267128"/>
                  <a:pt x="65911" y="255590"/>
                  <a:pt x="71919" y="246579"/>
                </a:cubicBezTo>
                <a:lnTo>
                  <a:pt x="92468" y="215757"/>
                </a:lnTo>
                <a:cubicBezTo>
                  <a:pt x="113851" y="130224"/>
                  <a:pt x="87814" y="214791"/>
                  <a:pt x="123290" y="143838"/>
                </a:cubicBezTo>
                <a:cubicBezTo>
                  <a:pt x="128133" y="134151"/>
                  <a:pt x="127992" y="122302"/>
                  <a:pt x="133564" y="113015"/>
                </a:cubicBezTo>
                <a:cubicBezTo>
                  <a:pt x="138548" y="104709"/>
                  <a:pt x="148062" y="100031"/>
                  <a:pt x="154113" y="92467"/>
                </a:cubicBezTo>
                <a:cubicBezTo>
                  <a:pt x="161827" y="82825"/>
                  <a:pt x="165368" y="69776"/>
                  <a:pt x="174661" y="61645"/>
                </a:cubicBezTo>
                <a:cubicBezTo>
                  <a:pt x="255273" y="-8891"/>
                  <a:pt x="221356" y="50448"/>
                  <a:pt x="24658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696347A4-716F-EB98-183A-DFFA01D6132E}"/>
                  </a:ext>
                </a:extLst>
              </p:cNvPr>
              <p:cNvSpPr txBox="1"/>
              <p:nvPr/>
            </p:nvSpPr>
            <p:spPr>
              <a:xfrm>
                <a:off x="2270232" y="11639429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696347A4-716F-EB98-183A-DFFA01D61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232" y="11639429"/>
                <a:ext cx="896111" cy="588751"/>
              </a:xfrm>
              <a:prstGeom prst="rect">
                <a:avLst/>
              </a:prstGeom>
              <a:blipFill>
                <a:blip r:embed="rId105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" name="Oval 163">
            <a:extLst>
              <a:ext uri="{FF2B5EF4-FFF2-40B4-BE49-F238E27FC236}">
                <a16:creationId xmlns:a16="http://schemas.microsoft.com/office/drawing/2014/main" id="{6FFDC555-EDAF-5C8E-A5DB-16E52169457D}"/>
              </a:ext>
            </a:extLst>
          </p:cNvPr>
          <p:cNvSpPr/>
          <p:nvPr/>
        </p:nvSpPr>
        <p:spPr>
          <a:xfrm>
            <a:off x="12127279" y="1438327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01566848-BBA9-3182-5486-C417BECF21E0}"/>
              </a:ext>
            </a:extLst>
          </p:cNvPr>
          <p:cNvSpPr/>
          <p:nvPr/>
        </p:nvSpPr>
        <p:spPr>
          <a:xfrm>
            <a:off x="13575745" y="13185033"/>
            <a:ext cx="2029713" cy="388624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6603A197-F44E-FF2B-2645-8ED79FB1AD1C}"/>
              </a:ext>
            </a:extLst>
          </p:cNvPr>
          <p:cNvSpPr/>
          <p:nvPr/>
        </p:nvSpPr>
        <p:spPr>
          <a:xfrm>
            <a:off x="13295297" y="1263553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896D3F15-E4B6-FB8F-828A-6A225748473B}"/>
              </a:ext>
            </a:extLst>
          </p:cNvPr>
          <p:cNvCxnSpPr>
            <a:cxnSpLocks/>
          </p:cNvCxnSpPr>
          <p:nvPr/>
        </p:nvCxnSpPr>
        <p:spPr>
          <a:xfrm>
            <a:off x="13622071" y="13249978"/>
            <a:ext cx="0" cy="62118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751456BF-630D-CA77-FC77-29A7130464B4}"/>
              </a:ext>
            </a:extLst>
          </p:cNvPr>
          <p:cNvCxnSpPr>
            <a:cxnSpLocks/>
          </p:cNvCxnSpPr>
          <p:nvPr/>
        </p:nvCxnSpPr>
        <p:spPr>
          <a:xfrm>
            <a:off x="12199317" y="14518186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67EC4BCC-1A52-F5F3-0FB0-B6A6B61123EA}"/>
                  </a:ext>
                </a:extLst>
              </p:cNvPr>
              <p:cNvSpPr txBox="1"/>
              <p:nvPr/>
            </p:nvSpPr>
            <p:spPr>
              <a:xfrm>
                <a:off x="11768047" y="14499395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67EC4BCC-1A52-F5F3-0FB0-B6A6B6112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8047" y="14499395"/>
                <a:ext cx="568909" cy="478464"/>
              </a:xfrm>
              <a:prstGeom prst="rect">
                <a:avLst/>
              </a:prstGeom>
              <a:blipFill>
                <a:blip r:embed="rId9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D32DF029-0B61-3666-0B1A-E452F4893D3E}"/>
                  </a:ext>
                </a:extLst>
              </p:cNvPr>
              <p:cNvSpPr txBox="1"/>
              <p:nvPr/>
            </p:nvSpPr>
            <p:spPr>
              <a:xfrm>
                <a:off x="13036136" y="1335461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D32DF029-0B61-3666-0B1A-E452F4893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6136" y="13354618"/>
                <a:ext cx="896111" cy="478464"/>
              </a:xfrm>
              <a:prstGeom prst="rect">
                <a:avLst/>
              </a:prstGeom>
              <a:blipFill>
                <a:blip r:embed="rId10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7F2AFB04-DD23-894F-8037-E4060001E8FF}"/>
                  </a:ext>
                </a:extLst>
              </p:cNvPr>
              <p:cNvSpPr txBox="1"/>
              <p:nvPr/>
            </p:nvSpPr>
            <p:spPr>
              <a:xfrm>
                <a:off x="12161055" y="13309831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7F2AFB04-DD23-894F-8037-E4060001E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61055" y="13309831"/>
                <a:ext cx="896111" cy="478464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79B3E72-8139-D194-E5BF-DDE0CCE671A8}"/>
                  </a:ext>
                </a:extLst>
              </p:cNvPr>
              <p:cNvSpPr txBox="1"/>
              <p:nvPr/>
            </p:nvSpPr>
            <p:spPr>
              <a:xfrm>
                <a:off x="10660914" y="17579995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+(2+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79B3E72-8139-D194-E5BF-DDE0CCE67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0914" y="17579995"/>
                <a:ext cx="4799945" cy="533544"/>
              </a:xfrm>
              <a:prstGeom prst="rect">
                <a:avLst/>
              </a:prstGeom>
              <a:blipFill>
                <a:blip r:embed="rId108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Freeform 181">
            <a:extLst>
              <a:ext uri="{FF2B5EF4-FFF2-40B4-BE49-F238E27FC236}">
                <a16:creationId xmlns:a16="http://schemas.microsoft.com/office/drawing/2014/main" id="{15E312C0-1D6C-2F82-0768-7A5E106DF7DF}"/>
              </a:ext>
            </a:extLst>
          </p:cNvPr>
          <p:cNvSpPr/>
          <p:nvPr/>
        </p:nvSpPr>
        <p:spPr>
          <a:xfrm>
            <a:off x="10422804" y="14464137"/>
            <a:ext cx="1757922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3" name="Freeform 182">
            <a:extLst>
              <a:ext uri="{FF2B5EF4-FFF2-40B4-BE49-F238E27FC236}">
                <a16:creationId xmlns:a16="http://schemas.microsoft.com/office/drawing/2014/main" id="{88EF7B45-29A7-E70C-AC53-CFE527F89904}"/>
              </a:ext>
            </a:extLst>
          </p:cNvPr>
          <p:cNvSpPr/>
          <p:nvPr/>
        </p:nvSpPr>
        <p:spPr>
          <a:xfrm>
            <a:off x="12077020" y="14472090"/>
            <a:ext cx="708237" cy="26010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34848DC9-3B60-706B-7E86-C0E4666E1879}"/>
              </a:ext>
            </a:extLst>
          </p:cNvPr>
          <p:cNvSpPr/>
          <p:nvPr/>
        </p:nvSpPr>
        <p:spPr>
          <a:xfrm>
            <a:off x="12212535" y="12724978"/>
            <a:ext cx="1110784" cy="1707345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D55392E8-14EE-60D6-4617-4BCAA35FDEFE}"/>
              </a:ext>
            </a:extLst>
          </p:cNvPr>
          <p:cNvSpPr/>
          <p:nvPr/>
        </p:nvSpPr>
        <p:spPr>
          <a:xfrm>
            <a:off x="13539410" y="1315209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77678DB4-0CFF-38D1-4347-75F73E015B5A}"/>
              </a:ext>
            </a:extLst>
          </p:cNvPr>
          <p:cNvSpPr/>
          <p:nvPr/>
        </p:nvSpPr>
        <p:spPr>
          <a:xfrm>
            <a:off x="12977677" y="13249973"/>
            <a:ext cx="1288790" cy="3829551"/>
          </a:xfrm>
          <a:custGeom>
            <a:avLst/>
            <a:gdLst>
              <a:gd name="connsiteX0" fmla="*/ 1438382 w 1438382"/>
              <a:gd name="connsiteY0" fmla="*/ 4274050 h 4274050"/>
              <a:gd name="connsiteX1" fmla="*/ 1037690 w 1438382"/>
              <a:gd name="connsiteY1" fmla="*/ 3503488 h 4274050"/>
              <a:gd name="connsiteX2" fmla="*/ 791110 w 1438382"/>
              <a:gd name="connsiteY2" fmla="*/ 3071973 h 4274050"/>
              <a:gd name="connsiteX3" fmla="*/ 534256 w 1438382"/>
              <a:gd name="connsiteY3" fmla="*/ 2517169 h 4274050"/>
              <a:gd name="connsiteX4" fmla="*/ 513708 w 1438382"/>
              <a:gd name="connsiteY4" fmla="*/ 2414427 h 4274050"/>
              <a:gd name="connsiteX5" fmla="*/ 503434 w 1438382"/>
              <a:gd name="connsiteY5" fmla="*/ 2383605 h 4274050"/>
              <a:gd name="connsiteX6" fmla="*/ 441789 w 1438382"/>
              <a:gd name="connsiteY6" fmla="*/ 2291137 h 4274050"/>
              <a:gd name="connsiteX7" fmla="*/ 431515 w 1438382"/>
              <a:gd name="connsiteY7" fmla="*/ 2260315 h 4274050"/>
              <a:gd name="connsiteX8" fmla="*/ 390418 w 1438382"/>
              <a:gd name="connsiteY8" fmla="*/ 2198670 h 4274050"/>
              <a:gd name="connsiteX9" fmla="*/ 369870 w 1438382"/>
              <a:gd name="connsiteY9" fmla="*/ 2167848 h 4274050"/>
              <a:gd name="connsiteX10" fmla="*/ 318499 w 1438382"/>
              <a:gd name="connsiteY10" fmla="*/ 2085654 h 4274050"/>
              <a:gd name="connsiteX11" fmla="*/ 287677 w 1438382"/>
              <a:gd name="connsiteY11" fmla="*/ 2003461 h 4274050"/>
              <a:gd name="connsiteX12" fmla="*/ 256854 w 1438382"/>
              <a:gd name="connsiteY12" fmla="*/ 1931542 h 4274050"/>
              <a:gd name="connsiteX13" fmla="*/ 236306 w 1438382"/>
              <a:gd name="connsiteY13" fmla="*/ 1849349 h 4274050"/>
              <a:gd name="connsiteX14" fmla="*/ 226032 w 1438382"/>
              <a:gd name="connsiteY14" fmla="*/ 1808252 h 4274050"/>
              <a:gd name="connsiteX15" fmla="*/ 215757 w 1438382"/>
              <a:gd name="connsiteY15" fmla="*/ 1756881 h 4274050"/>
              <a:gd name="connsiteX16" fmla="*/ 195209 w 1438382"/>
              <a:gd name="connsiteY16" fmla="*/ 1695236 h 4274050"/>
              <a:gd name="connsiteX17" fmla="*/ 164387 w 1438382"/>
              <a:gd name="connsiteY17" fmla="*/ 1664414 h 4274050"/>
              <a:gd name="connsiteX18" fmla="*/ 123290 w 1438382"/>
              <a:gd name="connsiteY18" fmla="*/ 1602769 h 4274050"/>
              <a:gd name="connsiteX19" fmla="*/ 102742 w 1438382"/>
              <a:gd name="connsiteY19" fmla="*/ 1541124 h 4274050"/>
              <a:gd name="connsiteX20" fmla="*/ 92468 w 1438382"/>
              <a:gd name="connsiteY20" fmla="*/ 1510301 h 4274050"/>
              <a:gd name="connsiteX21" fmla="*/ 41097 w 1438382"/>
              <a:gd name="connsiteY21" fmla="*/ 1397286 h 4274050"/>
              <a:gd name="connsiteX22" fmla="*/ 20549 w 1438382"/>
              <a:gd name="connsiteY22" fmla="*/ 1315092 h 4274050"/>
              <a:gd name="connsiteX23" fmla="*/ 10274 w 1438382"/>
              <a:gd name="connsiteY23" fmla="*/ 1273996 h 4274050"/>
              <a:gd name="connsiteX24" fmla="*/ 0 w 1438382"/>
              <a:gd name="connsiteY24" fmla="*/ 1232899 h 4274050"/>
              <a:gd name="connsiteX25" fmla="*/ 10274 w 1438382"/>
              <a:gd name="connsiteY25" fmla="*/ 873304 h 4274050"/>
              <a:gd name="connsiteX26" fmla="*/ 20549 w 1438382"/>
              <a:gd name="connsiteY26" fmla="*/ 842481 h 4274050"/>
              <a:gd name="connsiteX27" fmla="*/ 92468 w 1438382"/>
              <a:gd name="connsiteY27" fmla="*/ 780836 h 4274050"/>
              <a:gd name="connsiteX28" fmla="*/ 133564 w 1438382"/>
              <a:gd name="connsiteY28" fmla="*/ 719191 h 4274050"/>
              <a:gd name="connsiteX29" fmla="*/ 154113 w 1438382"/>
              <a:gd name="connsiteY29" fmla="*/ 688369 h 4274050"/>
              <a:gd name="connsiteX30" fmla="*/ 174661 w 1438382"/>
              <a:gd name="connsiteY30" fmla="*/ 626724 h 4274050"/>
              <a:gd name="connsiteX31" fmla="*/ 215757 w 1438382"/>
              <a:gd name="connsiteY31" fmla="*/ 565079 h 4274050"/>
              <a:gd name="connsiteX32" fmla="*/ 236306 w 1438382"/>
              <a:gd name="connsiteY32" fmla="*/ 544531 h 4274050"/>
              <a:gd name="connsiteX33" fmla="*/ 256854 w 1438382"/>
              <a:gd name="connsiteY33" fmla="*/ 513708 h 4274050"/>
              <a:gd name="connsiteX34" fmla="*/ 308225 w 1438382"/>
              <a:gd name="connsiteY34" fmla="*/ 462337 h 4274050"/>
              <a:gd name="connsiteX35" fmla="*/ 339047 w 1438382"/>
              <a:gd name="connsiteY35" fmla="*/ 431515 h 4274050"/>
              <a:gd name="connsiteX36" fmla="*/ 359596 w 1438382"/>
              <a:gd name="connsiteY36" fmla="*/ 400692 h 4274050"/>
              <a:gd name="connsiteX37" fmla="*/ 421241 w 1438382"/>
              <a:gd name="connsiteY37" fmla="*/ 339048 h 4274050"/>
              <a:gd name="connsiteX38" fmla="*/ 462337 w 1438382"/>
              <a:gd name="connsiteY38" fmla="*/ 277403 h 4274050"/>
              <a:gd name="connsiteX39" fmla="*/ 523982 w 1438382"/>
              <a:gd name="connsiteY39" fmla="*/ 184935 h 4274050"/>
              <a:gd name="connsiteX40" fmla="*/ 565079 w 1438382"/>
              <a:gd name="connsiteY40" fmla="*/ 133564 h 4274050"/>
              <a:gd name="connsiteX41" fmla="*/ 595901 w 1438382"/>
              <a:gd name="connsiteY41" fmla="*/ 123290 h 4274050"/>
              <a:gd name="connsiteX42" fmla="*/ 657546 w 1438382"/>
              <a:gd name="connsiteY42" fmla="*/ 41097 h 4274050"/>
              <a:gd name="connsiteX43" fmla="*/ 678095 w 1438382"/>
              <a:gd name="connsiteY43" fmla="*/ 0 h 427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438382" h="4274050">
                <a:moveTo>
                  <a:pt x="1438382" y="4274050"/>
                </a:moveTo>
                <a:cubicBezTo>
                  <a:pt x="1258998" y="3887684"/>
                  <a:pt x="1300939" y="3960302"/>
                  <a:pt x="1037690" y="3503488"/>
                </a:cubicBezTo>
                <a:cubicBezTo>
                  <a:pt x="824859" y="3134163"/>
                  <a:pt x="1134449" y="3775399"/>
                  <a:pt x="791110" y="3071973"/>
                </a:cubicBezTo>
                <a:cubicBezTo>
                  <a:pt x="701720" y="2888832"/>
                  <a:pt x="534256" y="2517169"/>
                  <a:pt x="534256" y="2517169"/>
                </a:cubicBezTo>
                <a:cubicBezTo>
                  <a:pt x="527407" y="2482922"/>
                  <a:pt x="524752" y="2447560"/>
                  <a:pt x="513708" y="2414427"/>
                </a:cubicBezTo>
                <a:cubicBezTo>
                  <a:pt x="510283" y="2404153"/>
                  <a:pt x="508807" y="2393008"/>
                  <a:pt x="503434" y="2383605"/>
                </a:cubicBezTo>
                <a:cubicBezTo>
                  <a:pt x="434606" y="2263157"/>
                  <a:pt x="511769" y="2431099"/>
                  <a:pt x="441789" y="2291137"/>
                </a:cubicBezTo>
                <a:cubicBezTo>
                  <a:pt x="436946" y="2281451"/>
                  <a:pt x="436774" y="2269782"/>
                  <a:pt x="431515" y="2260315"/>
                </a:cubicBezTo>
                <a:cubicBezTo>
                  <a:pt x="419521" y="2238727"/>
                  <a:pt x="404117" y="2219218"/>
                  <a:pt x="390418" y="2198670"/>
                </a:cubicBezTo>
                <a:cubicBezTo>
                  <a:pt x="383569" y="2188396"/>
                  <a:pt x="375392" y="2178892"/>
                  <a:pt x="369870" y="2167848"/>
                </a:cubicBezTo>
                <a:cubicBezTo>
                  <a:pt x="341664" y="2111435"/>
                  <a:pt x="358512" y="2139004"/>
                  <a:pt x="318499" y="2085654"/>
                </a:cubicBezTo>
                <a:cubicBezTo>
                  <a:pt x="292129" y="1980174"/>
                  <a:pt x="327969" y="2110906"/>
                  <a:pt x="287677" y="2003461"/>
                </a:cubicBezTo>
                <a:cubicBezTo>
                  <a:pt x="259244" y="1927641"/>
                  <a:pt x="298494" y="1994002"/>
                  <a:pt x="256854" y="1931542"/>
                </a:cubicBezTo>
                <a:cubicBezTo>
                  <a:pt x="238495" y="1876464"/>
                  <a:pt x="252836" y="1923736"/>
                  <a:pt x="236306" y="1849349"/>
                </a:cubicBezTo>
                <a:cubicBezTo>
                  <a:pt x="233243" y="1835565"/>
                  <a:pt x="229095" y="1822036"/>
                  <a:pt x="226032" y="1808252"/>
                </a:cubicBezTo>
                <a:cubicBezTo>
                  <a:pt x="222244" y="1791205"/>
                  <a:pt x="220352" y="1773728"/>
                  <a:pt x="215757" y="1756881"/>
                </a:cubicBezTo>
                <a:cubicBezTo>
                  <a:pt x="210058" y="1735984"/>
                  <a:pt x="210525" y="1710552"/>
                  <a:pt x="195209" y="1695236"/>
                </a:cubicBezTo>
                <a:cubicBezTo>
                  <a:pt x="184935" y="1684962"/>
                  <a:pt x="173307" y="1675883"/>
                  <a:pt x="164387" y="1664414"/>
                </a:cubicBezTo>
                <a:cubicBezTo>
                  <a:pt x="149225" y="1644920"/>
                  <a:pt x="123290" y="1602769"/>
                  <a:pt x="123290" y="1602769"/>
                </a:cubicBezTo>
                <a:lnTo>
                  <a:pt x="102742" y="1541124"/>
                </a:lnTo>
                <a:cubicBezTo>
                  <a:pt x="99317" y="1530850"/>
                  <a:pt x="97311" y="1519988"/>
                  <a:pt x="92468" y="1510301"/>
                </a:cubicBezTo>
                <a:cubicBezTo>
                  <a:pt x="69112" y="1463589"/>
                  <a:pt x="53073" y="1441199"/>
                  <a:pt x="41097" y="1397286"/>
                </a:cubicBezTo>
                <a:cubicBezTo>
                  <a:pt x="33666" y="1370040"/>
                  <a:pt x="27399" y="1342490"/>
                  <a:pt x="20549" y="1315092"/>
                </a:cubicBezTo>
                <a:lnTo>
                  <a:pt x="10274" y="1273996"/>
                </a:lnTo>
                <a:lnTo>
                  <a:pt x="0" y="1232899"/>
                </a:lnTo>
                <a:cubicBezTo>
                  <a:pt x="3425" y="1113034"/>
                  <a:pt x="3971" y="993052"/>
                  <a:pt x="10274" y="873304"/>
                </a:cubicBezTo>
                <a:cubicBezTo>
                  <a:pt x="10843" y="862489"/>
                  <a:pt x="14541" y="851492"/>
                  <a:pt x="20549" y="842481"/>
                </a:cubicBezTo>
                <a:cubicBezTo>
                  <a:pt x="50974" y="796844"/>
                  <a:pt x="54486" y="823567"/>
                  <a:pt x="92468" y="780836"/>
                </a:cubicBezTo>
                <a:cubicBezTo>
                  <a:pt x="108875" y="762378"/>
                  <a:pt x="119865" y="739739"/>
                  <a:pt x="133564" y="719191"/>
                </a:cubicBezTo>
                <a:lnTo>
                  <a:pt x="154113" y="688369"/>
                </a:lnTo>
                <a:cubicBezTo>
                  <a:pt x="160962" y="667821"/>
                  <a:pt x="162646" y="644746"/>
                  <a:pt x="174661" y="626724"/>
                </a:cubicBezTo>
                <a:cubicBezTo>
                  <a:pt x="188360" y="606176"/>
                  <a:pt x="198294" y="582541"/>
                  <a:pt x="215757" y="565079"/>
                </a:cubicBezTo>
                <a:cubicBezTo>
                  <a:pt x="222607" y="558230"/>
                  <a:pt x="230255" y="552095"/>
                  <a:pt x="236306" y="544531"/>
                </a:cubicBezTo>
                <a:cubicBezTo>
                  <a:pt x="244020" y="534889"/>
                  <a:pt x="248723" y="523001"/>
                  <a:pt x="256854" y="513708"/>
                </a:cubicBezTo>
                <a:cubicBezTo>
                  <a:pt x="272801" y="495483"/>
                  <a:pt x="291101" y="479461"/>
                  <a:pt x="308225" y="462337"/>
                </a:cubicBezTo>
                <a:cubicBezTo>
                  <a:pt x="318499" y="452063"/>
                  <a:pt x="330987" y="443604"/>
                  <a:pt x="339047" y="431515"/>
                </a:cubicBezTo>
                <a:cubicBezTo>
                  <a:pt x="345897" y="421241"/>
                  <a:pt x="351392" y="409921"/>
                  <a:pt x="359596" y="400692"/>
                </a:cubicBezTo>
                <a:cubicBezTo>
                  <a:pt x="378902" y="378973"/>
                  <a:pt x="421241" y="339048"/>
                  <a:pt x="421241" y="339048"/>
                </a:cubicBezTo>
                <a:cubicBezTo>
                  <a:pt x="440890" y="280100"/>
                  <a:pt x="417444" y="335122"/>
                  <a:pt x="462337" y="277403"/>
                </a:cubicBezTo>
                <a:cubicBezTo>
                  <a:pt x="462356" y="277378"/>
                  <a:pt x="513699" y="200359"/>
                  <a:pt x="523982" y="184935"/>
                </a:cubicBezTo>
                <a:cubicBezTo>
                  <a:pt x="533313" y="170939"/>
                  <a:pt x="548816" y="143322"/>
                  <a:pt x="565079" y="133564"/>
                </a:cubicBezTo>
                <a:cubicBezTo>
                  <a:pt x="574365" y="127992"/>
                  <a:pt x="585627" y="126715"/>
                  <a:pt x="595901" y="123290"/>
                </a:cubicBezTo>
                <a:cubicBezTo>
                  <a:pt x="620243" y="98949"/>
                  <a:pt x="645927" y="75953"/>
                  <a:pt x="657546" y="41097"/>
                </a:cubicBezTo>
                <a:cubicBezTo>
                  <a:pt x="669352" y="5680"/>
                  <a:pt x="660162" y="17933"/>
                  <a:pt x="67809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DE24AF85-56DF-0D81-A87E-88BEDDE487B6}"/>
              </a:ext>
            </a:extLst>
          </p:cNvPr>
          <p:cNvSpPr/>
          <p:nvPr/>
        </p:nvSpPr>
        <p:spPr>
          <a:xfrm>
            <a:off x="13399980" y="12748849"/>
            <a:ext cx="196241" cy="41701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BA1310A-F41B-79AF-0272-ACC124F436EF}"/>
                  </a:ext>
                </a:extLst>
              </p:cNvPr>
              <p:cNvSpPr txBox="1"/>
              <p:nvPr/>
            </p:nvSpPr>
            <p:spPr>
              <a:xfrm>
                <a:off x="9526687" y="11644941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BA1310A-F41B-79AF-0272-ACC124F43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687" y="11644941"/>
                <a:ext cx="896111" cy="588751"/>
              </a:xfrm>
              <a:prstGeom prst="rect">
                <a:avLst/>
              </a:prstGeom>
              <a:blipFill>
                <a:blip r:embed="rId109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194">
            <a:extLst>
              <a:ext uri="{FF2B5EF4-FFF2-40B4-BE49-F238E27FC236}">
                <a16:creationId xmlns:a16="http://schemas.microsoft.com/office/drawing/2014/main" id="{A8DBF297-37BE-3B85-266D-718C58C0C112}"/>
              </a:ext>
            </a:extLst>
          </p:cNvPr>
          <p:cNvSpPr/>
          <p:nvPr/>
        </p:nvSpPr>
        <p:spPr>
          <a:xfrm>
            <a:off x="20242163" y="1337932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515D1D90-2CD9-9649-FD0C-294D949E9ED3}"/>
              </a:ext>
            </a:extLst>
          </p:cNvPr>
          <p:cNvSpPr/>
          <p:nvPr/>
        </p:nvSpPr>
        <p:spPr>
          <a:xfrm>
            <a:off x="21181901" y="13239853"/>
            <a:ext cx="2029713" cy="388624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5575ED8F-1950-09F8-6F1D-BBB087644748}"/>
              </a:ext>
            </a:extLst>
          </p:cNvPr>
          <p:cNvSpPr/>
          <p:nvPr/>
        </p:nvSpPr>
        <p:spPr>
          <a:xfrm>
            <a:off x="20901452" y="1269035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E55A7C79-976E-5CB6-60C0-3286C30E4B5F}"/>
              </a:ext>
            </a:extLst>
          </p:cNvPr>
          <p:cNvCxnSpPr>
            <a:cxnSpLocks/>
          </p:cNvCxnSpPr>
          <p:nvPr/>
        </p:nvCxnSpPr>
        <p:spPr>
          <a:xfrm>
            <a:off x="21228226" y="13304799"/>
            <a:ext cx="0" cy="62118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74182C96-52BB-5684-254B-132224FE565D}"/>
              </a:ext>
            </a:extLst>
          </p:cNvPr>
          <p:cNvCxnSpPr>
            <a:cxnSpLocks/>
          </p:cNvCxnSpPr>
          <p:nvPr/>
        </p:nvCxnSpPr>
        <p:spPr>
          <a:xfrm>
            <a:off x="20327781" y="13498306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DCB99380-EB67-170A-9A45-EF606D912C91}"/>
                  </a:ext>
                </a:extLst>
              </p:cNvPr>
              <p:cNvSpPr txBox="1"/>
              <p:nvPr/>
            </p:nvSpPr>
            <p:spPr>
              <a:xfrm>
                <a:off x="19916129" y="1346184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DCB99380-EB67-170A-9A45-EF606D912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6129" y="13461842"/>
                <a:ext cx="568909" cy="478464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8C4D3005-97EF-D4C1-A270-F12418A81490}"/>
                  </a:ext>
                </a:extLst>
              </p:cNvPr>
              <p:cNvSpPr txBox="1"/>
              <p:nvPr/>
            </p:nvSpPr>
            <p:spPr>
              <a:xfrm>
                <a:off x="20642291" y="1340944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8C4D3005-97EF-D4C1-A270-F12418A81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42291" y="13409443"/>
                <a:ext cx="896111" cy="478464"/>
              </a:xfrm>
              <a:prstGeom prst="rect">
                <a:avLst/>
              </a:prstGeom>
              <a:blipFill>
                <a:blip r:embed="rId1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8B2E96C0-9037-8B53-7CE8-B55073AFA558}"/>
                  </a:ext>
                </a:extLst>
              </p:cNvPr>
              <p:cNvSpPr txBox="1"/>
              <p:nvPr/>
            </p:nvSpPr>
            <p:spPr>
              <a:xfrm>
                <a:off x="20107413" y="1267242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8B2E96C0-9037-8B53-7CE8-B55073AFA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413" y="12672428"/>
                <a:ext cx="896111" cy="478464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6FB4365C-37AE-D0CB-956B-F3D40BD66788}"/>
                  </a:ext>
                </a:extLst>
              </p:cNvPr>
              <p:cNvSpPr txBox="1"/>
              <p:nvPr/>
            </p:nvSpPr>
            <p:spPr>
              <a:xfrm>
                <a:off x="18002766" y="17363755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=(2+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6FB4365C-37AE-D0CB-956B-F3D40BD66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2766" y="17363755"/>
                <a:ext cx="4799945" cy="533544"/>
              </a:xfrm>
              <a:prstGeom prst="rect">
                <a:avLst/>
              </a:prstGeom>
              <a:blipFill>
                <a:blip r:embed="rId113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3" name="Freeform 212">
            <a:extLst>
              <a:ext uri="{FF2B5EF4-FFF2-40B4-BE49-F238E27FC236}">
                <a16:creationId xmlns:a16="http://schemas.microsoft.com/office/drawing/2014/main" id="{B4E34B97-46A8-8F79-6478-B8C35DA6A928}"/>
              </a:ext>
            </a:extLst>
          </p:cNvPr>
          <p:cNvSpPr/>
          <p:nvPr/>
        </p:nvSpPr>
        <p:spPr>
          <a:xfrm>
            <a:off x="20354738" y="12779797"/>
            <a:ext cx="574737" cy="66698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7423455A-BDD4-7128-DF59-45581B39484B}"/>
              </a:ext>
            </a:extLst>
          </p:cNvPr>
          <p:cNvSpPr/>
          <p:nvPr/>
        </p:nvSpPr>
        <p:spPr>
          <a:xfrm>
            <a:off x="21145565" y="1320691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C7CD456D-5343-E59F-A34F-F926BCB35A74}"/>
              </a:ext>
            </a:extLst>
          </p:cNvPr>
          <p:cNvSpPr/>
          <p:nvPr/>
        </p:nvSpPr>
        <p:spPr>
          <a:xfrm>
            <a:off x="20583832" y="13304794"/>
            <a:ext cx="1288790" cy="3829551"/>
          </a:xfrm>
          <a:custGeom>
            <a:avLst/>
            <a:gdLst>
              <a:gd name="connsiteX0" fmla="*/ 1438382 w 1438382"/>
              <a:gd name="connsiteY0" fmla="*/ 4274050 h 4274050"/>
              <a:gd name="connsiteX1" fmla="*/ 1037690 w 1438382"/>
              <a:gd name="connsiteY1" fmla="*/ 3503488 h 4274050"/>
              <a:gd name="connsiteX2" fmla="*/ 791110 w 1438382"/>
              <a:gd name="connsiteY2" fmla="*/ 3071973 h 4274050"/>
              <a:gd name="connsiteX3" fmla="*/ 534256 w 1438382"/>
              <a:gd name="connsiteY3" fmla="*/ 2517169 h 4274050"/>
              <a:gd name="connsiteX4" fmla="*/ 513708 w 1438382"/>
              <a:gd name="connsiteY4" fmla="*/ 2414427 h 4274050"/>
              <a:gd name="connsiteX5" fmla="*/ 503434 w 1438382"/>
              <a:gd name="connsiteY5" fmla="*/ 2383605 h 4274050"/>
              <a:gd name="connsiteX6" fmla="*/ 441789 w 1438382"/>
              <a:gd name="connsiteY6" fmla="*/ 2291137 h 4274050"/>
              <a:gd name="connsiteX7" fmla="*/ 431515 w 1438382"/>
              <a:gd name="connsiteY7" fmla="*/ 2260315 h 4274050"/>
              <a:gd name="connsiteX8" fmla="*/ 390418 w 1438382"/>
              <a:gd name="connsiteY8" fmla="*/ 2198670 h 4274050"/>
              <a:gd name="connsiteX9" fmla="*/ 369870 w 1438382"/>
              <a:gd name="connsiteY9" fmla="*/ 2167848 h 4274050"/>
              <a:gd name="connsiteX10" fmla="*/ 318499 w 1438382"/>
              <a:gd name="connsiteY10" fmla="*/ 2085654 h 4274050"/>
              <a:gd name="connsiteX11" fmla="*/ 287677 w 1438382"/>
              <a:gd name="connsiteY11" fmla="*/ 2003461 h 4274050"/>
              <a:gd name="connsiteX12" fmla="*/ 256854 w 1438382"/>
              <a:gd name="connsiteY12" fmla="*/ 1931542 h 4274050"/>
              <a:gd name="connsiteX13" fmla="*/ 236306 w 1438382"/>
              <a:gd name="connsiteY13" fmla="*/ 1849349 h 4274050"/>
              <a:gd name="connsiteX14" fmla="*/ 226032 w 1438382"/>
              <a:gd name="connsiteY14" fmla="*/ 1808252 h 4274050"/>
              <a:gd name="connsiteX15" fmla="*/ 215757 w 1438382"/>
              <a:gd name="connsiteY15" fmla="*/ 1756881 h 4274050"/>
              <a:gd name="connsiteX16" fmla="*/ 195209 w 1438382"/>
              <a:gd name="connsiteY16" fmla="*/ 1695236 h 4274050"/>
              <a:gd name="connsiteX17" fmla="*/ 164387 w 1438382"/>
              <a:gd name="connsiteY17" fmla="*/ 1664414 h 4274050"/>
              <a:gd name="connsiteX18" fmla="*/ 123290 w 1438382"/>
              <a:gd name="connsiteY18" fmla="*/ 1602769 h 4274050"/>
              <a:gd name="connsiteX19" fmla="*/ 102742 w 1438382"/>
              <a:gd name="connsiteY19" fmla="*/ 1541124 h 4274050"/>
              <a:gd name="connsiteX20" fmla="*/ 92468 w 1438382"/>
              <a:gd name="connsiteY20" fmla="*/ 1510301 h 4274050"/>
              <a:gd name="connsiteX21" fmla="*/ 41097 w 1438382"/>
              <a:gd name="connsiteY21" fmla="*/ 1397286 h 4274050"/>
              <a:gd name="connsiteX22" fmla="*/ 20549 w 1438382"/>
              <a:gd name="connsiteY22" fmla="*/ 1315092 h 4274050"/>
              <a:gd name="connsiteX23" fmla="*/ 10274 w 1438382"/>
              <a:gd name="connsiteY23" fmla="*/ 1273996 h 4274050"/>
              <a:gd name="connsiteX24" fmla="*/ 0 w 1438382"/>
              <a:gd name="connsiteY24" fmla="*/ 1232899 h 4274050"/>
              <a:gd name="connsiteX25" fmla="*/ 10274 w 1438382"/>
              <a:gd name="connsiteY25" fmla="*/ 873304 h 4274050"/>
              <a:gd name="connsiteX26" fmla="*/ 20549 w 1438382"/>
              <a:gd name="connsiteY26" fmla="*/ 842481 h 4274050"/>
              <a:gd name="connsiteX27" fmla="*/ 92468 w 1438382"/>
              <a:gd name="connsiteY27" fmla="*/ 780836 h 4274050"/>
              <a:gd name="connsiteX28" fmla="*/ 133564 w 1438382"/>
              <a:gd name="connsiteY28" fmla="*/ 719191 h 4274050"/>
              <a:gd name="connsiteX29" fmla="*/ 154113 w 1438382"/>
              <a:gd name="connsiteY29" fmla="*/ 688369 h 4274050"/>
              <a:gd name="connsiteX30" fmla="*/ 174661 w 1438382"/>
              <a:gd name="connsiteY30" fmla="*/ 626724 h 4274050"/>
              <a:gd name="connsiteX31" fmla="*/ 215757 w 1438382"/>
              <a:gd name="connsiteY31" fmla="*/ 565079 h 4274050"/>
              <a:gd name="connsiteX32" fmla="*/ 236306 w 1438382"/>
              <a:gd name="connsiteY32" fmla="*/ 544531 h 4274050"/>
              <a:gd name="connsiteX33" fmla="*/ 256854 w 1438382"/>
              <a:gd name="connsiteY33" fmla="*/ 513708 h 4274050"/>
              <a:gd name="connsiteX34" fmla="*/ 308225 w 1438382"/>
              <a:gd name="connsiteY34" fmla="*/ 462337 h 4274050"/>
              <a:gd name="connsiteX35" fmla="*/ 339047 w 1438382"/>
              <a:gd name="connsiteY35" fmla="*/ 431515 h 4274050"/>
              <a:gd name="connsiteX36" fmla="*/ 359596 w 1438382"/>
              <a:gd name="connsiteY36" fmla="*/ 400692 h 4274050"/>
              <a:gd name="connsiteX37" fmla="*/ 421241 w 1438382"/>
              <a:gd name="connsiteY37" fmla="*/ 339048 h 4274050"/>
              <a:gd name="connsiteX38" fmla="*/ 462337 w 1438382"/>
              <a:gd name="connsiteY38" fmla="*/ 277403 h 4274050"/>
              <a:gd name="connsiteX39" fmla="*/ 523982 w 1438382"/>
              <a:gd name="connsiteY39" fmla="*/ 184935 h 4274050"/>
              <a:gd name="connsiteX40" fmla="*/ 565079 w 1438382"/>
              <a:gd name="connsiteY40" fmla="*/ 133564 h 4274050"/>
              <a:gd name="connsiteX41" fmla="*/ 595901 w 1438382"/>
              <a:gd name="connsiteY41" fmla="*/ 123290 h 4274050"/>
              <a:gd name="connsiteX42" fmla="*/ 657546 w 1438382"/>
              <a:gd name="connsiteY42" fmla="*/ 41097 h 4274050"/>
              <a:gd name="connsiteX43" fmla="*/ 678095 w 1438382"/>
              <a:gd name="connsiteY43" fmla="*/ 0 h 4274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438382" h="4274050">
                <a:moveTo>
                  <a:pt x="1438382" y="4274050"/>
                </a:moveTo>
                <a:cubicBezTo>
                  <a:pt x="1258998" y="3887684"/>
                  <a:pt x="1300939" y="3960302"/>
                  <a:pt x="1037690" y="3503488"/>
                </a:cubicBezTo>
                <a:cubicBezTo>
                  <a:pt x="824859" y="3134163"/>
                  <a:pt x="1134449" y="3775399"/>
                  <a:pt x="791110" y="3071973"/>
                </a:cubicBezTo>
                <a:cubicBezTo>
                  <a:pt x="701720" y="2888832"/>
                  <a:pt x="534256" y="2517169"/>
                  <a:pt x="534256" y="2517169"/>
                </a:cubicBezTo>
                <a:cubicBezTo>
                  <a:pt x="527407" y="2482922"/>
                  <a:pt x="524752" y="2447560"/>
                  <a:pt x="513708" y="2414427"/>
                </a:cubicBezTo>
                <a:cubicBezTo>
                  <a:pt x="510283" y="2404153"/>
                  <a:pt x="508807" y="2393008"/>
                  <a:pt x="503434" y="2383605"/>
                </a:cubicBezTo>
                <a:cubicBezTo>
                  <a:pt x="434606" y="2263157"/>
                  <a:pt x="511769" y="2431099"/>
                  <a:pt x="441789" y="2291137"/>
                </a:cubicBezTo>
                <a:cubicBezTo>
                  <a:pt x="436946" y="2281451"/>
                  <a:pt x="436774" y="2269782"/>
                  <a:pt x="431515" y="2260315"/>
                </a:cubicBezTo>
                <a:cubicBezTo>
                  <a:pt x="419521" y="2238727"/>
                  <a:pt x="404117" y="2219218"/>
                  <a:pt x="390418" y="2198670"/>
                </a:cubicBezTo>
                <a:cubicBezTo>
                  <a:pt x="383569" y="2188396"/>
                  <a:pt x="375392" y="2178892"/>
                  <a:pt x="369870" y="2167848"/>
                </a:cubicBezTo>
                <a:cubicBezTo>
                  <a:pt x="341664" y="2111435"/>
                  <a:pt x="358512" y="2139004"/>
                  <a:pt x="318499" y="2085654"/>
                </a:cubicBezTo>
                <a:cubicBezTo>
                  <a:pt x="292129" y="1980174"/>
                  <a:pt x="327969" y="2110906"/>
                  <a:pt x="287677" y="2003461"/>
                </a:cubicBezTo>
                <a:cubicBezTo>
                  <a:pt x="259244" y="1927641"/>
                  <a:pt x="298494" y="1994002"/>
                  <a:pt x="256854" y="1931542"/>
                </a:cubicBezTo>
                <a:cubicBezTo>
                  <a:pt x="238495" y="1876464"/>
                  <a:pt x="252836" y="1923736"/>
                  <a:pt x="236306" y="1849349"/>
                </a:cubicBezTo>
                <a:cubicBezTo>
                  <a:pt x="233243" y="1835565"/>
                  <a:pt x="229095" y="1822036"/>
                  <a:pt x="226032" y="1808252"/>
                </a:cubicBezTo>
                <a:cubicBezTo>
                  <a:pt x="222244" y="1791205"/>
                  <a:pt x="220352" y="1773728"/>
                  <a:pt x="215757" y="1756881"/>
                </a:cubicBezTo>
                <a:cubicBezTo>
                  <a:pt x="210058" y="1735984"/>
                  <a:pt x="210525" y="1710552"/>
                  <a:pt x="195209" y="1695236"/>
                </a:cubicBezTo>
                <a:cubicBezTo>
                  <a:pt x="184935" y="1684962"/>
                  <a:pt x="173307" y="1675883"/>
                  <a:pt x="164387" y="1664414"/>
                </a:cubicBezTo>
                <a:cubicBezTo>
                  <a:pt x="149225" y="1644920"/>
                  <a:pt x="123290" y="1602769"/>
                  <a:pt x="123290" y="1602769"/>
                </a:cubicBezTo>
                <a:lnTo>
                  <a:pt x="102742" y="1541124"/>
                </a:lnTo>
                <a:cubicBezTo>
                  <a:pt x="99317" y="1530850"/>
                  <a:pt x="97311" y="1519988"/>
                  <a:pt x="92468" y="1510301"/>
                </a:cubicBezTo>
                <a:cubicBezTo>
                  <a:pt x="69112" y="1463589"/>
                  <a:pt x="53073" y="1441199"/>
                  <a:pt x="41097" y="1397286"/>
                </a:cubicBezTo>
                <a:cubicBezTo>
                  <a:pt x="33666" y="1370040"/>
                  <a:pt x="27399" y="1342490"/>
                  <a:pt x="20549" y="1315092"/>
                </a:cubicBezTo>
                <a:lnTo>
                  <a:pt x="10274" y="1273996"/>
                </a:lnTo>
                <a:lnTo>
                  <a:pt x="0" y="1232899"/>
                </a:lnTo>
                <a:cubicBezTo>
                  <a:pt x="3425" y="1113034"/>
                  <a:pt x="3971" y="993052"/>
                  <a:pt x="10274" y="873304"/>
                </a:cubicBezTo>
                <a:cubicBezTo>
                  <a:pt x="10843" y="862489"/>
                  <a:pt x="14541" y="851492"/>
                  <a:pt x="20549" y="842481"/>
                </a:cubicBezTo>
                <a:cubicBezTo>
                  <a:pt x="50974" y="796844"/>
                  <a:pt x="54486" y="823567"/>
                  <a:pt x="92468" y="780836"/>
                </a:cubicBezTo>
                <a:cubicBezTo>
                  <a:pt x="108875" y="762378"/>
                  <a:pt x="119865" y="739739"/>
                  <a:pt x="133564" y="719191"/>
                </a:cubicBezTo>
                <a:lnTo>
                  <a:pt x="154113" y="688369"/>
                </a:lnTo>
                <a:cubicBezTo>
                  <a:pt x="160962" y="667821"/>
                  <a:pt x="162646" y="644746"/>
                  <a:pt x="174661" y="626724"/>
                </a:cubicBezTo>
                <a:cubicBezTo>
                  <a:pt x="188360" y="606176"/>
                  <a:pt x="198294" y="582541"/>
                  <a:pt x="215757" y="565079"/>
                </a:cubicBezTo>
                <a:cubicBezTo>
                  <a:pt x="222607" y="558230"/>
                  <a:pt x="230255" y="552095"/>
                  <a:pt x="236306" y="544531"/>
                </a:cubicBezTo>
                <a:cubicBezTo>
                  <a:pt x="244020" y="534889"/>
                  <a:pt x="248723" y="523001"/>
                  <a:pt x="256854" y="513708"/>
                </a:cubicBezTo>
                <a:cubicBezTo>
                  <a:pt x="272801" y="495483"/>
                  <a:pt x="291101" y="479461"/>
                  <a:pt x="308225" y="462337"/>
                </a:cubicBezTo>
                <a:cubicBezTo>
                  <a:pt x="318499" y="452063"/>
                  <a:pt x="330987" y="443604"/>
                  <a:pt x="339047" y="431515"/>
                </a:cubicBezTo>
                <a:cubicBezTo>
                  <a:pt x="345897" y="421241"/>
                  <a:pt x="351392" y="409921"/>
                  <a:pt x="359596" y="400692"/>
                </a:cubicBezTo>
                <a:cubicBezTo>
                  <a:pt x="378902" y="378973"/>
                  <a:pt x="421241" y="339048"/>
                  <a:pt x="421241" y="339048"/>
                </a:cubicBezTo>
                <a:cubicBezTo>
                  <a:pt x="440890" y="280100"/>
                  <a:pt x="417444" y="335122"/>
                  <a:pt x="462337" y="277403"/>
                </a:cubicBezTo>
                <a:cubicBezTo>
                  <a:pt x="462356" y="277378"/>
                  <a:pt x="513699" y="200359"/>
                  <a:pt x="523982" y="184935"/>
                </a:cubicBezTo>
                <a:cubicBezTo>
                  <a:pt x="533313" y="170939"/>
                  <a:pt x="548816" y="143322"/>
                  <a:pt x="565079" y="133564"/>
                </a:cubicBezTo>
                <a:cubicBezTo>
                  <a:pt x="574365" y="127992"/>
                  <a:pt x="585627" y="126715"/>
                  <a:pt x="595901" y="123290"/>
                </a:cubicBezTo>
                <a:cubicBezTo>
                  <a:pt x="620243" y="98949"/>
                  <a:pt x="645927" y="75953"/>
                  <a:pt x="657546" y="41097"/>
                </a:cubicBezTo>
                <a:cubicBezTo>
                  <a:pt x="669352" y="5680"/>
                  <a:pt x="660162" y="17933"/>
                  <a:pt x="67809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6" name="Freeform 215">
            <a:extLst>
              <a:ext uri="{FF2B5EF4-FFF2-40B4-BE49-F238E27FC236}">
                <a16:creationId xmlns:a16="http://schemas.microsoft.com/office/drawing/2014/main" id="{5F990E77-56F1-0A06-C6B5-0432083E0089}"/>
              </a:ext>
            </a:extLst>
          </p:cNvPr>
          <p:cNvSpPr/>
          <p:nvPr/>
        </p:nvSpPr>
        <p:spPr>
          <a:xfrm>
            <a:off x="21006135" y="12803674"/>
            <a:ext cx="196241" cy="41701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7" name="Freeform 216">
            <a:extLst>
              <a:ext uri="{FF2B5EF4-FFF2-40B4-BE49-F238E27FC236}">
                <a16:creationId xmlns:a16="http://schemas.microsoft.com/office/drawing/2014/main" id="{07A7C29C-8501-AA6D-E09B-0AD3A50E9FD9}"/>
              </a:ext>
            </a:extLst>
          </p:cNvPr>
          <p:cNvSpPr/>
          <p:nvPr/>
        </p:nvSpPr>
        <p:spPr>
          <a:xfrm>
            <a:off x="18003030" y="13446782"/>
            <a:ext cx="2324758" cy="3688755"/>
          </a:xfrm>
          <a:custGeom>
            <a:avLst/>
            <a:gdLst>
              <a:gd name="connsiteX0" fmla="*/ 0 w 2505700"/>
              <a:gd name="connsiteY0" fmla="*/ 3966358 h 3966358"/>
              <a:gd name="connsiteX1" fmla="*/ 534389 w 2505700"/>
              <a:gd name="connsiteY1" fmla="*/ 3040083 h 3966358"/>
              <a:gd name="connsiteX2" fmla="*/ 831272 w 2505700"/>
              <a:gd name="connsiteY2" fmla="*/ 2481943 h 3966358"/>
              <a:gd name="connsiteX3" fmla="*/ 878774 w 2505700"/>
              <a:gd name="connsiteY3" fmla="*/ 2339439 h 3966358"/>
              <a:gd name="connsiteX4" fmla="*/ 1318161 w 2505700"/>
              <a:gd name="connsiteY4" fmla="*/ 1615044 h 3966358"/>
              <a:gd name="connsiteX5" fmla="*/ 1484415 w 2505700"/>
              <a:gd name="connsiteY5" fmla="*/ 1413163 h 3966358"/>
              <a:gd name="connsiteX6" fmla="*/ 1520041 w 2505700"/>
              <a:gd name="connsiteY6" fmla="*/ 1330036 h 3966358"/>
              <a:gd name="connsiteX7" fmla="*/ 1555667 w 2505700"/>
              <a:gd name="connsiteY7" fmla="*/ 1258784 h 3966358"/>
              <a:gd name="connsiteX8" fmla="*/ 1567542 w 2505700"/>
              <a:gd name="connsiteY8" fmla="*/ 1223158 h 3966358"/>
              <a:gd name="connsiteX9" fmla="*/ 1876301 w 2505700"/>
              <a:gd name="connsiteY9" fmla="*/ 712519 h 3966358"/>
              <a:gd name="connsiteX10" fmla="*/ 1911927 w 2505700"/>
              <a:gd name="connsiteY10" fmla="*/ 617517 h 3966358"/>
              <a:gd name="connsiteX11" fmla="*/ 1935677 w 2505700"/>
              <a:gd name="connsiteY11" fmla="*/ 581891 h 3966358"/>
              <a:gd name="connsiteX12" fmla="*/ 2066306 w 2505700"/>
              <a:gd name="connsiteY12" fmla="*/ 344384 h 3966358"/>
              <a:gd name="connsiteX13" fmla="*/ 2101932 w 2505700"/>
              <a:gd name="connsiteY13" fmla="*/ 320633 h 3966358"/>
              <a:gd name="connsiteX14" fmla="*/ 2375064 w 2505700"/>
              <a:gd name="connsiteY14" fmla="*/ 95002 h 3966358"/>
              <a:gd name="connsiteX15" fmla="*/ 2505693 w 2505700"/>
              <a:gd name="connsiteY15" fmla="*/ 0 h 396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05700" h="3966358">
                <a:moveTo>
                  <a:pt x="0" y="3966358"/>
                </a:moveTo>
                <a:cubicBezTo>
                  <a:pt x="178130" y="3657600"/>
                  <a:pt x="360223" y="3351094"/>
                  <a:pt x="534389" y="3040083"/>
                </a:cubicBezTo>
                <a:cubicBezTo>
                  <a:pt x="637352" y="2856221"/>
                  <a:pt x="764633" y="2681858"/>
                  <a:pt x="831272" y="2481943"/>
                </a:cubicBezTo>
                <a:cubicBezTo>
                  <a:pt x="847106" y="2434442"/>
                  <a:pt x="854255" y="2383095"/>
                  <a:pt x="878774" y="2339439"/>
                </a:cubicBezTo>
                <a:cubicBezTo>
                  <a:pt x="1017070" y="2093206"/>
                  <a:pt x="1138630" y="1833047"/>
                  <a:pt x="1318161" y="1615044"/>
                </a:cubicBezTo>
                <a:cubicBezTo>
                  <a:pt x="1373579" y="1547750"/>
                  <a:pt x="1434026" y="1484301"/>
                  <a:pt x="1484415" y="1413163"/>
                </a:cubicBezTo>
                <a:cubicBezTo>
                  <a:pt x="1501840" y="1388563"/>
                  <a:pt x="1507408" y="1357408"/>
                  <a:pt x="1520041" y="1330036"/>
                </a:cubicBezTo>
                <a:cubicBezTo>
                  <a:pt x="1531169" y="1305926"/>
                  <a:pt x="1544882" y="1283049"/>
                  <a:pt x="1555667" y="1258784"/>
                </a:cubicBezTo>
                <a:cubicBezTo>
                  <a:pt x="1560751" y="1247345"/>
                  <a:pt x="1561206" y="1233953"/>
                  <a:pt x="1567542" y="1223158"/>
                </a:cubicBezTo>
                <a:cubicBezTo>
                  <a:pt x="1668230" y="1051615"/>
                  <a:pt x="1806459" y="898763"/>
                  <a:pt x="1876301" y="712519"/>
                </a:cubicBezTo>
                <a:cubicBezTo>
                  <a:pt x="1888176" y="680852"/>
                  <a:pt x="1897932" y="648306"/>
                  <a:pt x="1911927" y="617517"/>
                </a:cubicBezTo>
                <a:cubicBezTo>
                  <a:pt x="1917833" y="604524"/>
                  <a:pt x="1928654" y="594316"/>
                  <a:pt x="1935677" y="581891"/>
                </a:cubicBezTo>
                <a:cubicBezTo>
                  <a:pt x="1980136" y="503233"/>
                  <a:pt x="2017798" y="420612"/>
                  <a:pt x="2066306" y="344384"/>
                </a:cubicBezTo>
                <a:cubicBezTo>
                  <a:pt x="2073969" y="332343"/>
                  <a:pt x="2090829" y="329601"/>
                  <a:pt x="2101932" y="320633"/>
                </a:cubicBezTo>
                <a:cubicBezTo>
                  <a:pt x="2193800" y="246432"/>
                  <a:pt x="2281257" y="166737"/>
                  <a:pt x="2375064" y="95002"/>
                </a:cubicBezTo>
                <a:cubicBezTo>
                  <a:pt x="2509032" y="-7444"/>
                  <a:pt x="2505693" y="64806"/>
                  <a:pt x="250569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CD561762-1455-039D-AD7A-2726DD77D024}"/>
              </a:ext>
            </a:extLst>
          </p:cNvPr>
          <p:cNvSpPr/>
          <p:nvPr/>
        </p:nvSpPr>
        <p:spPr>
          <a:xfrm>
            <a:off x="19577788" y="13464645"/>
            <a:ext cx="979089" cy="3660258"/>
          </a:xfrm>
          <a:custGeom>
            <a:avLst/>
            <a:gdLst>
              <a:gd name="connsiteX0" fmla="*/ 902524 w 1092734"/>
              <a:gd name="connsiteY0" fmla="*/ 4085112 h 4085112"/>
              <a:gd name="connsiteX1" fmla="*/ 819397 w 1092734"/>
              <a:gd name="connsiteY1" fmla="*/ 3942608 h 4085112"/>
              <a:gd name="connsiteX2" fmla="*/ 783771 w 1092734"/>
              <a:gd name="connsiteY2" fmla="*/ 3835730 h 4085112"/>
              <a:gd name="connsiteX3" fmla="*/ 760020 w 1092734"/>
              <a:gd name="connsiteY3" fmla="*/ 3776353 h 4085112"/>
              <a:gd name="connsiteX4" fmla="*/ 736270 w 1092734"/>
              <a:gd name="connsiteY4" fmla="*/ 3693226 h 4085112"/>
              <a:gd name="connsiteX5" fmla="*/ 712519 w 1092734"/>
              <a:gd name="connsiteY5" fmla="*/ 3562597 h 4085112"/>
              <a:gd name="connsiteX6" fmla="*/ 676893 w 1092734"/>
              <a:gd name="connsiteY6" fmla="*/ 3479470 h 4085112"/>
              <a:gd name="connsiteX7" fmla="*/ 653142 w 1092734"/>
              <a:gd name="connsiteY7" fmla="*/ 3408218 h 4085112"/>
              <a:gd name="connsiteX8" fmla="*/ 570015 w 1092734"/>
              <a:gd name="connsiteY8" fmla="*/ 3289465 h 4085112"/>
              <a:gd name="connsiteX9" fmla="*/ 522514 w 1092734"/>
              <a:gd name="connsiteY9" fmla="*/ 3218213 h 4085112"/>
              <a:gd name="connsiteX10" fmla="*/ 498763 w 1092734"/>
              <a:gd name="connsiteY10" fmla="*/ 3182587 h 4085112"/>
              <a:gd name="connsiteX11" fmla="*/ 475013 w 1092734"/>
              <a:gd name="connsiteY11" fmla="*/ 3135086 h 4085112"/>
              <a:gd name="connsiteX12" fmla="*/ 463137 w 1092734"/>
              <a:gd name="connsiteY12" fmla="*/ 3099460 h 4085112"/>
              <a:gd name="connsiteX13" fmla="*/ 403761 w 1092734"/>
              <a:gd name="connsiteY13" fmla="*/ 3028208 h 4085112"/>
              <a:gd name="connsiteX14" fmla="*/ 332509 w 1092734"/>
              <a:gd name="connsiteY14" fmla="*/ 2921330 h 4085112"/>
              <a:gd name="connsiteX15" fmla="*/ 308758 w 1092734"/>
              <a:gd name="connsiteY15" fmla="*/ 2885704 h 4085112"/>
              <a:gd name="connsiteX16" fmla="*/ 285007 w 1092734"/>
              <a:gd name="connsiteY16" fmla="*/ 2850078 h 4085112"/>
              <a:gd name="connsiteX17" fmla="*/ 261257 w 1092734"/>
              <a:gd name="connsiteY17" fmla="*/ 2766951 h 4085112"/>
              <a:gd name="connsiteX18" fmla="*/ 237506 w 1092734"/>
              <a:gd name="connsiteY18" fmla="*/ 2695699 h 4085112"/>
              <a:gd name="connsiteX19" fmla="*/ 178129 w 1092734"/>
              <a:gd name="connsiteY19" fmla="*/ 2624447 h 4085112"/>
              <a:gd name="connsiteX20" fmla="*/ 95002 w 1092734"/>
              <a:gd name="connsiteY20" fmla="*/ 2517569 h 4085112"/>
              <a:gd name="connsiteX21" fmla="*/ 83127 w 1092734"/>
              <a:gd name="connsiteY21" fmla="*/ 2481943 h 4085112"/>
              <a:gd name="connsiteX22" fmla="*/ 35626 w 1092734"/>
              <a:gd name="connsiteY22" fmla="*/ 2410691 h 4085112"/>
              <a:gd name="connsiteX23" fmla="*/ 0 w 1092734"/>
              <a:gd name="connsiteY23" fmla="*/ 2339439 h 4085112"/>
              <a:gd name="connsiteX24" fmla="*/ 35626 w 1092734"/>
              <a:gd name="connsiteY24" fmla="*/ 2161309 h 4085112"/>
              <a:gd name="connsiteX25" fmla="*/ 59376 w 1092734"/>
              <a:gd name="connsiteY25" fmla="*/ 2125683 h 4085112"/>
              <a:gd name="connsiteX26" fmla="*/ 83127 w 1092734"/>
              <a:gd name="connsiteY26" fmla="*/ 2054431 h 4085112"/>
              <a:gd name="connsiteX27" fmla="*/ 106877 w 1092734"/>
              <a:gd name="connsiteY27" fmla="*/ 1983179 h 4085112"/>
              <a:gd name="connsiteX28" fmla="*/ 118753 w 1092734"/>
              <a:gd name="connsiteY28" fmla="*/ 1947553 h 4085112"/>
              <a:gd name="connsiteX29" fmla="*/ 190005 w 1092734"/>
              <a:gd name="connsiteY29" fmla="*/ 1828800 h 4085112"/>
              <a:gd name="connsiteX30" fmla="*/ 225631 w 1092734"/>
              <a:gd name="connsiteY30" fmla="*/ 1793174 h 4085112"/>
              <a:gd name="connsiteX31" fmla="*/ 249381 w 1092734"/>
              <a:gd name="connsiteY31" fmla="*/ 1745673 h 4085112"/>
              <a:gd name="connsiteX32" fmla="*/ 296883 w 1092734"/>
              <a:gd name="connsiteY32" fmla="*/ 1674421 h 4085112"/>
              <a:gd name="connsiteX33" fmla="*/ 320633 w 1092734"/>
              <a:gd name="connsiteY33" fmla="*/ 1638795 h 4085112"/>
              <a:gd name="connsiteX34" fmla="*/ 344384 w 1092734"/>
              <a:gd name="connsiteY34" fmla="*/ 1603169 h 4085112"/>
              <a:gd name="connsiteX35" fmla="*/ 368135 w 1092734"/>
              <a:gd name="connsiteY35" fmla="*/ 1567543 h 4085112"/>
              <a:gd name="connsiteX36" fmla="*/ 403761 w 1092734"/>
              <a:gd name="connsiteY36" fmla="*/ 1484416 h 4085112"/>
              <a:gd name="connsiteX37" fmla="*/ 427511 w 1092734"/>
              <a:gd name="connsiteY37" fmla="*/ 1448790 h 4085112"/>
              <a:gd name="connsiteX38" fmla="*/ 451262 w 1092734"/>
              <a:gd name="connsiteY38" fmla="*/ 1377538 h 4085112"/>
              <a:gd name="connsiteX39" fmla="*/ 486888 w 1092734"/>
              <a:gd name="connsiteY39" fmla="*/ 1389413 h 4085112"/>
              <a:gd name="connsiteX40" fmla="*/ 522514 w 1092734"/>
              <a:gd name="connsiteY40" fmla="*/ 1353787 h 4085112"/>
              <a:gd name="connsiteX41" fmla="*/ 617516 w 1092734"/>
              <a:gd name="connsiteY41" fmla="*/ 1294410 h 4085112"/>
              <a:gd name="connsiteX42" fmla="*/ 653142 w 1092734"/>
              <a:gd name="connsiteY42" fmla="*/ 1258785 h 4085112"/>
              <a:gd name="connsiteX43" fmla="*/ 724394 w 1092734"/>
              <a:gd name="connsiteY43" fmla="*/ 1211283 h 4085112"/>
              <a:gd name="connsiteX44" fmla="*/ 760020 w 1092734"/>
              <a:gd name="connsiteY44" fmla="*/ 1187533 h 4085112"/>
              <a:gd name="connsiteX45" fmla="*/ 807522 w 1092734"/>
              <a:gd name="connsiteY45" fmla="*/ 1080655 h 4085112"/>
              <a:gd name="connsiteX46" fmla="*/ 819397 w 1092734"/>
              <a:gd name="connsiteY46" fmla="*/ 1045029 h 4085112"/>
              <a:gd name="connsiteX47" fmla="*/ 843148 w 1092734"/>
              <a:gd name="connsiteY47" fmla="*/ 902525 h 4085112"/>
              <a:gd name="connsiteX48" fmla="*/ 866898 w 1092734"/>
              <a:gd name="connsiteY48" fmla="*/ 831273 h 4085112"/>
              <a:gd name="connsiteX49" fmla="*/ 878774 w 1092734"/>
              <a:gd name="connsiteY49" fmla="*/ 795647 h 4085112"/>
              <a:gd name="connsiteX50" fmla="*/ 902524 w 1092734"/>
              <a:gd name="connsiteY50" fmla="*/ 712520 h 4085112"/>
              <a:gd name="connsiteX51" fmla="*/ 950026 w 1092734"/>
              <a:gd name="connsiteY51" fmla="*/ 641268 h 4085112"/>
              <a:gd name="connsiteX52" fmla="*/ 973776 w 1092734"/>
              <a:gd name="connsiteY52" fmla="*/ 605642 h 4085112"/>
              <a:gd name="connsiteX53" fmla="*/ 1009402 w 1092734"/>
              <a:gd name="connsiteY53" fmla="*/ 534390 h 4085112"/>
              <a:gd name="connsiteX54" fmla="*/ 1045028 w 1092734"/>
              <a:gd name="connsiteY54" fmla="*/ 510639 h 4085112"/>
              <a:gd name="connsiteX55" fmla="*/ 1080654 w 1092734"/>
              <a:gd name="connsiteY55" fmla="*/ 498764 h 4085112"/>
              <a:gd name="connsiteX56" fmla="*/ 1080654 w 1092734"/>
              <a:gd name="connsiteY56" fmla="*/ 415636 h 4085112"/>
              <a:gd name="connsiteX57" fmla="*/ 1068779 w 1092734"/>
              <a:gd name="connsiteY57" fmla="*/ 380010 h 4085112"/>
              <a:gd name="connsiteX58" fmla="*/ 1033153 w 1092734"/>
              <a:gd name="connsiteY58" fmla="*/ 356260 h 4085112"/>
              <a:gd name="connsiteX59" fmla="*/ 950026 w 1092734"/>
              <a:gd name="connsiteY59" fmla="*/ 261257 h 4085112"/>
              <a:gd name="connsiteX60" fmla="*/ 902524 w 1092734"/>
              <a:gd name="connsiteY60" fmla="*/ 190005 h 4085112"/>
              <a:gd name="connsiteX61" fmla="*/ 878774 w 1092734"/>
              <a:gd name="connsiteY61" fmla="*/ 118753 h 4085112"/>
              <a:gd name="connsiteX62" fmla="*/ 866898 w 1092734"/>
              <a:gd name="connsiteY62" fmla="*/ 83127 h 4085112"/>
              <a:gd name="connsiteX63" fmla="*/ 843148 w 1092734"/>
              <a:gd name="connsiteY63" fmla="*/ 47501 h 4085112"/>
              <a:gd name="connsiteX64" fmla="*/ 807522 w 1092734"/>
              <a:gd name="connsiteY64" fmla="*/ 0 h 4085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092734" h="4085112">
                <a:moveTo>
                  <a:pt x="902524" y="4085112"/>
                </a:moveTo>
                <a:cubicBezTo>
                  <a:pt x="884970" y="4057025"/>
                  <a:pt x="835576" y="3984673"/>
                  <a:pt x="819397" y="3942608"/>
                </a:cubicBezTo>
                <a:cubicBezTo>
                  <a:pt x="805916" y="3907558"/>
                  <a:pt x="797718" y="3870597"/>
                  <a:pt x="783771" y="3835730"/>
                </a:cubicBezTo>
                <a:cubicBezTo>
                  <a:pt x="775854" y="3815938"/>
                  <a:pt x="767505" y="3796313"/>
                  <a:pt x="760020" y="3776353"/>
                </a:cubicBezTo>
                <a:cubicBezTo>
                  <a:pt x="750319" y="3750483"/>
                  <a:pt x="741617" y="3719962"/>
                  <a:pt x="736270" y="3693226"/>
                </a:cubicBezTo>
                <a:cubicBezTo>
                  <a:pt x="725686" y="3640309"/>
                  <a:pt x="725251" y="3613526"/>
                  <a:pt x="712519" y="3562597"/>
                </a:cubicBezTo>
                <a:cubicBezTo>
                  <a:pt x="699778" y="3511633"/>
                  <a:pt x="699549" y="3536110"/>
                  <a:pt x="676893" y="3479470"/>
                </a:cubicBezTo>
                <a:cubicBezTo>
                  <a:pt x="667595" y="3456225"/>
                  <a:pt x="667499" y="3428728"/>
                  <a:pt x="653142" y="3408218"/>
                </a:cubicBezTo>
                <a:lnTo>
                  <a:pt x="570015" y="3289465"/>
                </a:lnTo>
                <a:cubicBezTo>
                  <a:pt x="553767" y="3265996"/>
                  <a:pt x="538348" y="3241964"/>
                  <a:pt x="522514" y="3218213"/>
                </a:cubicBezTo>
                <a:cubicBezTo>
                  <a:pt x="514597" y="3206338"/>
                  <a:pt x="505146" y="3195353"/>
                  <a:pt x="498763" y="3182587"/>
                </a:cubicBezTo>
                <a:cubicBezTo>
                  <a:pt x="490846" y="3166753"/>
                  <a:pt x="481986" y="3151357"/>
                  <a:pt x="475013" y="3135086"/>
                </a:cubicBezTo>
                <a:cubicBezTo>
                  <a:pt x="470082" y="3123580"/>
                  <a:pt x="468735" y="3110656"/>
                  <a:pt x="463137" y="3099460"/>
                </a:cubicBezTo>
                <a:cubicBezTo>
                  <a:pt x="437675" y="3048536"/>
                  <a:pt x="440532" y="3075485"/>
                  <a:pt x="403761" y="3028208"/>
                </a:cubicBezTo>
                <a:cubicBezTo>
                  <a:pt x="403741" y="3028183"/>
                  <a:pt x="344393" y="2939157"/>
                  <a:pt x="332509" y="2921330"/>
                </a:cubicBezTo>
                <a:lnTo>
                  <a:pt x="308758" y="2885704"/>
                </a:lnTo>
                <a:lnTo>
                  <a:pt x="285007" y="2850078"/>
                </a:lnTo>
                <a:cubicBezTo>
                  <a:pt x="245089" y="2730320"/>
                  <a:pt x="306002" y="2916102"/>
                  <a:pt x="261257" y="2766951"/>
                </a:cubicBezTo>
                <a:cubicBezTo>
                  <a:pt x="254063" y="2742971"/>
                  <a:pt x="251393" y="2716530"/>
                  <a:pt x="237506" y="2695699"/>
                </a:cubicBezTo>
                <a:cubicBezTo>
                  <a:pt x="152628" y="2568383"/>
                  <a:pt x="284813" y="2761613"/>
                  <a:pt x="178129" y="2624447"/>
                </a:cubicBezTo>
                <a:cubicBezTo>
                  <a:pt x="78699" y="2496608"/>
                  <a:pt x="175883" y="2598450"/>
                  <a:pt x="95002" y="2517569"/>
                </a:cubicBezTo>
                <a:cubicBezTo>
                  <a:pt x="91044" y="2505694"/>
                  <a:pt x="89206" y="2492885"/>
                  <a:pt x="83127" y="2481943"/>
                </a:cubicBezTo>
                <a:cubicBezTo>
                  <a:pt x="69265" y="2456990"/>
                  <a:pt x="44653" y="2437771"/>
                  <a:pt x="35626" y="2410691"/>
                </a:cubicBezTo>
                <a:cubicBezTo>
                  <a:pt x="19236" y="2361525"/>
                  <a:pt x="30693" y="2385481"/>
                  <a:pt x="0" y="2339439"/>
                </a:cubicBezTo>
                <a:cubicBezTo>
                  <a:pt x="4593" y="2298098"/>
                  <a:pt x="7556" y="2203415"/>
                  <a:pt x="35626" y="2161309"/>
                </a:cubicBezTo>
                <a:cubicBezTo>
                  <a:pt x="43543" y="2149434"/>
                  <a:pt x="53580" y="2138725"/>
                  <a:pt x="59376" y="2125683"/>
                </a:cubicBezTo>
                <a:cubicBezTo>
                  <a:pt x="69544" y="2102805"/>
                  <a:pt x="75210" y="2078182"/>
                  <a:pt x="83127" y="2054431"/>
                </a:cubicBezTo>
                <a:lnTo>
                  <a:pt x="106877" y="1983179"/>
                </a:lnTo>
                <a:cubicBezTo>
                  <a:pt x="110836" y="1971304"/>
                  <a:pt x="113155" y="1958749"/>
                  <a:pt x="118753" y="1947553"/>
                </a:cubicBezTo>
                <a:cubicBezTo>
                  <a:pt x="137496" y="1910067"/>
                  <a:pt x="161342" y="1857463"/>
                  <a:pt x="190005" y="1828800"/>
                </a:cubicBezTo>
                <a:lnTo>
                  <a:pt x="225631" y="1793174"/>
                </a:lnTo>
                <a:cubicBezTo>
                  <a:pt x="233548" y="1777340"/>
                  <a:pt x="240273" y="1760853"/>
                  <a:pt x="249381" y="1745673"/>
                </a:cubicBezTo>
                <a:cubicBezTo>
                  <a:pt x="264067" y="1721196"/>
                  <a:pt x="281049" y="1698172"/>
                  <a:pt x="296883" y="1674421"/>
                </a:cubicBezTo>
                <a:lnTo>
                  <a:pt x="320633" y="1638795"/>
                </a:lnTo>
                <a:lnTo>
                  <a:pt x="344384" y="1603169"/>
                </a:lnTo>
                <a:lnTo>
                  <a:pt x="368135" y="1567543"/>
                </a:lnTo>
                <a:cubicBezTo>
                  <a:pt x="381458" y="1527572"/>
                  <a:pt x="380280" y="1525508"/>
                  <a:pt x="403761" y="1484416"/>
                </a:cubicBezTo>
                <a:cubicBezTo>
                  <a:pt x="410842" y="1472024"/>
                  <a:pt x="421715" y="1461832"/>
                  <a:pt x="427511" y="1448790"/>
                </a:cubicBezTo>
                <a:cubicBezTo>
                  <a:pt x="437679" y="1425912"/>
                  <a:pt x="451262" y="1377538"/>
                  <a:pt x="451262" y="1377538"/>
                </a:cubicBezTo>
                <a:cubicBezTo>
                  <a:pt x="463137" y="1381496"/>
                  <a:pt x="475013" y="1393371"/>
                  <a:pt x="486888" y="1389413"/>
                </a:cubicBezTo>
                <a:cubicBezTo>
                  <a:pt x="502820" y="1384102"/>
                  <a:pt x="509763" y="1364717"/>
                  <a:pt x="522514" y="1353787"/>
                </a:cubicBezTo>
                <a:cubicBezTo>
                  <a:pt x="647268" y="1246854"/>
                  <a:pt x="495882" y="1381291"/>
                  <a:pt x="617516" y="1294410"/>
                </a:cubicBezTo>
                <a:cubicBezTo>
                  <a:pt x="631182" y="1284649"/>
                  <a:pt x="639886" y="1269096"/>
                  <a:pt x="653142" y="1258785"/>
                </a:cubicBezTo>
                <a:cubicBezTo>
                  <a:pt x="675674" y="1241260"/>
                  <a:pt x="700643" y="1227117"/>
                  <a:pt x="724394" y="1211283"/>
                </a:cubicBezTo>
                <a:lnTo>
                  <a:pt x="760020" y="1187533"/>
                </a:lnTo>
                <a:cubicBezTo>
                  <a:pt x="797658" y="1131077"/>
                  <a:pt x="779258" y="1165446"/>
                  <a:pt x="807522" y="1080655"/>
                </a:cubicBezTo>
                <a:lnTo>
                  <a:pt x="819397" y="1045029"/>
                </a:lnTo>
                <a:cubicBezTo>
                  <a:pt x="824496" y="1009331"/>
                  <a:pt x="832726" y="940738"/>
                  <a:pt x="843148" y="902525"/>
                </a:cubicBezTo>
                <a:cubicBezTo>
                  <a:pt x="849735" y="878372"/>
                  <a:pt x="858981" y="855024"/>
                  <a:pt x="866898" y="831273"/>
                </a:cubicBezTo>
                <a:cubicBezTo>
                  <a:pt x="870856" y="819398"/>
                  <a:pt x="875738" y="807791"/>
                  <a:pt x="878774" y="795647"/>
                </a:cubicBezTo>
                <a:cubicBezTo>
                  <a:pt x="881569" y="784468"/>
                  <a:pt x="894781" y="726458"/>
                  <a:pt x="902524" y="712520"/>
                </a:cubicBezTo>
                <a:cubicBezTo>
                  <a:pt x="916387" y="687567"/>
                  <a:pt x="934192" y="665019"/>
                  <a:pt x="950026" y="641268"/>
                </a:cubicBezTo>
                <a:cubicBezTo>
                  <a:pt x="957943" y="629393"/>
                  <a:pt x="969262" y="619182"/>
                  <a:pt x="973776" y="605642"/>
                </a:cubicBezTo>
                <a:cubicBezTo>
                  <a:pt x="983434" y="576668"/>
                  <a:pt x="986383" y="557409"/>
                  <a:pt x="1009402" y="534390"/>
                </a:cubicBezTo>
                <a:cubicBezTo>
                  <a:pt x="1019494" y="524298"/>
                  <a:pt x="1032262" y="517022"/>
                  <a:pt x="1045028" y="510639"/>
                </a:cubicBezTo>
                <a:cubicBezTo>
                  <a:pt x="1056224" y="505041"/>
                  <a:pt x="1068779" y="502722"/>
                  <a:pt x="1080654" y="498764"/>
                </a:cubicBezTo>
                <a:cubicBezTo>
                  <a:pt x="1096810" y="450294"/>
                  <a:pt x="1096712" y="471841"/>
                  <a:pt x="1080654" y="415636"/>
                </a:cubicBezTo>
                <a:cubicBezTo>
                  <a:pt x="1077215" y="403600"/>
                  <a:pt x="1076599" y="389785"/>
                  <a:pt x="1068779" y="380010"/>
                </a:cubicBezTo>
                <a:cubicBezTo>
                  <a:pt x="1059863" y="368865"/>
                  <a:pt x="1045028" y="364177"/>
                  <a:pt x="1033153" y="356260"/>
                </a:cubicBezTo>
                <a:cubicBezTo>
                  <a:pt x="977735" y="273133"/>
                  <a:pt x="1009403" y="300842"/>
                  <a:pt x="950026" y="261257"/>
                </a:cubicBezTo>
                <a:cubicBezTo>
                  <a:pt x="934192" y="237506"/>
                  <a:pt x="911550" y="217085"/>
                  <a:pt x="902524" y="190005"/>
                </a:cubicBezTo>
                <a:lnTo>
                  <a:pt x="878774" y="118753"/>
                </a:lnTo>
                <a:cubicBezTo>
                  <a:pt x="874816" y="106878"/>
                  <a:pt x="873841" y="93543"/>
                  <a:pt x="866898" y="83127"/>
                </a:cubicBezTo>
                <a:cubicBezTo>
                  <a:pt x="858981" y="71252"/>
                  <a:pt x="849531" y="60266"/>
                  <a:pt x="843148" y="47501"/>
                </a:cubicBezTo>
                <a:cubicBezTo>
                  <a:pt x="818691" y="-1413"/>
                  <a:pt x="849385" y="20931"/>
                  <a:pt x="8075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15DC029-C3FF-59E9-03A0-34098FC818A1}"/>
                  </a:ext>
                </a:extLst>
              </p:cNvPr>
              <p:cNvSpPr txBox="1"/>
              <p:nvPr/>
            </p:nvSpPr>
            <p:spPr>
              <a:xfrm>
                <a:off x="17094737" y="11812812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515DC029-C3FF-59E9-03A0-34098FC81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94737" y="11812812"/>
                <a:ext cx="896111" cy="588751"/>
              </a:xfrm>
              <a:prstGeom prst="rect">
                <a:avLst/>
              </a:prstGeom>
              <a:blipFill>
                <a:blip r:embed="rId114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6" name="Oval 225">
            <a:extLst>
              <a:ext uri="{FF2B5EF4-FFF2-40B4-BE49-F238E27FC236}">
                <a16:creationId xmlns:a16="http://schemas.microsoft.com/office/drawing/2014/main" id="{AC801955-DDA0-625B-3782-E0561920B84A}"/>
              </a:ext>
            </a:extLst>
          </p:cNvPr>
          <p:cNvSpPr/>
          <p:nvPr/>
        </p:nvSpPr>
        <p:spPr>
          <a:xfrm>
            <a:off x="27710123" y="1345122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AA98FB2D-CA9B-ADD9-E0BF-331068D5D625}"/>
              </a:ext>
            </a:extLst>
          </p:cNvPr>
          <p:cNvSpPr/>
          <p:nvPr/>
        </p:nvSpPr>
        <p:spPr>
          <a:xfrm>
            <a:off x="28440743" y="12866632"/>
            <a:ext cx="2223497" cy="4313651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CCB28171-32E0-0537-4CC1-EC55C9FF20B2}"/>
              </a:ext>
            </a:extLst>
          </p:cNvPr>
          <p:cNvSpPr/>
          <p:nvPr/>
        </p:nvSpPr>
        <p:spPr>
          <a:xfrm>
            <a:off x="28369412" y="1276225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43906A8F-47A0-47FF-509D-7680C332864A}"/>
              </a:ext>
            </a:extLst>
          </p:cNvPr>
          <p:cNvCxnSpPr>
            <a:cxnSpLocks/>
          </p:cNvCxnSpPr>
          <p:nvPr/>
        </p:nvCxnSpPr>
        <p:spPr>
          <a:xfrm>
            <a:off x="28176541" y="13225125"/>
            <a:ext cx="0" cy="73538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D2085AF3-8D1F-E6E3-E9AD-D9A2BF655324}"/>
              </a:ext>
            </a:extLst>
          </p:cNvPr>
          <p:cNvCxnSpPr>
            <a:cxnSpLocks/>
          </p:cNvCxnSpPr>
          <p:nvPr/>
        </p:nvCxnSpPr>
        <p:spPr>
          <a:xfrm>
            <a:off x="27795741" y="13570213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81892E9-40FE-1C47-4ED4-01B895067DCF}"/>
                  </a:ext>
                </a:extLst>
              </p:cNvPr>
              <p:cNvSpPr txBox="1"/>
              <p:nvPr/>
            </p:nvSpPr>
            <p:spPr>
              <a:xfrm>
                <a:off x="27384090" y="13533748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81892E9-40FE-1C47-4ED4-01B895067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4090" y="13533748"/>
                <a:ext cx="568909" cy="478464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3418A0C-899D-AB1D-D14F-BF62F629764F}"/>
                  </a:ext>
                </a:extLst>
              </p:cNvPr>
              <p:cNvSpPr txBox="1"/>
              <p:nvPr/>
            </p:nvSpPr>
            <p:spPr>
              <a:xfrm>
                <a:off x="27606076" y="13340887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3418A0C-899D-AB1D-D14F-BF62F6297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6076" y="13340887"/>
                <a:ext cx="896111" cy="478464"/>
              </a:xfrm>
              <a:prstGeom prst="rect">
                <a:avLst/>
              </a:prstGeom>
              <a:blipFill>
                <a:blip r:embed="rId11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59CC2260-8ACA-09E0-96DA-7237DA8D66A4}"/>
                  </a:ext>
                </a:extLst>
              </p:cNvPr>
              <p:cNvSpPr txBox="1"/>
              <p:nvPr/>
            </p:nvSpPr>
            <p:spPr>
              <a:xfrm>
                <a:off x="27575374" y="12744334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59CC2260-8ACA-09E0-96DA-7237DA8D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5374" y="12744334"/>
                <a:ext cx="896111" cy="478464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8BBE25E-972C-E8BA-DA5C-2910FE14CFA7}"/>
                  </a:ext>
                </a:extLst>
              </p:cNvPr>
              <p:cNvSpPr txBox="1"/>
              <p:nvPr/>
            </p:nvSpPr>
            <p:spPr>
              <a:xfrm>
                <a:off x="25801116" y="17459245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8BBE25E-972C-E8BA-DA5C-2910FE14C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1116" y="17459245"/>
                <a:ext cx="4799945" cy="533544"/>
              </a:xfrm>
              <a:prstGeom prst="rect">
                <a:avLst/>
              </a:prstGeom>
              <a:blipFill>
                <a:blip r:embed="rId118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Oval 243">
            <a:extLst>
              <a:ext uri="{FF2B5EF4-FFF2-40B4-BE49-F238E27FC236}">
                <a16:creationId xmlns:a16="http://schemas.microsoft.com/office/drawing/2014/main" id="{01210EF5-3F32-93CA-72B7-9C10F1C63B7E}"/>
              </a:ext>
            </a:extLst>
          </p:cNvPr>
          <p:cNvSpPr/>
          <p:nvPr/>
        </p:nvSpPr>
        <p:spPr>
          <a:xfrm>
            <a:off x="28109000" y="1315766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36500499-DBFF-2294-0860-4E84E23B23B8}"/>
              </a:ext>
            </a:extLst>
          </p:cNvPr>
          <p:cNvSpPr/>
          <p:nvPr/>
        </p:nvSpPr>
        <p:spPr>
          <a:xfrm>
            <a:off x="25470990" y="13518685"/>
            <a:ext cx="2324758" cy="3688755"/>
          </a:xfrm>
          <a:custGeom>
            <a:avLst/>
            <a:gdLst>
              <a:gd name="connsiteX0" fmla="*/ 0 w 2505700"/>
              <a:gd name="connsiteY0" fmla="*/ 3966358 h 3966358"/>
              <a:gd name="connsiteX1" fmla="*/ 534389 w 2505700"/>
              <a:gd name="connsiteY1" fmla="*/ 3040083 h 3966358"/>
              <a:gd name="connsiteX2" fmla="*/ 831272 w 2505700"/>
              <a:gd name="connsiteY2" fmla="*/ 2481943 h 3966358"/>
              <a:gd name="connsiteX3" fmla="*/ 878774 w 2505700"/>
              <a:gd name="connsiteY3" fmla="*/ 2339439 h 3966358"/>
              <a:gd name="connsiteX4" fmla="*/ 1318161 w 2505700"/>
              <a:gd name="connsiteY4" fmla="*/ 1615044 h 3966358"/>
              <a:gd name="connsiteX5" fmla="*/ 1484415 w 2505700"/>
              <a:gd name="connsiteY5" fmla="*/ 1413163 h 3966358"/>
              <a:gd name="connsiteX6" fmla="*/ 1520041 w 2505700"/>
              <a:gd name="connsiteY6" fmla="*/ 1330036 h 3966358"/>
              <a:gd name="connsiteX7" fmla="*/ 1555667 w 2505700"/>
              <a:gd name="connsiteY7" fmla="*/ 1258784 h 3966358"/>
              <a:gd name="connsiteX8" fmla="*/ 1567542 w 2505700"/>
              <a:gd name="connsiteY8" fmla="*/ 1223158 h 3966358"/>
              <a:gd name="connsiteX9" fmla="*/ 1876301 w 2505700"/>
              <a:gd name="connsiteY9" fmla="*/ 712519 h 3966358"/>
              <a:gd name="connsiteX10" fmla="*/ 1911927 w 2505700"/>
              <a:gd name="connsiteY10" fmla="*/ 617517 h 3966358"/>
              <a:gd name="connsiteX11" fmla="*/ 1935677 w 2505700"/>
              <a:gd name="connsiteY11" fmla="*/ 581891 h 3966358"/>
              <a:gd name="connsiteX12" fmla="*/ 2066306 w 2505700"/>
              <a:gd name="connsiteY12" fmla="*/ 344384 h 3966358"/>
              <a:gd name="connsiteX13" fmla="*/ 2101932 w 2505700"/>
              <a:gd name="connsiteY13" fmla="*/ 320633 h 3966358"/>
              <a:gd name="connsiteX14" fmla="*/ 2375064 w 2505700"/>
              <a:gd name="connsiteY14" fmla="*/ 95002 h 3966358"/>
              <a:gd name="connsiteX15" fmla="*/ 2505693 w 2505700"/>
              <a:gd name="connsiteY15" fmla="*/ 0 h 396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05700" h="3966358">
                <a:moveTo>
                  <a:pt x="0" y="3966358"/>
                </a:moveTo>
                <a:cubicBezTo>
                  <a:pt x="178130" y="3657600"/>
                  <a:pt x="360223" y="3351094"/>
                  <a:pt x="534389" y="3040083"/>
                </a:cubicBezTo>
                <a:cubicBezTo>
                  <a:pt x="637352" y="2856221"/>
                  <a:pt x="764633" y="2681858"/>
                  <a:pt x="831272" y="2481943"/>
                </a:cubicBezTo>
                <a:cubicBezTo>
                  <a:pt x="847106" y="2434442"/>
                  <a:pt x="854255" y="2383095"/>
                  <a:pt x="878774" y="2339439"/>
                </a:cubicBezTo>
                <a:cubicBezTo>
                  <a:pt x="1017070" y="2093206"/>
                  <a:pt x="1138630" y="1833047"/>
                  <a:pt x="1318161" y="1615044"/>
                </a:cubicBezTo>
                <a:cubicBezTo>
                  <a:pt x="1373579" y="1547750"/>
                  <a:pt x="1434026" y="1484301"/>
                  <a:pt x="1484415" y="1413163"/>
                </a:cubicBezTo>
                <a:cubicBezTo>
                  <a:pt x="1501840" y="1388563"/>
                  <a:pt x="1507408" y="1357408"/>
                  <a:pt x="1520041" y="1330036"/>
                </a:cubicBezTo>
                <a:cubicBezTo>
                  <a:pt x="1531169" y="1305926"/>
                  <a:pt x="1544882" y="1283049"/>
                  <a:pt x="1555667" y="1258784"/>
                </a:cubicBezTo>
                <a:cubicBezTo>
                  <a:pt x="1560751" y="1247345"/>
                  <a:pt x="1561206" y="1233953"/>
                  <a:pt x="1567542" y="1223158"/>
                </a:cubicBezTo>
                <a:cubicBezTo>
                  <a:pt x="1668230" y="1051615"/>
                  <a:pt x="1806459" y="898763"/>
                  <a:pt x="1876301" y="712519"/>
                </a:cubicBezTo>
                <a:cubicBezTo>
                  <a:pt x="1888176" y="680852"/>
                  <a:pt x="1897932" y="648306"/>
                  <a:pt x="1911927" y="617517"/>
                </a:cubicBezTo>
                <a:cubicBezTo>
                  <a:pt x="1917833" y="604524"/>
                  <a:pt x="1928654" y="594316"/>
                  <a:pt x="1935677" y="581891"/>
                </a:cubicBezTo>
                <a:cubicBezTo>
                  <a:pt x="1980136" y="503233"/>
                  <a:pt x="2017798" y="420612"/>
                  <a:pt x="2066306" y="344384"/>
                </a:cubicBezTo>
                <a:cubicBezTo>
                  <a:pt x="2073969" y="332343"/>
                  <a:pt x="2090829" y="329601"/>
                  <a:pt x="2101932" y="320633"/>
                </a:cubicBezTo>
                <a:cubicBezTo>
                  <a:pt x="2193800" y="246432"/>
                  <a:pt x="2281257" y="166737"/>
                  <a:pt x="2375064" y="95002"/>
                </a:cubicBezTo>
                <a:cubicBezTo>
                  <a:pt x="2509032" y="-7444"/>
                  <a:pt x="2505693" y="64806"/>
                  <a:pt x="250569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604F666A-D0EE-FC95-CE6B-0C34293E46D6}"/>
              </a:ext>
            </a:extLst>
          </p:cNvPr>
          <p:cNvSpPr/>
          <p:nvPr/>
        </p:nvSpPr>
        <p:spPr>
          <a:xfrm>
            <a:off x="27045748" y="13536547"/>
            <a:ext cx="979089" cy="3660258"/>
          </a:xfrm>
          <a:custGeom>
            <a:avLst/>
            <a:gdLst>
              <a:gd name="connsiteX0" fmla="*/ 902524 w 1092734"/>
              <a:gd name="connsiteY0" fmla="*/ 4085112 h 4085112"/>
              <a:gd name="connsiteX1" fmla="*/ 819397 w 1092734"/>
              <a:gd name="connsiteY1" fmla="*/ 3942608 h 4085112"/>
              <a:gd name="connsiteX2" fmla="*/ 783771 w 1092734"/>
              <a:gd name="connsiteY2" fmla="*/ 3835730 h 4085112"/>
              <a:gd name="connsiteX3" fmla="*/ 760020 w 1092734"/>
              <a:gd name="connsiteY3" fmla="*/ 3776353 h 4085112"/>
              <a:gd name="connsiteX4" fmla="*/ 736270 w 1092734"/>
              <a:gd name="connsiteY4" fmla="*/ 3693226 h 4085112"/>
              <a:gd name="connsiteX5" fmla="*/ 712519 w 1092734"/>
              <a:gd name="connsiteY5" fmla="*/ 3562597 h 4085112"/>
              <a:gd name="connsiteX6" fmla="*/ 676893 w 1092734"/>
              <a:gd name="connsiteY6" fmla="*/ 3479470 h 4085112"/>
              <a:gd name="connsiteX7" fmla="*/ 653142 w 1092734"/>
              <a:gd name="connsiteY7" fmla="*/ 3408218 h 4085112"/>
              <a:gd name="connsiteX8" fmla="*/ 570015 w 1092734"/>
              <a:gd name="connsiteY8" fmla="*/ 3289465 h 4085112"/>
              <a:gd name="connsiteX9" fmla="*/ 522514 w 1092734"/>
              <a:gd name="connsiteY9" fmla="*/ 3218213 h 4085112"/>
              <a:gd name="connsiteX10" fmla="*/ 498763 w 1092734"/>
              <a:gd name="connsiteY10" fmla="*/ 3182587 h 4085112"/>
              <a:gd name="connsiteX11" fmla="*/ 475013 w 1092734"/>
              <a:gd name="connsiteY11" fmla="*/ 3135086 h 4085112"/>
              <a:gd name="connsiteX12" fmla="*/ 463137 w 1092734"/>
              <a:gd name="connsiteY12" fmla="*/ 3099460 h 4085112"/>
              <a:gd name="connsiteX13" fmla="*/ 403761 w 1092734"/>
              <a:gd name="connsiteY13" fmla="*/ 3028208 h 4085112"/>
              <a:gd name="connsiteX14" fmla="*/ 332509 w 1092734"/>
              <a:gd name="connsiteY14" fmla="*/ 2921330 h 4085112"/>
              <a:gd name="connsiteX15" fmla="*/ 308758 w 1092734"/>
              <a:gd name="connsiteY15" fmla="*/ 2885704 h 4085112"/>
              <a:gd name="connsiteX16" fmla="*/ 285007 w 1092734"/>
              <a:gd name="connsiteY16" fmla="*/ 2850078 h 4085112"/>
              <a:gd name="connsiteX17" fmla="*/ 261257 w 1092734"/>
              <a:gd name="connsiteY17" fmla="*/ 2766951 h 4085112"/>
              <a:gd name="connsiteX18" fmla="*/ 237506 w 1092734"/>
              <a:gd name="connsiteY18" fmla="*/ 2695699 h 4085112"/>
              <a:gd name="connsiteX19" fmla="*/ 178129 w 1092734"/>
              <a:gd name="connsiteY19" fmla="*/ 2624447 h 4085112"/>
              <a:gd name="connsiteX20" fmla="*/ 95002 w 1092734"/>
              <a:gd name="connsiteY20" fmla="*/ 2517569 h 4085112"/>
              <a:gd name="connsiteX21" fmla="*/ 83127 w 1092734"/>
              <a:gd name="connsiteY21" fmla="*/ 2481943 h 4085112"/>
              <a:gd name="connsiteX22" fmla="*/ 35626 w 1092734"/>
              <a:gd name="connsiteY22" fmla="*/ 2410691 h 4085112"/>
              <a:gd name="connsiteX23" fmla="*/ 0 w 1092734"/>
              <a:gd name="connsiteY23" fmla="*/ 2339439 h 4085112"/>
              <a:gd name="connsiteX24" fmla="*/ 35626 w 1092734"/>
              <a:gd name="connsiteY24" fmla="*/ 2161309 h 4085112"/>
              <a:gd name="connsiteX25" fmla="*/ 59376 w 1092734"/>
              <a:gd name="connsiteY25" fmla="*/ 2125683 h 4085112"/>
              <a:gd name="connsiteX26" fmla="*/ 83127 w 1092734"/>
              <a:gd name="connsiteY26" fmla="*/ 2054431 h 4085112"/>
              <a:gd name="connsiteX27" fmla="*/ 106877 w 1092734"/>
              <a:gd name="connsiteY27" fmla="*/ 1983179 h 4085112"/>
              <a:gd name="connsiteX28" fmla="*/ 118753 w 1092734"/>
              <a:gd name="connsiteY28" fmla="*/ 1947553 h 4085112"/>
              <a:gd name="connsiteX29" fmla="*/ 190005 w 1092734"/>
              <a:gd name="connsiteY29" fmla="*/ 1828800 h 4085112"/>
              <a:gd name="connsiteX30" fmla="*/ 225631 w 1092734"/>
              <a:gd name="connsiteY30" fmla="*/ 1793174 h 4085112"/>
              <a:gd name="connsiteX31" fmla="*/ 249381 w 1092734"/>
              <a:gd name="connsiteY31" fmla="*/ 1745673 h 4085112"/>
              <a:gd name="connsiteX32" fmla="*/ 296883 w 1092734"/>
              <a:gd name="connsiteY32" fmla="*/ 1674421 h 4085112"/>
              <a:gd name="connsiteX33" fmla="*/ 320633 w 1092734"/>
              <a:gd name="connsiteY33" fmla="*/ 1638795 h 4085112"/>
              <a:gd name="connsiteX34" fmla="*/ 344384 w 1092734"/>
              <a:gd name="connsiteY34" fmla="*/ 1603169 h 4085112"/>
              <a:gd name="connsiteX35" fmla="*/ 368135 w 1092734"/>
              <a:gd name="connsiteY35" fmla="*/ 1567543 h 4085112"/>
              <a:gd name="connsiteX36" fmla="*/ 403761 w 1092734"/>
              <a:gd name="connsiteY36" fmla="*/ 1484416 h 4085112"/>
              <a:gd name="connsiteX37" fmla="*/ 427511 w 1092734"/>
              <a:gd name="connsiteY37" fmla="*/ 1448790 h 4085112"/>
              <a:gd name="connsiteX38" fmla="*/ 451262 w 1092734"/>
              <a:gd name="connsiteY38" fmla="*/ 1377538 h 4085112"/>
              <a:gd name="connsiteX39" fmla="*/ 486888 w 1092734"/>
              <a:gd name="connsiteY39" fmla="*/ 1389413 h 4085112"/>
              <a:gd name="connsiteX40" fmla="*/ 522514 w 1092734"/>
              <a:gd name="connsiteY40" fmla="*/ 1353787 h 4085112"/>
              <a:gd name="connsiteX41" fmla="*/ 617516 w 1092734"/>
              <a:gd name="connsiteY41" fmla="*/ 1294410 h 4085112"/>
              <a:gd name="connsiteX42" fmla="*/ 653142 w 1092734"/>
              <a:gd name="connsiteY42" fmla="*/ 1258785 h 4085112"/>
              <a:gd name="connsiteX43" fmla="*/ 724394 w 1092734"/>
              <a:gd name="connsiteY43" fmla="*/ 1211283 h 4085112"/>
              <a:gd name="connsiteX44" fmla="*/ 760020 w 1092734"/>
              <a:gd name="connsiteY44" fmla="*/ 1187533 h 4085112"/>
              <a:gd name="connsiteX45" fmla="*/ 807522 w 1092734"/>
              <a:gd name="connsiteY45" fmla="*/ 1080655 h 4085112"/>
              <a:gd name="connsiteX46" fmla="*/ 819397 w 1092734"/>
              <a:gd name="connsiteY46" fmla="*/ 1045029 h 4085112"/>
              <a:gd name="connsiteX47" fmla="*/ 843148 w 1092734"/>
              <a:gd name="connsiteY47" fmla="*/ 902525 h 4085112"/>
              <a:gd name="connsiteX48" fmla="*/ 866898 w 1092734"/>
              <a:gd name="connsiteY48" fmla="*/ 831273 h 4085112"/>
              <a:gd name="connsiteX49" fmla="*/ 878774 w 1092734"/>
              <a:gd name="connsiteY49" fmla="*/ 795647 h 4085112"/>
              <a:gd name="connsiteX50" fmla="*/ 902524 w 1092734"/>
              <a:gd name="connsiteY50" fmla="*/ 712520 h 4085112"/>
              <a:gd name="connsiteX51" fmla="*/ 950026 w 1092734"/>
              <a:gd name="connsiteY51" fmla="*/ 641268 h 4085112"/>
              <a:gd name="connsiteX52" fmla="*/ 973776 w 1092734"/>
              <a:gd name="connsiteY52" fmla="*/ 605642 h 4085112"/>
              <a:gd name="connsiteX53" fmla="*/ 1009402 w 1092734"/>
              <a:gd name="connsiteY53" fmla="*/ 534390 h 4085112"/>
              <a:gd name="connsiteX54" fmla="*/ 1045028 w 1092734"/>
              <a:gd name="connsiteY54" fmla="*/ 510639 h 4085112"/>
              <a:gd name="connsiteX55" fmla="*/ 1080654 w 1092734"/>
              <a:gd name="connsiteY55" fmla="*/ 498764 h 4085112"/>
              <a:gd name="connsiteX56" fmla="*/ 1080654 w 1092734"/>
              <a:gd name="connsiteY56" fmla="*/ 415636 h 4085112"/>
              <a:gd name="connsiteX57" fmla="*/ 1068779 w 1092734"/>
              <a:gd name="connsiteY57" fmla="*/ 380010 h 4085112"/>
              <a:gd name="connsiteX58" fmla="*/ 1033153 w 1092734"/>
              <a:gd name="connsiteY58" fmla="*/ 356260 h 4085112"/>
              <a:gd name="connsiteX59" fmla="*/ 950026 w 1092734"/>
              <a:gd name="connsiteY59" fmla="*/ 261257 h 4085112"/>
              <a:gd name="connsiteX60" fmla="*/ 902524 w 1092734"/>
              <a:gd name="connsiteY60" fmla="*/ 190005 h 4085112"/>
              <a:gd name="connsiteX61" fmla="*/ 878774 w 1092734"/>
              <a:gd name="connsiteY61" fmla="*/ 118753 h 4085112"/>
              <a:gd name="connsiteX62" fmla="*/ 866898 w 1092734"/>
              <a:gd name="connsiteY62" fmla="*/ 83127 h 4085112"/>
              <a:gd name="connsiteX63" fmla="*/ 843148 w 1092734"/>
              <a:gd name="connsiteY63" fmla="*/ 47501 h 4085112"/>
              <a:gd name="connsiteX64" fmla="*/ 807522 w 1092734"/>
              <a:gd name="connsiteY64" fmla="*/ 0 h 4085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092734" h="4085112">
                <a:moveTo>
                  <a:pt x="902524" y="4085112"/>
                </a:moveTo>
                <a:cubicBezTo>
                  <a:pt x="884970" y="4057025"/>
                  <a:pt x="835576" y="3984673"/>
                  <a:pt x="819397" y="3942608"/>
                </a:cubicBezTo>
                <a:cubicBezTo>
                  <a:pt x="805916" y="3907558"/>
                  <a:pt x="797718" y="3870597"/>
                  <a:pt x="783771" y="3835730"/>
                </a:cubicBezTo>
                <a:cubicBezTo>
                  <a:pt x="775854" y="3815938"/>
                  <a:pt x="767505" y="3796313"/>
                  <a:pt x="760020" y="3776353"/>
                </a:cubicBezTo>
                <a:cubicBezTo>
                  <a:pt x="750319" y="3750483"/>
                  <a:pt x="741617" y="3719962"/>
                  <a:pt x="736270" y="3693226"/>
                </a:cubicBezTo>
                <a:cubicBezTo>
                  <a:pt x="725686" y="3640309"/>
                  <a:pt x="725251" y="3613526"/>
                  <a:pt x="712519" y="3562597"/>
                </a:cubicBezTo>
                <a:cubicBezTo>
                  <a:pt x="699778" y="3511633"/>
                  <a:pt x="699549" y="3536110"/>
                  <a:pt x="676893" y="3479470"/>
                </a:cubicBezTo>
                <a:cubicBezTo>
                  <a:pt x="667595" y="3456225"/>
                  <a:pt x="667499" y="3428728"/>
                  <a:pt x="653142" y="3408218"/>
                </a:cubicBezTo>
                <a:lnTo>
                  <a:pt x="570015" y="3289465"/>
                </a:lnTo>
                <a:cubicBezTo>
                  <a:pt x="553767" y="3265996"/>
                  <a:pt x="538348" y="3241964"/>
                  <a:pt x="522514" y="3218213"/>
                </a:cubicBezTo>
                <a:cubicBezTo>
                  <a:pt x="514597" y="3206338"/>
                  <a:pt x="505146" y="3195353"/>
                  <a:pt x="498763" y="3182587"/>
                </a:cubicBezTo>
                <a:cubicBezTo>
                  <a:pt x="490846" y="3166753"/>
                  <a:pt x="481986" y="3151357"/>
                  <a:pt x="475013" y="3135086"/>
                </a:cubicBezTo>
                <a:cubicBezTo>
                  <a:pt x="470082" y="3123580"/>
                  <a:pt x="468735" y="3110656"/>
                  <a:pt x="463137" y="3099460"/>
                </a:cubicBezTo>
                <a:cubicBezTo>
                  <a:pt x="437675" y="3048536"/>
                  <a:pt x="440532" y="3075485"/>
                  <a:pt x="403761" y="3028208"/>
                </a:cubicBezTo>
                <a:cubicBezTo>
                  <a:pt x="403741" y="3028183"/>
                  <a:pt x="344393" y="2939157"/>
                  <a:pt x="332509" y="2921330"/>
                </a:cubicBezTo>
                <a:lnTo>
                  <a:pt x="308758" y="2885704"/>
                </a:lnTo>
                <a:lnTo>
                  <a:pt x="285007" y="2850078"/>
                </a:lnTo>
                <a:cubicBezTo>
                  <a:pt x="245089" y="2730320"/>
                  <a:pt x="306002" y="2916102"/>
                  <a:pt x="261257" y="2766951"/>
                </a:cubicBezTo>
                <a:cubicBezTo>
                  <a:pt x="254063" y="2742971"/>
                  <a:pt x="251393" y="2716530"/>
                  <a:pt x="237506" y="2695699"/>
                </a:cubicBezTo>
                <a:cubicBezTo>
                  <a:pt x="152628" y="2568383"/>
                  <a:pt x="284813" y="2761613"/>
                  <a:pt x="178129" y="2624447"/>
                </a:cubicBezTo>
                <a:cubicBezTo>
                  <a:pt x="78699" y="2496608"/>
                  <a:pt x="175883" y="2598450"/>
                  <a:pt x="95002" y="2517569"/>
                </a:cubicBezTo>
                <a:cubicBezTo>
                  <a:pt x="91044" y="2505694"/>
                  <a:pt x="89206" y="2492885"/>
                  <a:pt x="83127" y="2481943"/>
                </a:cubicBezTo>
                <a:cubicBezTo>
                  <a:pt x="69265" y="2456990"/>
                  <a:pt x="44653" y="2437771"/>
                  <a:pt x="35626" y="2410691"/>
                </a:cubicBezTo>
                <a:cubicBezTo>
                  <a:pt x="19236" y="2361525"/>
                  <a:pt x="30693" y="2385481"/>
                  <a:pt x="0" y="2339439"/>
                </a:cubicBezTo>
                <a:cubicBezTo>
                  <a:pt x="4593" y="2298098"/>
                  <a:pt x="7556" y="2203415"/>
                  <a:pt x="35626" y="2161309"/>
                </a:cubicBezTo>
                <a:cubicBezTo>
                  <a:pt x="43543" y="2149434"/>
                  <a:pt x="53580" y="2138725"/>
                  <a:pt x="59376" y="2125683"/>
                </a:cubicBezTo>
                <a:cubicBezTo>
                  <a:pt x="69544" y="2102805"/>
                  <a:pt x="75210" y="2078182"/>
                  <a:pt x="83127" y="2054431"/>
                </a:cubicBezTo>
                <a:lnTo>
                  <a:pt x="106877" y="1983179"/>
                </a:lnTo>
                <a:cubicBezTo>
                  <a:pt x="110836" y="1971304"/>
                  <a:pt x="113155" y="1958749"/>
                  <a:pt x="118753" y="1947553"/>
                </a:cubicBezTo>
                <a:cubicBezTo>
                  <a:pt x="137496" y="1910067"/>
                  <a:pt x="161342" y="1857463"/>
                  <a:pt x="190005" y="1828800"/>
                </a:cubicBezTo>
                <a:lnTo>
                  <a:pt x="225631" y="1793174"/>
                </a:lnTo>
                <a:cubicBezTo>
                  <a:pt x="233548" y="1777340"/>
                  <a:pt x="240273" y="1760853"/>
                  <a:pt x="249381" y="1745673"/>
                </a:cubicBezTo>
                <a:cubicBezTo>
                  <a:pt x="264067" y="1721196"/>
                  <a:pt x="281049" y="1698172"/>
                  <a:pt x="296883" y="1674421"/>
                </a:cubicBezTo>
                <a:lnTo>
                  <a:pt x="320633" y="1638795"/>
                </a:lnTo>
                <a:lnTo>
                  <a:pt x="344384" y="1603169"/>
                </a:lnTo>
                <a:lnTo>
                  <a:pt x="368135" y="1567543"/>
                </a:lnTo>
                <a:cubicBezTo>
                  <a:pt x="381458" y="1527572"/>
                  <a:pt x="380280" y="1525508"/>
                  <a:pt x="403761" y="1484416"/>
                </a:cubicBezTo>
                <a:cubicBezTo>
                  <a:pt x="410842" y="1472024"/>
                  <a:pt x="421715" y="1461832"/>
                  <a:pt x="427511" y="1448790"/>
                </a:cubicBezTo>
                <a:cubicBezTo>
                  <a:pt x="437679" y="1425912"/>
                  <a:pt x="451262" y="1377538"/>
                  <a:pt x="451262" y="1377538"/>
                </a:cubicBezTo>
                <a:cubicBezTo>
                  <a:pt x="463137" y="1381496"/>
                  <a:pt x="475013" y="1393371"/>
                  <a:pt x="486888" y="1389413"/>
                </a:cubicBezTo>
                <a:cubicBezTo>
                  <a:pt x="502820" y="1384102"/>
                  <a:pt x="509763" y="1364717"/>
                  <a:pt x="522514" y="1353787"/>
                </a:cubicBezTo>
                <a:cubicBezTo>
                  <a:pt x="647268" y="1246854"/>
                  <a:pt x="495882" y="1381291"/>
                  <a:pt x="617516" y="1294410"/>
                </a:cubicBezTo>
                <a:cubicBezTo>
                  <a:pt x="631182" y="1284649"/>
                  <a:pt x="639886" y="1269096"/>
                  <a:pt x="653142" y="1258785"/>
                </a:cubicBezTo>
                <a:cubicBezTo>
                  <a:pt x="675674" y="1241260"/>
                  <a:pt x="700643" y="1227117"/>
                  <a:pt x="724394" y="1211283"/>
                </a:cubicBezTo>
                <a:lnTo>
                  <a:pt x="760020" y="1187533"/>
                </a:lnTo>
                <a:cubicBezTo>
                  <a:pt x="797658" y="1131077"/>
                  <a:pt x="779258" y="1165446"/>
                  <a:pt x="807522" y="1080655"/>
                </a:cubicBezTo>
                <a:lnTo>
                  <a:pt x="819397" y="1045029"/>
                </a:lnTo>
                <a:cubicBezTo>
                  <a:pt x="824496" y="1009331"/>
                  <a:pt x="832726" y="940738"/>
                  <a:pt x="843148" y="902525"/>
                </a:cubicBezTo>
                <a:cubicBezTo>
                  <a:pt x="849735" y="878372"/>
                  <a:pt x="858981" y="855024"/>
                  <a:pt x="866898" y="831273"/>
                </a:cubicBezTo>
                <a:cubicBezTo>
                  <a:pt x="870856" y="819398"/>
                  <a:pt x="875738" y="807791"/>
                  <a:pt x="878774" y="795647"/>
                </a:cubicBezTo>
                <a:cubicBezTo>
                  <a:pt x="881569" y="784468"/>
                  <a:pt x="894781" y="726458"/>
                  <a:pt x="902524" y="712520"/>
                </a:cubicBezTo>
                <a:cubicBezTo>
                  <a:pt x="916387" y="687567"/>
                  <a:pt x="934192" y="665019"/>
                  <a:pt x="950026" y="641268"/>
                </a:cubicBezTo>
                <a:cubicBezTo>
                  <a:pt x="957943" y="629393"/>
                  <a:pt x="969262" y="619182"/>
                  <a:pt x="973776" y="605642"/>
                </a:cubicBezTo>
                <a:cubicBezTo>
                  <a:pt x="983434" y="576668"/>
                  <a:pt x="986383" y="557409"/>
                  <a:pt x="1009402" y="534390"/>
                </a:cubicBezTo>
                <a:cubicBezTo>
                  <a:pt x="1019494" y="524298"/>
                  <a:pt x="1032262" y="517022"/>
                  <a:pt x="1045028" y="510639"/>
                </a:cubicBezTo>
                <a:cubicBezTo>
                  <a:pt x="1056224" y="505041"/>
                  <a:pt x="1068779" y="502722"/>
                  <a:pt x="1080654" y="498764"/>
                </a:cubicBezTo>
                <a:cubicBezTo>
                  <a:pt x="1096810" y="450294"/>
                  <a:pt x="1096712" y="471841"/>
                  <a:pt x="1080654" y="415636"/>
                </a:cubicBezTo>
                <a:cubicBezTo>
                  <a:pt x="1077215" y="403600"/>
                  <a:pt x="1076599" y="389785"/>
                  <a:pt x="1068779" y="380010"/>
                </a:cubicBezTo>
                <a:cubicBezTo>
                  <a:pt x="1059863" y="368865"/>
                  <a:pt x="1045028" y="364177"/>
                  <a:pt x="1033153" y="356260"/>
                </a:cubicBezTo>
                <a:cubicBezTo>
                  <a:pt x="977735" y="273133"/>
                  <a:pt x="1009403" y="300842"/>
                  <a:pt x="950026" y="261257"/>
                </a:cubicBezTo>
                <a:cubicBezTo>
                  <a:pt x="934192" y="237506"/>
                  <a:pt x="911550" y="217085"/>
                  <a:pt x="902524" y="190005"/>
                </a:cubicBezTo>
                <a:lnTo>
                  <a:pt x="878774" y="118753"/>
                </a:lnTo>
                <a:cubicBezTo>
                  <a:pt x="874816" y="106878"/>
                  <a:pt x="873841" y="93543"/>
                  <a:pt x="866898" y="83127"/>
                </a:cubicBezTo>
                <a:cubicBezTo>
                  <a:pt x="858981" y="71252"/>
                  <a:pt x="849531" y="60266"/>
                  <a:pt x="843148" y="47501"/>
                </a:cubicBezTo>
                <a:cubicBezTo>
                  <a:pt x="818691" y="-1413"/>
                  <a:pt x="849385" y="20931"/>
                  <a:pt x="8075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E6D2A9FE-EBBF-EE92-70C4-0231F45005BE}"/>
              </a:ext>
            </a:extLst>
          </p:cNvPr>
          <p:cNvSpPr/>
          <p:nvPr/>
        </p:nvSpPr>
        <p:spPr>
          <a:xfrm>
            <a:off x="28148130" y="13257674"/>
            <a:ext cx="1228954" cy="3953609"/>
          </a:xfrm>
          <a:custGeom>
            <a:avLst/>
            <a:gdLst>
              <a:gd name="connsiteX0" fmla="*/ 1371600 w 1371600"/>
              <a:gd name="connsiteY0" fmla="*/ 4412512 h 4412512"/>
              <a:gd name="connsiteX1" fmla="*/ 1307805 w 1371600"/>
              <a:gd name="connsiteY1" fmla="*/ 4327451 h 4412512"/>
              <a:gd name="connsiteX2" fmla="*/ 1275907 w 1371600"/>
              <a:gd name="connsiteY2" fmla="*/ 4295554 h 4412512"/>
              <a:gd name="connsiteX3" fmla="*/ 1254642 w 1371600"/>
              <a:gd name="connsiteY3" fmla="*/ 4263656 h 4412512"/>
              <a:gd name="connsiteX4" fmla="*/ 1222745 w 1371600"/>
              <a:gd name="connsiteY4" fmla="*/ 4221126 h 4412512"/>
              <a:gd name="connsiteX5" fmla="*/ 1201480 w 1371600"/>
              <a:gd name="connsiteY5" fmla="*/ 4189228 h 4412512"/>
              <a:gd name="connsiteX6" fmla="*/ 1169582 w 1371600"/>
              <a:gd name="connsiteY6" fmla="*/ 4167963 h 4412512"/>
              <a:gd name="connsiteX7" fmla="*/ 1148317 w 1371600"/>
              <a:gd name="connsiteY7" fmla="*/ 4136065 h 4412512"/>
              <a:gd name="connsiteX8" fmla="*/ 1137684 w 1371600"/>
              <a:gd name="connsiteY8" fmla="*/ 4104168 h 4412512"/>
              <a:gd name="connsiteX9" fmla="*/ 1116419 w 1371600"/>
              <a:gd name="connsiteY9" fmla="*/ 4082902 h 4412512"/>
              <a:gd name="connsiteX10" fmla="*/ 1084521 w 1371600"/>
              <a:gd name="connsiteY10" fmla="*/ 4019107 h 4412512"/>
              <a:gd name="connsiteX11" fmla="*/ 1063256 w 1371600"/>
              <a:gd name="connsiteY11" fmla="*/ 3955312 h 4412512"/>
              <a:gd name="connsiteX12" fmla="*/ 1052624 w 1371600"/>
              <a:gd name="connsiteY12" fmla="*/ 3923414 h 4412512"/>
              <a:gd name="connsiteX13" fmla="*/ 1031359 w 1371600"/>
              <a:gd name="connsiteY13" fmla="*/ 3817088 h 4412512"/>
              <a:gd name="connsiteX14" fmla="*/ 1010093 w 1371600"/>
              <a:gd name="connsiteY14" fmla="*/ 3742661 h 4412512"/>
              <a:gd name="connsiteX15" fmla="*/ 988828 w 1371600"/>
              <a:gd name="connsiteY15" fmla="*/ 3678865 h 4412512"/>
              <a:gd name="connsiteX16" fmla="*/ 978196 w 1371600"/>
              <a:gd name="connsiteY16" fmla="*/ 3636335 h 4412512"/>
              <a:gd name="connsiteX17" fmla="*/ 935666 w 1371600"/>
              <a:gd name="connsiteY17" fmla="*/ 3561907 h 4412512"/>
              <a:gd name="connsiteX18" fmla="*/ 925033 w 1371600"/>
              <a:gd name="connsiteY18" fmla="*/ 3530009 h 4412512"/>
              <a:gd name="connsiteX19" fmla="*/ 871870 w 1371600"/>
              <a:gd name="connsiteY19" fmla="*/ 3444949 h 4412512"/>
              <a:gd name="connsiteX20" fmla="*/ 850605 w 1371600"/>
              <a:gd name="connsiteY20" fmla="*/ 3402419 h 4412512"/>
              <a:gd name="connsiteX21" fmla="*/ 839973 w 1371600"/>
              <a:gd name="connsiteY21" fmla="*/ 3370521 h 4412512"/>
              <a:gd name="connsiteX22" fmla="*/ 818707 w 1371600"/>
              <a:gd name="connsiteY22" fmla="*/ 3338623 h 4412512"/>
              <a:gd name="connsiteX23" fmla="*/ 797442 w 1371600"/>
              <a:gd name="connsiteY23" fmla="*/ 3296093 h 4412512"/>
              <a:gd name="connsiteX24" fmla="*/ 786810 w 1371600"/>
              <a:gd name="connsiteY24" fmla="*/ 3264195 h 4412512"/>
              <a:gd name="connsiteX25" fmla="*/ 765545 w 1371600"/>
              <a:gd name="connsiteY25" fmla="*/ 3232298 h 4412512"/>
              <a:gd name="connsiteX26" fmla="*/ 744280 w 1371600"/>
              <a:gd name="connsiteY26" fmla="*/ 3189768 h 4412512"/>
              <a:gd name="connsiteX27" fmla="*/ 712382 w 1371600"/>
              <a:gd name="connsiteY27" fmla="*/ 3072809 h 4412512"/>
              <a:gd name="connsiteX28" fmla="*/ 712382 w 1371600"/>
              <a:gd name="connsiteY28" fmla="*/ 3072809 h 4412512"/>
              <a:gd name="connsiteX29" fmla="*/ 669852 w 1371600"/>
              <a:gd name="connsiteY29" fmla="*/ 2945219 h 4412512"/>
              <a:gd name="connsiteX30" fmla="*/ 659219 w 1371600"/>
              <a:gd name="connsiteY30" fmla="*/ 2913321 h 4412512"/>
              <a:gd name="connsiteX31" fmla="*/ 616689 w 1371600"/>
              <a:gd name="connsiteY31" fmla="*/ 2849526 h 4412512"/>
              <a:gd name="connsiteX32" fmla="*/ 574159 w 1371600"/>
              <a:gd name="connsiteY32" fmla="*/ 2785730 h 4412512"/>
              <a:gd name="connsiteX33" fmla="*/ 531628 w 1371600"/>
              <a:gd name="connsiteY33" fmla="*/ 2721935 h 4412512"/>
              <a:gd name="connsiteX34" fmla="*/ 520996 w 1371600"/>
              <a:gd name="connsiteY34" fmla="*/ 2679405 h 4412512"/>
              <a:gd name="connsiteX35" fmla="*/ 457200 w 1371600"/>
              <a:gd name="connsiteY35" fmla="*/ 2594344 h 4412512"/>
              <a:gd name="connsiteX36" fmla="*/ 435935 w 1371600"/>
              <a:gd name="connsiteY36" fmla="*/ 2530549 h 4412512"/>
              <a:gd name="connsiteX37" fmla="*/ 425303 w 1371600"/>
              <a:gd name="connsiteY37" fmla="*/ 2498651 h 4412512"/>
              <a:gd name="connsiteX38" fmla="*/ 404038 w 1371600"/>
              <a:gd name="connsiteY38" fmla="*/ 2466754 h 4412512"/>
              <a:gd name="connsiteX39" fmla="*/ 393405 w 1371600"/>
              <a:gd name="connsiteY39" fmla="*/ 2434856 h 4412512"/>
              <a:gd name="connsiteX40" fmla="*/ 361507 w 1371600"/>
              <a:gd name="connsiteY40" fmla="*/ 2402958 h 4412512"/>
              <a:gd name="connsiteX41" fmla="*/ 308345 w 1371600"/>
              <a:gd name="connsiteY41" fmla="*/ 2307265 h 4412512"/>
              <a:gd name="connsiteX42" fmla="*/ 276447 w 1371600"/>
              <a:gd name="connsiteY42" fmla="*/ 2286000 h 4412512"/>
              <a:gd name="connsiteX43" fmla="*/ 233917 w 1371600"/>
              <a:gd name="connsiteY43" fmla="*/ 2222205 h 4412512"/>
              <a:gd name="connsiteX44" fmla="*/ 223284 w 1371600"/>
              <a:gd name="connsiteY44" fmla="*/ 2190307 h 4412512"/>
              <a:gd name="connsiteX45" fmla="*/ 202019 w 1371600"/>
              <a:gd name="connsiteY45" fmla="*/ 2105247 h 4412512"/>
              <a:gd name="connsiteX46" fmla="*/ 159489 w 1371600"/>
              <a:gd name="connsiteY46" fmla="*/ 2020186 h 4412512"/>
              <a:gd name="connsiteX47" fmla="*/ 148856 w 1371600"/>
              <a:gd name="connsiteY47" fmla="*/ 1967023 h 4412512"/>
              <a:gd name="connsiteX48" fmla="*/ 127591 w 1371600"/>
              <a:gd name="connsiteY48" fmla="*/ 1935126 h 4412512"/>
              <a:gd name="connsiteX49" fmla="*/ 106326 w 1371600"/>
              <a:gd name="connsiteY49" fmla="*/ 1871330 h 4412512"/>
              <a:gd name="connsiteX50" fmla="*/ 85061 w 1371600"/>
              <a:gd name="connsiteY50" fmla="*/ 1828800 h 4412512"/>
              <a:gd name="connsiteX51" fmla="*/ 74428 w 1371600"/>
              <a:gd name="connsiteY51" fmla="*/ 1786270 h 4412512"/>
              <a:gd name="connsiteX52" fmla="*/ 63796 w 1371600"/>
              <a:gd name="connsiteY52" fmla="*/ 1754372 h 4412512"/>
              <a:gd name="connsiteX53" fmla="*/ 42531 w 1371600"/>
              <a:gd name="connsiteY53" fmla="*/ 1637414 h 4412512"/>
              <a:gd name="connsiteX54" fmla="*/ 31898 w 1371600"/>
              <a:gd name="connsiteY54" fmla="*/ 1605516 h 4412512"/>
              <a:gd name="connsiteX55" fmla="*/ 21266 w 1371600"/>
              <a:gd name="connsiteY55" fmla="*/ 1552354 h 4412512"/>
              <a:gd name="connsiteX56" fmla="*/ 0 w 1371600"/>
              <a:gd name="connsiteY56" fmla="*/ 1456661 h 4412512"/>
              <a:gd name="connsiteX57" fmla="*/ 10633 w 1371600"/>
              <a:gd name="connsiteY57" fmla="*/ 1233377 h 4412512"/>
              <a:gd name="connsiteX58" fmla="*/ 31898 w 1371600"/>
              <a:gd name="connsiteY58" fmla="*/ 1127051 h 4412512"/>
              <a:gd name="connsiteX59" fmla="*/ 53163 w 1371600"/>
              <a:gd name="connsiteY59" fmla="*/ 1031358 h 4412512"/>
              <a:gd name="connsiteX60" fmla="*/ 74428 w 1371600"/>
              <a:gd name="connsiteY60" fmla="*/ 967563 h 4412512"/>
              <a:gd name="connsiteX61" fmla="*/ 85061 w 1371600"/>
              <a:gd name="connsiteY61" fmla="*/ 935665 h 4412512"/>
              <a:gd name="connsiteX62" fmla="*/ 127591 w 1371600"/>
              <a:gd name="connsiteY62" fmla="*/ 871870 h 4412512"/>
              <a:gd name="connsiteX63" fmla="*/ 159489 w 1371600"/>
              <a:gd name="connsiteY63" fmla="*/ 808075 h 4412512"/>
              <a:gd name="connsiteX64" fmla="*/ 191386 w 1371600"/>
              <a:gd name="connsiteY64" fmla="*/ 712382 h 4412512"/>
              <a:gd name="connsiteX65" fmla="*/ 202019 w 1371600"/>
              <a:gd name="connsiteY65" fmla="*/ 680484 h 4412512"/>
              <a:gd name="connsiteX66" fmla="*/ 212652 w 1371600"/>
              <a:gd name="connsiteY66" fmla="*/ 648586 h 4412512"/>
              <a:gd name="connsiteX67" fmla="*/ 223284 w 1371600"/>
              <a:gd name="connsiteY67" fmla="*/ 606056 h 4412512"/>
              <a:gd name="connsiteX68" fmla="*/ 191386 w 1371600"/>
              <a:gd name="connsiteY68" fmla="*/ 393405 h 4412512"/>
              <a:gd name="connsiteX69" fmla="*/ 170121 w 1371600"/>
              <a:gd name="connsiteY69" fmla="*/ 361507 h 4412512"/>
              <a:gd name="connsiteX70" fmla="*/ 127591 w 1371600"/>
              <a:gd name="connsiteY70" fmla="*/ 265814 h 4412512"/>
              <a:gd name="connsiteX71" fmla="*/ 106326 w 1371600"/>
              <a:gd name="connsiteY71" fmla="*/ 202019 h 4412512"/>
              <a:gd name="connsiteX72" fmla="*/ 63796 w 1371600"/>
              <a:gd name="connsiteY72" fmla="*/ 106326 h 4412512"/>
              <a:gd name="connsiteX73" fmla="*/ 42531 w 1371600"/>
              <a:gd name="connsiteY73" fmla="*/ 10633 h 4412512"/>
              <a:gd name="connsiteX74" fmla="*/ 31898 w 1371600"/>
              <a:gd name="connsiteY74" fmla="*/ 0 h 4412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1371600" h="4412512">
                <a:moveTo>
                  <a:pt x="1371600" y="4412512"/>
                </a:moveTo>
                <a:cubicBezTo>
                  <a:pt x="1350335" y="4384158"/>
                  <a:pt x="1330248" y="4354882"/>
                  <a:pt x="1307805" y="4327451"/>
                </a:cubicBezTo>
                <a:cubicBezTo>
                  <a:pt x="1298283" y="4315813"/>
                  <a:pt x="1285533" y="4307105"/>
                  <a:pt x="1275907" y="4295554"/>
                </a:cubicBezTo>
                <a:cubicBezTo>
                  <a:pt x="1267726" y="4285737"/>
                  <a:pt x="1262069" y="4274055"/>
                  <a:pt x="1254642" y="4263656"/>
                </a:cubicBezTo>
                <a:cubicBezTo>
                  <a:pt x="1244342" y="4249236"/>
                  <a:pt x="1233045" y="4235546"/>
                  <a:pt x="1222745" y="4221126"/>
                </a:cubicBezTo>
                <a:cubicBezTo>
                  <a:pt x="1215318" y="4210727"/>
                  <a:pt x="1210516" y="4198264"/>
                  <a:pt x="1201480" y="4189228"/>
                </a:cubicBezTo>
                <a:cubicBezTo>
                  <a:pt x="1192444" y="4180192"/>
                  <a:pt x="1180215" y="4175051"/>
                  <a:pt x="1169582" y="4167963"/>
                </a:cubicBezTo>
                <a:cubicBezTo>
                  <a:pt x="1162494" y="4157330"/>
                  <a:pt x="1154032" y="4147495"/>
                  <a:pt x="1148317" y="4136065"/>
                </a:cubicBezTo>
                <a:cubicBezTo>
                  <a:pt x="1143305" y="4126041"/>
                  <a:pt x="1143450" y="4113778"/>
                  <a:pt x="1137684" y="4104168"/>
                </a:cubicBezTo>
                <a:cubicBezTo>
                  <a:pt x="1132526" y="4095572"/>
                  <a:pt x="1123507" y="4089991"/>
                  <a:pt x="1116419" y="4082902"/>
                </a:cubicBezTo>
                <a:cubicBezTo>
                  <a:pt x="1077636" y="3966561"/>
                  <a:pt x="1139491" y="4142791"/>
                  <a:pt x="1084521" y="4019107"/>
                </a:cubicBezTo>
                <a:cubicBezTo>
                  <a:pt x="1075417" y="3998624"/>
                  <a:pt x="1070344" y="3976577"/>
                  <a:pt x="1063256" y="3955312"/>
                </a:cubicBezTo>
                <a:cubicBezTo>
                  <a:pt x="1059712" y="3944679"/>
                  <a:pt x="1054822" y="3934404"/>
                  <a:pt x="1052624" y="3923414"/>
                </a:cubicBezTo>
                <a:cubicBezTo>
                  <a:pt x="1045536" y="3887972"/>
                  <a:pt x="1042789" y="3851377"/>
                  <a:pt x="1031359" y="3817088"/>
                </a:cubicBezTo>
                <a:cubicBezTo>
                  <a:pt x="995640" y="3709939"/>
                  <a:pt x="1050127" y="3876107"/>
                  <a:pt x="1010093" y="3742661"/>
                </a:cubicBezTo>
                <a:cubicBezTo>
                  <a:pt x="1003652" y="3721191"/>
                  <a:pt x="994264" y="3700611"/>
                  <a:pt x="988828" y="3678865"/>
                </a:cubicBezTo>
                <a:cubicBezTo>
                  <a:pt x="985284" y="3664688"/>
                  <a:pt x="983327" y="3650018"/>
                  <a:pt x="978196" y="3636335"/>
                </a:cubicBezTo>
                <a:cubicBezTo>
                  <a:pt x="950239" y="3561781"/>
                  <a:pt x="966511" y="3623597"/>
                  <a:pt x="935666" y="3561907"/>
                </a:cubicBezTo>
                <a:cubicBezTo>
                  <a:pt x="930654" y="3551882"/>
                  <a:pt x="930400" y="3539848"/>
                  <a:pt x="925033" y="3530009"/>
                </a:cubicBezTo>
                <a:cubicBezTo>
                  <a:pt x="909022" y="3500656"/>
                  <a:pt x="886823" y="3474855"/>
                  <a:pt x="871870" y="3444949"/>
                </a:cubicBezTo>
                <a:cubicBezTo>
                  <a:pt x="864782" y="3430772"/>
                  <a:pt x="856849" y="3416987"/>
                  <a:pt x="850605" y="3402419"/>
                </a:cubicBezTo>
                <a:cubicBezTo>
                  <a:pt x="846190" y="3392117"/>
                  <a:pt x="844985" y="3380546"/>
                  <a:pt x="839973" y="3370521"/>
                </a:cubicBezTo>
                <a:cubicBezTo>
                  <a:pt x="834258" y="3359091"/>
                  <a:pt x="825047" y="3349718"/>
                  <a:pt x="818707" y="3338623"/>
                </a:cubicBezTo>
                <a:cubicBezTo>
                  <a:pt x="810843" y="3324861"/>
                  <a:pt x="803686" y="3310661"/>
                  <a:pt x="797442" y="3296093"/>
                </a:cubicBezTo>
                <a:cubicBezTo>
                  <a:pt x="793027" y="3285791"/>
                  <a:pt x="791822" y="3274220"/>
                  <a:pt x="786810" y="3264195"/>
                </a:cubicBezTo>
                <a:cubicBezTo>
                  <a:pt x="781095" y="3252765"/>
                  <a:pt x="771885" y="3243393"/>
                  <a:pt x="765545" y="3232298"/>
                </a:cubicBezTo>
                <a:cubicBezTo>
                  <a:pt x="757681" y="3218536"/>
                  <a:pt x="751368" y="3203945"/>
                  <a:pt x="744280" y="3189768"/>
                </a:cubicBezTo>
                <a:cubicBezTo>
                  <a:pt x="729251" y="3114625"/>
                  <a:pt x="739362" y="3153750"/>
                  <a:pt x="712382" y="3072809"/>
                </a:cubicBezTo>
                <a:lnTo>
                  <a:pt x="712382" y="3072809"/>
                </a:lnTo>
                <a:cubicBezTo>
                  <a:pt x="674612" y="2921727"/>
                  <a:pt x="711054" y="3041356"/>
                  <a:pt x="669852" y="2945219"/>
                </a:cubicBezTo>
                <a:cubicBezTo>
                  <a:pt x="665437" y="2934917"/>
                  <a:pt x="664662" y="2923118"/>
                  <a:pt x="659219" y="2913321"/>
                </a:cubicBezTo>
                <a:cubicBezTo>
                  <a:pt x="646807" y="2890980"/>
                  <a:pt x="624771" y="2873772"/>
                  <a:pt x="616689" y="2849526"/>
                </a:cubicBezTo>
                <a:cubicBezTo>
                  <a:pt x="596354" y="2788523"/>
                  <a:pt x="620618" y="2845462"/>
                  <a:pt x="574159" y="2785730"/>
                </a:cubicBezTo>
                <a:cubicBezTo>
                  <a:pt x="558468" y="2765556"/>
                  <a:pt x="531628" y="2721935"/>
                  <a:pt x="531628" y="2721935"/>
                </a:cubicBezTo>
                <a:cubicBezTo>
                  <a:pt x="528084" y="2707758"/>
                  <a:pt x="527531" y="2692475"/>
                  <a:pt x="520996" y="2679405"/>
                </a:cubicBezTo>
                <a:cubicBezTo>
                  <a:pt x="496949" y="2631311"/>
                  <a:pt x="487107" y="2624250"/>
                  <a:pt x="457200" y="2594344"/>
                </a:cubicBezTo>
                <a:lnTo>
                  <a:pt x="435935" y="2530549"/>
                </a:lnTo>
                <a:cubicBezTo>
                  <a:pt x="432391" y="2519916"/>
                  <a:pt x="431520" y="2507976"/>
                  <a:pt x="425303" y="2498651"/>
                </a:cubicBezTo>
                <a:cubicBezTo>
                  <a:pt x="418215" y="2488019"/>
                  <a:pt x="409753" y="2478183"/>
                  <a:pt x="404038" y="2466754"/>
                </a:cubicBezTo>
                <a:cubicBezTo>
                  <a:pt x="399026" y="2456729"/>
                  <a:pt x="399622" y="2444181"/>
                  <a:pt x="393405" y="2434856"/>
                </a:cubicBezTo>
                <a:cubicBezTo>
                  <a:pt x="385064" y="2422345"/>
                  <a:pt x="372140" y="2413591"/>
                  <a:pt x="361507" y="2402958"/>
                </a:cubicBezTo>
                <a:cubicBezTo>
                  <a:pt x="350428" y="2369719"/>
                  <a:pt x="339682" y="2328156"/>
                  <a:pt x="308345" y="2307265"/>
                </a:cubicBezTo>
                <a:lnTo>
                  <a:pt x="276447" y="2286000"/>
                </a:lnTo>
                <a:cubicBezTo>
                  <a:pt x="262270" y="2264735"/>
                  <a:pt x="241999" y="2246451"/>
                  <a:pt x="233917" y="2222205"/>
                </a:cubicBezTo>
                <a:cubicBezTo>
                  <a:pt x="230373" y="2211572"/>
                  <a:pt x="226002" y="2201180"/>
                  <a:pt x="223284" y="2190307"/>
                </a:cubicBezTo>
                <a:cubicBezTo>
                  <a:pt x="215038" y="2157323"/>
                  <a:pt x="215524" y="2134959"/>
                  <a:pt x="202019" y="2105247"/>
                </a:cubicBezTo>
                <a:cubicBezTo>
                  <a:pt x="188901" y="2076388"/>
                  <a:pt x="159489" y="2020186"/>
                  <a:pt x="159489" y="2020186"/>
                </a:cubicBezTo>
                <a:cubicBezTo>
                  <a:pt x="155945" y="2002465"/>
                  <a:pt x="155202" y="1983944"/>
                  <a:pt x="148856" y="1967023"/>
                </a:cubicBezTo>
                <a:cubicBezTo>
                  <a:pt x="144369" y="1955058"/>
                  <a:pt x="132781" y="1946803"/>
                  <a:pt x="127591" y="1935126"/>
                </a:cubicBezTo>
                <a:cubicBezTo>
                  <a:pt x="118487" y="1914642"/>
                  <a:pt x="116351" y="1891379"/>
                  <a:pt x="106326" y="1871330"/>
                </a:cubicBezTo>
                <a:cubicBezTo>
                  <a:pt x="99238" y="1857153"/>
                  <a:pt x="90626" y="1843641"/>
                  <a:pt x="85061" y="1828800"/>
                </a:cubicBezTo>
                <a:cubicBezTo>
                  <a:pt x="79930" y="1815117"/>
                  <a:pt x="78442" y="1800321"/>
                  <a:pt x="74428" y="1786270"/>
                </a:cubicBezTo>
                <a:cubicBezTo>
                  <a:pt x="71349" y="1775493"/>
                  <a:pt x="66514" y="1765245"/>
                  <a:pt x="63796" y="1754372"/>
                </a:cubicBezTo>
                <a:cubicBezTo>
                  <a:pt x="44435" y="1676926"/>
                  <a:pt x="61502" y="1722785"/>
                  <a:pt x="42531" y="1637414"/>
                </a:cubicBezTo>
                <a:cubicBezTo>
                  <a:pt x="40100" y="1626473"/>
                  <a:pt x="34616" y="1616389"/>
                  <a:pt x="31898" y="1605516"/>
                </a:cubicBezTo>
                <a:cubicBezTo>
                  <a:pt x="27515" y="1587984"/>
                  <a:pt x="25186" y="1569995"/>
                  <a:pt x="21266" y="1552354"/>
                </a:cubicBezTo>
                <a:cubicBezTo>
                  <a:pt x="-8779" y="1417151"/>
                  <a:pt x="32085" y="1617075"/>
                  <a:pt x="0" y="1456661"/>
                </a:cubicBezTo>
                <a:cubicBezTo>
                  <a:pt x="3544" y="1382233"/>
                  <a:pt x="3456" y="1307543"/>
                  <a:pt x="10633" y="1233377"/>
                </a:cubicBezTo>
                <a:cubicBezTo>
                  <a:pt x="14115" y="1197401"/>
                  <a:pt x="24810" y="1162493"/>
                  <a:pt x="31898" y="1127051"/>
                </a:cubicBezTo>
                <a:cubicBezTo>
                  <a:pt x="37966" y="1096710"/>
                  <a:pt x="44157" y="1061380"/>
                  <a:pt x="53163" y="1031358"/>
                </a:cubicBezTo>
                <a:cubicBezTo>
                  <a:pt x="59604" y="1009888"/>
                  <a:pt x="67340" y="988828"/>
                  <a:pt x="74428" y="967563"/>
                </a:cubicBezTo>
                <a:cubicBezTo>
                  <a:pt x="77972" y="956930"/>
                  <a:pt x="78844" y="944990"/>
                  <a:pt x="85061" y="935665"/>
                </a:cubicBezTo>
                <a:cubicBezTo>
                  <a:pt x="99238" y="914400"/>
                  <a:pt x="119509" y="896116"/>
                  <a:pt x="127591" y="871870"/>
                </a:cubicBezTo>
                <a:cubicBezTo>
                  <a:pt x="142265" y="827849"/>
                  <a:pt x="132007" y="849297"/>
                  <a:pt x="159489" y="808075"/>
                </a:cubicBezTo>
                <a:lnTo>
                  <a:pt x="191386" y="712382"/>
                </a:lnTo>
                <a:lnTo>
                  <a:pt x="202019" y="680484"/>
                </a:lnTo>
                <a:cubicBezTo>
                  <a:pt x="205563" y="669851"/>
                  <a:pt x="209934" y="659459"/>
                  <a:pt x="212652" y="648586"/>
                </a:cubicBezTo>
                <a:lnTo>
                  <a:pt x="223284" y="606056"/>
                </a:lnTo>
                <a:cubicBezTo>
                  <a:pt x="220906" y="572764"/>
                  <a:pt x="223944" y="442244"/>
                  <a:pt x="191386" y="393405"/>
                </a:cubicBezTo>
                <a:lnTo>
                  <a:pt x="170121" y="361507"/>
                </a:lnTo>
                <a:cubicBezTo>
                  <a:pt x="144815" y="285589"/>
                  <a:pt x="161290" y="316363"/>
                  <a:pt x="127591" y="265814"/>
                </a:cubicBezTo>
                <a:cubicBezTo>
                  <a:pt x="120503" y="244549"/>
                  <a:pt x="118760" y="220670"/>
                  <a:pt x="106326" y="202019"/>
                </a:cubicBezTo>
                <a:cubicBezTo>
                  <a:pt x="82245" y="165897"/>
                  <a:pt x="72232" y="156938"/>
                  <a:pt x="63796" y="106326"/>
                </a:cubicBezTo>
                <a:cubicBezTo>
                  <a:pt x="59713" y="81829"/>
                  <a:pt x="55617" y="36806"/>
                  <a:pt x="42531" y="10633"/>
                </a:cubicBezTo>
                <a:cubicBezTo>
                  <a:pt x="40289" y="6150"/>
                  <a:pt x="35442" y="3544"/>
                  <a:pt x="3189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49B6B8B4-E3FA-4B6A-7C69-994A70E0B739}"/>
              </a:ext>
            </a:extLst>
          </p:cNvPr>
          <p:cNvSpPr/>
          <p:nvPr/>
        </p:nvSpPr>
        <p:spPr>
          <a:xfrm>
            <a:off x="27824225" y="13248141"/>
            <a:ext cx="323913" cy="247697"/>
          </a:xfrm>
          <a:custGeom>
            <a:avLst/>
            <a:gdLst>
              <a:gd name="connsiteX0" fmla="*/ 0 w 361507"/>
              <a:gd name="connsiteY0" fmla="*/ 276446 h 276446"/>
              <a:gd name="connsiteX1" fmla="*/ 74428 w 361507"/>
              <a:gd name="connsiteY1" fmla="*/ 212651 h 276446"/>
              <a:gd name="connsiteX2" fmla="*/ 127591 w 361507"/>
              <a:gd name="connsiteY2" fmla="*/ 170120 h 276446"/>
              <a:gd name="connsiteX3" fmla="*/ 180754 w 361507"/>
              <a:gd name="connsiteY3" fmla="*/ 127590 h 276446"/>
              <a:gd name="connsiteX4" fmla="*/ 276447 w 361507"/>
              <a:gd name="connsiteY4" fmla="*/ 74427 h 276446"/>
              <a:gd name="connsiteX5" fmla="*/ 329610 w 361507"/>
              <a:gd name="connsiteY5" fmla="*/ 31897 h 276446"/>
              <a:gd name="connsiteX6" fmla="*/ 361507 w 361507"/>
              <a:gd name="connsiteY6" fmla="*/ 0 h 276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1507" h="276446">
                <a:moveTo>
                  <a:pt x="0" y="276446"/>
                </a:moveTo>
                <a:cubicBezTo>
                  <a:pt x="24809" y="255181"/>
                  <a:pt x="51323" y="235756"/>
                  <a:pt x="74428" y="212651"/>
                </a:cubicBezTo>
                <a:cubicBezTo>
                  <a:pt x="122523" y="164556"/>
                  <a:pt x="65491" y="190821"/>
                  <a:pt x="127591" y="170120"/>
                </a:cubicBezTo>
                <a:cubicBezTo>
                  <a:pt x="166882" y="111184"/>
                  <a:pt x="126376" y="157800"/>
                  <a:pt x="180754" y="127590"/>
                </a:cubicBezTo>
                <a:cubicBezTo>
                  <a:pt x="290435" y="66656"/>
                  <a:pt x="204270" y="98487"/>
                  <a:pt x="276447" y="74427"/>
                </a:cubicBezTo>
                <a:cubicBezTo>
                  <a:pt x="324005" y="3091"/>
                  <a:pt x="267981" y="72983"/>
                  <a:pt x="329610" y="31897"/>
                </a:cubicBezTo>
                <a:cubicBezTo>
                  <a:pt x="342121" y="23556"/>
                  <a:pt x="361507" y="0"/>
                  <a:pt x="361507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CE494A95-4D04-3277-406E-E2B491DC6334}"/>
              </a:ext>
            </a:extLst>
          </p:cNvPr>
          <p:cNvSpPr/>
          <p:nvPr/>
        </p:nvSpPr>
        <p:spPr>
          <a:xfrm>
            <a:off x="28205291" y="12867073"/>
            <a:ext cx="247697" cy="323913"/>
          </a:xfrm>
          <a:custGeom>
            <a:avLst/>
            <a:gdLst>
              <a:gd name="connsiteX0" fmla="*/ 0 w 276446"/>
              <a:gd name="connsiteY0" fmla="*/ 361507 h 361507"/>
              <a:gd name="connsiteX1" fmla="*/ 276446 w 276446"/>
              <a:gd name="connsiteY1" fmla="*/ 0 h 3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76446" h="361507">
                <a:moveTo>
                  <a:pt x="0" y="361507"/>
                </a:moveTo>
                <a:lnTo>
                  <a:pt x="276446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9A1073C-63C6-FB59-07B3-E8B43F753446}"/>
                  </a:ext>
                </a:extLst>
              </p:cNvPr>
              <p:cNvSpPr txBox="1"/>
              <p:nvPr/>
            </p:nvSpPr>
            <p:spPr>
              <a:xfrm>
                <a:off x="24556075" y="1185294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9A1073C-63C6-FB59-07B3-E8B43F7534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6075" y="11852945"/>
                <a:ext cx="896111" cy="588751"/>
              </a:xfrm>
              <a:prstGeom prst="rect">
                <a:avLst/>
              </a:prstGeom>
              <a:blipFill>
                <a:blip r:embed="rId119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 1">
            <a:extLst>
              <a:ext uri="{FF2B5EF4-FFF2-40B4-BE49-F238E27FC236}">
                <a16:creationId xmlns:a16="http://schemas.microsoft.com/office/drawing/2014/main" id="{05569DCE-6F2F-CFEE-1161-0A27EC220FFB}"/>
              </a:ext>
            </a:extLst>
          </p:cNvPr>
          <p:cNvSpPr/>
          <p:nvPr/>
        </p:nvSpPr>
        <p:spPr>
          <a:xfrm>
            <a:off x="20951035" y="5977467"/>
            <a:ext cx="285815" cy="60270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132AAF52-5DF5-2F11-A89B-9E646095912C}"/>
              </a:ext>
            </a:extLst>
          </p:cNvPr>
          <p:cNvSpPr/>
          <p:nvPr/>
        </p:nvSpPr>
        <p:spPr>
          <a:xfrm>
            <a:off x="20863563" y="597713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A8845597-54F1-1FDA-0CBF-A2B9D8E8B5B8}"/>
              </a:ext>
            </a:extLst>
          </p:cNvPr>
          <p:cNvSpPr/>
          <p:nvPr/>
        </p:nvSpPr>
        <p:spPr>
          <a:xfrm>
            <a:off x="21139488" y="652256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4ACA42C5-34AB-01E6-4B8D-A54CF24C9DC3}"/>
              </a:ext>
            </a:extLst>
          </p:cNvPr>
          <p:cNvSpPr/>
          <p:nvPr/>
        </p:nvSpPr>
        <p:spPr>
          <a:xfrm>
            <a:off x="6147697" y="593079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C37B4591-BF42-A459-895D-847E625F6BDC}"/>
              </a:ext>
            </a:extLst>
          </p:cNvPr>
          <p:cNvGrpSpPr/>
          <p:nvPr/>
        </p:nvGrpSpPr>
        <p:grpSpPr>
          <a:xfrm>
            <a:off x="24451750" y="4965935"/>
            <a:ext cx="7187409" cy="5859899"/>
            <a:chOff x="26065361" y="17237100"/>
            <a:chExt cx="8984262" cy="7324876"/>
          </a:xfrm>
        </p:grpSpPr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65D0B86-D21E-AE38-F2FC-8B9727DB3B8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1F22092D-3AE0-F027-9A8E-F2CF77137FE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1F22092D-3AE0-F027-9A8E-F2CF77137F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20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F8D5DCA7-BD6D-805D-F5D1-848B8FF1AD5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F8D5DCA7-BD6D-805D-F5D1-848B8FF1AD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56597D98-F748-E4BF-EC49-4499067AF04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56597D98-F748-E4BF-EC49-4499067AF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21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CB33113B-6496-3DD7-4A93-18771CB1F1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415384D3-6174-CBFA-C92C-88A596C573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19D426A7-D4AA-6320-DA04-59CB0C3BAA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99E514E1-91FC-EB29-1E14-69C8459399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5D61FCB5-CC49-5941-8847-FC7DA36514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8D7E8607-13A3-D269-AF44-FC9848EBD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D94F7686-E207-98CF-361C-F8213BA05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BC29CC93-309A-0D2F-3E28-AE10891976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5F433667-19DD-890D-059D-B9B68C4A7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E406D1FD-5E66-DF03-5332-C3AD7D4DDC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A3F59F80-9B15-86B8-3479-719757ED74E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A98BF45F-24C4-2CA7-5ECC-FE34C6F79A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003C244D-9069-8094-8CB8-6E8D31343A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F9B044D-3763-58EA-CA1D-37D545693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137FCCCA-7664-64F2-5A47-5FAA7B930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6A3FC23D-4854-C877-7AB8-446664415B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9D1E53A9-EEA4-21F6-709F-457B9DC2BE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1C1A2AEB-E0EC-4ED1-383B-91DC2EE5D7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AF3C2DD-AC98-2257-F5D9-A16EFCB876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CB1CFAE3-8C13-C3E7-408F-220EE3FEF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8F634496-3121-C966-681B-0B0AFCD649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6689D919-960B-A757-045D-C594BF3D5C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DDF1B14C-17AC-5805-3D0A-C6CE20C5B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F3E3E3C3-AEA1-A4FD-FF50-17D77FCA80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1B3FAD40-C0DB-4259-7E48-85D444B68F6E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1B3FAD40-C0DB-4259-7E48-85D444B68F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6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8" name="TextBox 407">
                    <a:extLst>
                      <a:ext uri="{FF2B5EF4-FFF2-40B4-BE49-F238E27FC236}">
                        <a16:creationId xmlns:a16="http://schemas.microsoft.com/office/drawing/2014/main" id="{B52F5FF5-54AE-582F-74B2-6FF3F72356C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8" name="TextBox 407">
                    <a:extLst>
                      <a:ext uri="{FF2B5EF4-FFF2-40B4-BE49-F238E27FC236}">
                        <a16:creationId xmlns:a16="http://schemas.microsoft.com/office/drawing/2014/main" id="{B52F5FF5-54AE-582F-74B2-6FF3F72356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1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9" name="TextBox 408">
                    <a:extLst>
                      <a:ext uri="{FF2B5EF4-FFF2-40B4-BE49-F238E27FC236}">
                        <a16:creationId xmlns:a16="http://schemas.microsoft.com/office/drawing/2014/main" id="{8BC17704-9E03-2B12-B6DE-FC378542487C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9" name="TextBox 408">
                    <a:extLst>
                      <a:ext uri="{FF2B5EF4-FFF2-40B4-BE49-F238E27FC236}">
                        <a16:creationId xmlns:a16="http://schemas.microsoft.com/office/drawing/2014/main" id="{8BC17704-9E03-2B12-B6DE-FC37854248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0" name="TextBox 409">
                    <a:extLst>
                      <a:ext uri="{FF2B5EF4-FFF2-40B4-BE49-F238E27FC236}">
                        <a16:creationId xmlns:a16="http://schemas.microsoft.com/office/drawing/2014/main" id="{FFEF70C1-6B6D-BCD9-F29D-3ED13446BFF8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0" name="TextBox 409">
                    <a:extLst>
                      <a:ext uri="{FF2B5EF4-FFF2-40B4-BE49-F238E27FC236}">
                        <a16:creationId xmlns:a16="http://schemas.microsoft.com/office/drawing/2014/main" id="{FFEF70C1-6B6D-BCD9-F29D-3ED13446BF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1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46783844-46B2-D9CF-9489-293FBE571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2" name="TextBox 411">
                    <a:extLst>
                      <a:ext uri="{FF2B5EF4-FFF2-40B4-BE49-F238E27FC236}">
                        <a16:creationId xmlns:a16="http://schemas.microsoft.com/office/drawing/2014/main" id="{D99FA94D-0AFF-5E67-827F-61CA70F05E66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2" name="TextBox 411">
                    <a:extLst>
                      <a:ext uri="{FF2B5EF4-FFF2-40B4-BE49-F238E27FC236}">
                        <a16:creationId xmlns:a16="http://schemas.microsoft.com/office/drawing/2014/main" id="{D99FA94D-0AFF-5E67-827F-61CA70F05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1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3" name="TextBox 412">
                    <a:extLst>
                      <a:ext uri="{FF2B5EF4-FFF2-40B4-BE49-F238E27FC236}">
                        <a16:creationId xmlns:a16="http://schemas.microsoft.com/office/drawing/2014/main" id="{78FC26A7-0CA5-59C1-67AA-19F81DE55073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3" name="TextBox 412">
                    <a:extLst>
                      <a:ext uri="{FF2B5EF4-FFF2-40B4-BE49-F238E27FC236}">
                        <a16:creationId xmlns:a16="http://schemas.microsoft.com/office/drawing/2014/main" id="{78FC26A7-0CA5-59C1-67AA-19F81DE550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4" name="TextBox 413">
                    <a:extLst>
                      <a:ext uri="{FF2B5EF4-FFF2-40B4-BE49-F238E27FC236}">
                        <a16:creationId xmlns:a16="http://schemas.microsoft.com/office/drawing/2014/main" id="{FE8272F2-2327-676A-9311-2BDDBCBC3831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4" name="TextBox 413">
                    <a:extLst>
                      <a:ext uri="{FF2B5EF4-FFF2-40B4-BE49-F238E27FC236}">
                        <a16:creationId xmlns:a16="http://schemas.microsoft.com/office/drawing/2014/main" id="{FE8272F2-2327-676A-9311-2BDDBCBC38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2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5" name="TextBox 414">
                    <a:extLst>
                      <a:ext uri="{FF2B5EF4-FFF2-40B4-BE49-F238E27FC236}">
                        <a16:creationId xmlns:a16="http://schemas.microsoft.com/office/drawing/2014/main" id="{41FC998F-C7CD-C82F-7825-A968AA9EF968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5" name="TextBox 414">
                    <a:extLst>
                      <a:ext uri="{FF2B5EF4-FFF2-40B4-BE49-F238E27FC236}">
                        <a16:creationId xmlns:a16="http://schemas.microsoft.com/office/drawing/2014/main" id="{41FC998F-C7CD-C82F-7825-A968AA9EF9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126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6" name="TextBox 415">
                    <a:extLst>
                      <a:ext uri="{FF2B5EF4-FFF2-40B4-BE49-F238E27FC236}">
                        <a16:creationId xmlns:a16="http://schemas.microsoft.com/office/drawing/2014/main" id="{4EF34119-6272-DF78-BEB2-069634B084E0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6" name="TextBox 415">
                    <a:extLst>
                      <a:ext uri="{FF2B5EF4-FFF2-40B4-BE49-F238E27FC236}">
                        <a16:creationId xmlns:a16="http://schemas.microsoft.com/office/drawing/2014/main" id="{4EF34119-6272-DF78-BEB2-069634B084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8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0752DA53-9AE7-59E2-17B1-B840AF990DCC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0752DA53-9AE7-59E2-17B1-B840AF990D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2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C11BF04-61AE-E190-E0FE-EC328C39E9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A6A082EB-E632-B756-0D69-7AAEFF2099AE}"/>
                  </a:ext>
                </a:extLst>
              </p:cNvPr>
              <p:cNvSpPr txBox="1"/>
              <p:nvPr/>
            </p:nvSpPr>
            <p:spPr>
              <a:xfrm>
                <a:off x="2271713" y="4936418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A6A082EB-E632-B756-0D69-7AAEFF209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13" y="4936418"/>
                <a:ext cx="896111" cy="588751"/>
              </a:xfrm>
              <a:prstGeom prst="rect">
                <a:avLst/>
              </a:prstGeom>
              <a:blipFill>
                <a:blip r:embed="rId128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3" name="TextBox 582">
                <a:extLst>
                  <a:ext uri="{FF2B5EF4-FFF2-40B4-BE49-F238E27FC236}">
                    <a16:creationId xmlns:a16="http://schemas.microsoft.com/office/drawing/2014/main" id="{785E2C52-5641-9481-2F13-B2A1410AC158}"/>
                  </a:ext>
                </a:extLst>
              </p:cNvPr>
              <p:cNvSpPr txBox="1"/>
              <p:nvPr/>
            </p:nvSpPr>
            <p:spPr>
              <a:xfrm>
                <a:off x="9859362" y="489288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3" name="TextBox 582">
                <a:extLst>
                  <a:ext uri="{FF2B5EF4-FFF2-40B4-BE49-F238E27FC236}">
                    <a16:creationId xmlns:a16="http://schemas.microsoft.com/office/drawing/2014/main" id="{785E2C52-5641-9481-2F13-B2A1410AC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62" y="4892885"/>
                <a:ext cx="896111" cy="588751"/>
              </a:xfrm>
              <a:prstGeom prst="rect">
                <a:avLst/>
              </a:prstGeom>
              <a:blipFill>
                <a:blip r:embed="rId129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387DA45F-77B5-B7EA-DAF0-5AF34C235359}"/>
                  </a:ext>
                </a:extLst>
              </p:cNvPr>
              <p:cNvSpPr txBox="1"/>
              <p:nvPr/>
            </p:nvSpPr>
            <p:spPr>
              <a:xfrm>
                <a:off x="17136140" y="483066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387DA45F-77B5-B7EA-DAF0-5AF34C235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6140" y="4830665"/>
                <a:ext cx="896111" cy="588751"/>
              </a:xfrm>
              <a:prstGeom prst="rect">
                <a:avLst/>
              </a:prstGeom>
              <a:blipFill>
                <a:blip r:embed="rId130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608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oup 335">
            <a:extLst>
              <a:ext uri="{FF2B5EF4-FFF2-40B4-BE49-F238E27FC236}">
                <a16:creationId xmlns:a16="http://schemas.microsoft.com/office/drawing/2014/main" id="{A42F48A8-70A1-0F3F-48D8-4FDE99287283}"/>
              </a:ext>
            </a:extLst>
          </p:cNvPr>
          <p:cNvGrpSpPr/>
          <p:nvPr/>
        </p:nvGrpSpPr>
        <p:grpSpPr>
          <a:xfrm>
            <a:off x="2002202" y="4956175"/>
            <a:ext cx="7187409" cy="5916967"/>
            <a:chOff x="26065361" y="17237100"/>
            <a:chExt cx="8984262" cy="7396210"/>
          </a:xfrm>
        </p:grpSpPr>
        <p:grpSp>
          <p:nvGrpSpPr>
            <p:cNvPr id="337" name="Group 336">
              <a:extLst>
                <a:ext uri="{FF2B5EF4-FFF2-40B4-BE49-F238E27FC236}">
                  <a16:creationId xmlns:a16="http://schemas.microsoft.com/office/drawing/2014/main" id="{7EC113AF-CF53-261F-845F-8F6EEB0C3CA1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96210"/>
              <a:chOff x="26432895" y="15082907"/>
              <a:chExt cx="8984262" cy="739621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3"/>
                    <a:ext cx="1120139" cy="6694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8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E4E5CBD5-EDFD-689A-CFC1-0CED44A169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3"/>
                    <a:ext cx="1120139" cy="66941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3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6694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8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42CCD0C2-9116-4553-C08E-39A45B9828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66941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3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1E7DCF7F-E05D-5C64-6CE4-21034D9787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73096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5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9EF1C3F2-3B7D-6825-1202-9B7E021A82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055A879A-AB7E-AD82-5700-673E8E485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3E0FC168-D58B-175C-B1F3-F5E470581D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10C99A1D-8E17-92A2-7EC7-E977519B0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a16:creationId xmlns:a16="http://schemas.microsoft.com/office/drawing/2014/main" id="{9F2CB8EA-C3F9-C9CF-B466-B56368BD8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a16:creationId xmlns:a16="http://schemas.microsoft.com/office/drawing/2014/main" id="{B96F8227-AABC-A72D-763E-5BC8A69C1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a16:creationId xmlns:a16="http://schemas.microsoft.com/office/drawing/2014/main" id="{E5E7F02C-B867-DA74-1EDC-80788A5CB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Straight Connector 348">
                <a:extLst>
                  <a:ext uri="{FF2B5EF4-FFF2-40B4-BE49-F238E27FC236}">
                    <a16:creationId xmlns:a16="http://schemas.microsoft.com/office/drawing/2014/main" id="{6DE50824-94D4-1CC3-07B1-C9F44028F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2176A3AF-AE50-FB45-4627-F518B94774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Straight Connector 350">
                <a:extLst>
                  <a:ext uri="{FF2B5EF4-FFF2-40B4-BE49-F238E27FC236}">
                    <a16:creationId xmlns:a16="http://schemas.microsoft.com/office/drawing/2014/main" id="{0043B1F8-7DB4-52A0-2CA1-55FC6BCA14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ABF20D0-A416-FC2B-32B2-E75413ABDA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E1D0411F-39D5-2950-027F-C3394F8D1D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683ECAFC-1FA3-A687-25DE-9F5AF1667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974CB2D6-5DB9-AD25-EB68-9A0D2621F8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4985063-94FE-E732-337A-EDB1716F20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Straight Connector 356">
                <a:extLst>
                  <a:ext uri="{FF2B5EF4-FFF2-40B4-BE49-F238E27FC236}">
                    <a16:creationId xmlns:a16="http://schemas.microsoft.com/office/drawing/2014/main" id="{96E2C60C-BE46-E61E-D526-8C8702C736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81D3BCE1-8A22-EAFF-0F27-E9A84C25E9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B9264A91-8BA8-C638-D765-EA57743BA9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FCE5A805-4458-6A01-ABA3-2A254BCAD1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60">
                <a:extLst>
                  <a:ext uri="{FF2B5EF4-FFF2-40B4-BE49-F238E27FC236}">
                    <a16:creationId xmlns:a16="http://schemas.microsoft.com/office/drawing/2014/main" id="{5DFD0420-A19D-0630-A0A7-DE3A9BB180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Straight Connector 361">
                <a:extLst>
                  <a:ext uri="{FF2B5EF4-FFF2-40B4-BE49-F238E27FC236}">
                    <a16:creationId xmlns:a16="http://schemas.microsoft.com/office/drawing/2014/main" id="{E78D7022-C481-2D5A-BFE5-BB136F6EA9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Straight Connector 362">
                <a:extLst>
                  <a:ext uri="{FF2B5EF4-FFF2-40B4-BE49-F238E27FC236}">
                    <a16:creationId xmlns:a16="http://schemas.microsoft.com/office/drawing/2014/main" id="{862F2079-4978-DF8A-8D73-6AA9CD211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1640B957-558C-D557-8E19-2938096B93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Straight Connector 364">
                <a:extLst>
                  <a:ext uri="{FF2B5EF4-FFF2-40B4-BE49-F238E27FC236}">
                    <a16:creationId xmlns:a16="http://schemas.microsoft.com/office/drawing/2014/main" id="{C81DF181-06A5-DCF7-FE16-5C2F1E00F1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66" name="TextBox 365">
                    <a:extLst>
                      <a:ext uri="{FF2B5EF4-FFF2-40B4-BE49-F238E27FC236}">
                        <a16:creationId xmlns:a16="http://schemas.microsoft.com/office/drawing/2014/main" id="{2B6A0F01-32F8-8950-6EF2-6755103909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73096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6694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8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67" name="TextBox 366">
                    <a:extLst>
                      <a:ext uri="{FF2B5EF4-FFF2-40B4-BE49-F238E27FC236}">
                        <a16:creationId xmlns:a16="http://schemas.microsoft.com/office/drawing/2014/main" id="{C2F89B0E-0F9C-D2EE-4961-54F51FD7FE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66941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6694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8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68" name="TextBox 367">
                    <a:extLst>
                      <a:ext uri="{FF2B5EF4-FFF2-40B4-BE49-F238E27FC236}">
                        <a16:creationId xmlns:a16="http://schemas.microsoft.com/office/drawing/2014/main" id="{64809C9F-3DE8-1CCE-4B6F-90D4A0469A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66941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6694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8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69" name="TextBox 368">
                    <a:extLst>
                      <a:ext uri="{FF2B5EF4-FFF2-40B4-BE49-F238E27FC236}">
                        <a16:creationId xmlns:a16="http://schemas.microsoft.com/office/drawing/2014/main" id="{3D85E7BC-31CC-7D14-55AE-41F1EE4C32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66941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0A0F5A34-339A-00D0-31C7-2563590EFA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3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1" name="TextBox 370">
                    <a:extLst>
                      <a:ext uri="{FF2B5EF4-FFF2-40B4-BE49-F238E27FC236}">
                        <a16:creationId xmlns:a16="http://schemas.microsoft.com/office/drawing/2014/main" id="{8ACD95A6-68A0-F1A0-3207-99A23A9973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3"/>
                    <a:ext cx="1120139" cy="7309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5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2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2" name="TextBox 371">
                    <a:extLst>
                      <a:ext uri="{FF2B5EF4-FFF2-40B4-BE49-F238E27FC236}">
                        <a16:creationId xmlns:a16="http://schemas.microsoft.com/office/drawing/2014/main" id="{D7A01911-D757-5155-B5DD-A32BDCBBC6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2"/>
                    <a:ext cx="1120139" cy="7309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06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6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3" name="TextBox 372">
                    <a:extLst>
                      <a:ext uri="{FF2B5EF4-FFF2-40B4-BE49-F238E27FC236}">
                        <a16:creationId xmlns:a16="http://schemas.microsoft.com/office/drawing/2014/main" id="{B490FC5E-6AE1-A1CF-784A-239EFD9D96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6"/>
                    <a:ext cx="1120139" cy="73096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85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8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4" name="TextBox 373">
                    <a:extLst>
                      <a:ext uri="{FF2B5EF4-FFF2-40B4-BE49-F238E27FC236}">
                        <a16:creationId xmlns:a16="http://schemas.microsoft.com/office/drawing/2014/main" id="{78D092F6-7372-593A-0484-58D0E76020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8"/>
                    <a:ext cx="1120139" cy="73096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85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8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5" name="TextBox 374">
                    <a:extLst>
                      <a:ext uri="{FF2B5EF4-FFF2-40B4-BE49-F238E27FC236}">
                        <a16:creationId xmlns:a16="http://schemas.microsoft.com/office/drawing/2014/main" id="{C3F2A2E5-1FDD-BA03-BA4A-9A667A508C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8"/>
                    <a:ext cx="1120139" cy="7309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85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880" dirty="0"/>
                  </a:p>
                </p:txBody>
              </p:sp>
            </mc:Choice>
            <mc:Fallback>
              <p:sp>
                <p:nvSpPr>
                  <p:cNvPr id="376" name="TextBox 375">
                    <a:extLst>
                      <a:ext uri="{FF2B5EF4-FFF2-40B4-BE49-F238E27FC236}">
                        <a16:creationId xmlns:a16="http://schemas.microsoft.com/office/drawing/2014/main" id="{9E28A26A-387A-D4E6-C1CC-C11CBEE8F1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7309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08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A5F1FFD2-84C3-1635-EFA2-4F1DCDA82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C024D87F-04DE-AF37-9429-503D8FC42BBC}"/>
              </a:ext>
            </a:extLst>
          </p:cNvPr>
          <p:cNvSpPr/>
          <p:nvPr/>
        </p:nvSpPr>
        <p:spPr>
          <a:xfrm>
            <a:off x="3304049" y="8442993"/>
            <a:ext cx="1177770" cy="1869034"/>
          </a:xfrm>
          <a:custGeom>
            <a:avLst/>
            <a:gdLst>
              <a:gd name="connsiteX0" fmla="*/ 0 w 1314476"/>
              <a:gd name="connsiteY0" fmla="*/ 2085975 h 2085975"/>
              <a:gd name="connsiteX1" fmla="*/ 14288 w 1314476"/>
              <a:gd name="connsiteY1" fmla="*/ 1885950 h 2085975"/>
              <a:gd name="connsiteX2" fmla="*/ 42863 w 1314476"/>
              <a:gd name="connsiteY2" fmla="*/ 1800225 h 2085975"/>
              <a:gd name="connsiteX3" fmla="*/ 57150 w 1314476"/>
              <a:gd name="connsiteY3" fmla="*/ 1757363 h 2085975"/>
              <a:gd name="connsiteX4" fmla="*/ 85725 w 1314476"/>
              <a:gd name="connsiteY4" fmla="*/ 1714500 h 2085975"/>
              <a:gd name="connsiteX5" fmla="*/ 100013 w 1314476"/>
              <a:gd name="connsiteY5" fmla="*/ 1671638 h 2085975"/>
              <a:gd name="connsiteX6" fmla="*/ 200025 w 1314476"/>
              <a:gd name="connsiteY6" fmla="*/ 1557338 h 2085975"/>
              <a:gd name="connsiteX7" fmla="*/ 257175 w 1314476"/>
              <a:gd name="connsiteY7" fmla="*/ 1471613 h 2085975"/>
              <a:gd name="connsiteX8" fmla="*/ 300038 w 1314476"/>
              <a:gd name="connsiteY8" fmla="*/ 1371600 h 2085975"/>
              <a:gd name="connsiteX9" fmla="*/ 357188 w 1314476"/>
              <a:gd name="connsiteY9" fmla="*/ 1243013 h 2085975"/>
              <a:gd name="connsiteX10" fmla="*/ 371475 w 1314476"/>
              <a:gd name="connsiteY10" fmla="*/ 1185863 h 2085975"/>
              <a:gd name="connsiteX11" fmla="*/ 457200 w 1314476"/>
              <a:gd name="connsiteY11" fmla="*/ 1042988 h 2085975"/>
              <a:gd name="connsiteX12" fmla="*/ 485775 w 1314476"/>
              <a:gd name="connsiteY12" fmla="*/ 1000125 h 2085975"/>
              <a:gd name="connsiteX13" fmla="*/ 528638 w 1314476"/>
              <a:gd name="connsiteY13" fmla="*/ 971550 h 2085975"/>
              <a:gd name="connsiteX14" fmla="*/ 628650 w 1314476"/>
              <a:gd name="connsiteY14" fmla="*/ 842963 h 2085975"/>
              <a:gd name="connsiteX15" fmla="*/ 700088 w 1314476"/>
              <a:gd name="connsiteY15" fmla="*/ 757238 h 2085975"/>
              <a:gd name="connsiteX16" fmla="*/ 757238 w 1314476"/>
              <a:gd name="connsiteY16" fmla="*/ 671513 h 2085975"/>
              <a:gd name="connsiteX17" fmla="*/ 771525 w 1314476"/>
              <a:gd name="connsiteY17" fmla="*/ 628650 h 2085975"/>
              <a:gd name="connsiteX18" fmla="*/ 800100 w 1314476"/>
              <a:gd name="connsiteY18" fmla="*/ 585788 h 2085975"/>
              <a:gd name="connsiteX19" fmla="*/ 828675 w 1314476"/>
              <a:gd name="connsiteY19" fmla="*/ 500063 h 2085975"/>
              <a:gd name="connsiteX20" fmla="*/ 842963 w 1314476"/>
              <a:gd name="connsiteY20" fmla="*/ 457200 h 2085975"/>
              <a:gd name="connsiteX21" fmla="*/ 885825 w 1314476"/>
              <a:gd name="connsiteY21" fmla="*/ 371475 h 2085975"/>
              <a:gd name="connsiteX22" fmla="*/ 928688 w 1314476"/>
              <a:gd name="connsiteY22" fmla="*/ 342900 h 2085975"/>
              <a:gd name="connsiteX23" fmla="*/ 985838 w 1314476"/>
              <a:gd name="connsiteY23" fmla="*/ 257175 h 2085975"/>
              <a:gd name="connsiteX24" fmla="*/ 1100138 w 1314476"/>
              <a:gd name="connsiteY24" fmla="*/ 128588 h 2085975"/>
              <a:gd name="connsiteX25" fmla="*/ 1143000 w 1314476"/>
              <a:gd name="connsiteY25" fmla="*/ 100013 h 2085975"/>
              <a:gd name="connsiteX26" fmla="*/ 1228725 w 1314476"/>
              <a:gd name="connsiteY26" fmla="*/ 71438 h 2085975"/>
              <a:gd name="connsiteX27" fmla="*/ 1314450 w 1314476"/>
              <a:gd name="connsiteY27" fmla="*/ 0 h 2085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314476" h="2085975">
                <a:moveTo>
                  <a:pt x="0" y="2085975"/>
                </a:moveTo>
                <a:cubicBezTo>
                  <a:pt x="4763" y="2019300"/>
                  <a:pt x="4372" y="1952055"/>
                  <a:pt x="14288" y="1885950"/>
                </a:cubicBezTo>
                <a:cubicBezTo>
                  <a:pt x="18756" y="1856163"/>
                  <a:pt x="33338" y="1828800"/>
                  <a:pt x="42863" y="1800225"/>
                </a:cubicBezTo>
                <a:cubicBezTo>
                  <a:pt x="47625" y="1785938"/>
                  <a:pt x="48796" y="1769894"/>
                  <a:pt x="57150" y="1757363"/>
                </a:cubicBezTo>
                <a:cubicBezTo>
                  <a:pt x="66675" y="1743075"/>
                  <a:pt x="78046" y="1729859"/>
                  <a:pt x="85725" y="1714500"/>
                </a:cubicBezTo>
                <a:cubicBezTo>
                  <a:pt x="92460" y="1701030"/>
                  <a:pt x="92699" y="1684803"/>
                  <a:pt x="100013" y="1671638"/>
                </a:cubicBezTo>
                <a:cubicBezTo>
                  <a:pt x="149039" y="1583391"/>
                  <a:pt x="137412" y="1599080"/>
                  <a:pt x="200025" y="1557338"/>
                </a:cubicBezTo>
                <a:cubicBezTo>
                  <a:pt x="219075" y="1528763"/>
                  <a:pt x="246315" y="1504193"/>
                  <a:pt x="257175" y="1471613"/>
                </a:cubicBezTo>
                <a:cubicBezTo>
                  <a:pt x="303170" y="1333630"/>
                  <a:pt x="229412" y="1548164"/>
                  <a:pt x="300038" y="1371600"/>
                </a:cubicBezTo>
                <a:cubicBezTo>
                  <a:pt x="351045" y="1244082"/>
                  <a:pt x="302212" y="1325476"/>
                  <a:pt x="357188" y="1243013"/>
                </a:cubicBezTo>
                <a:cubicBezTo>
                  <a:pt x="361950" y="1223963"/>
                  <a:pt x="364580" y="1204249"/>
                  <a:pt x="371475" y="1185863"/>
                </a:cubicBezTo>
                <a:cubicBezTo>
                  <a:pt x="390303" y="1135654"/>
                  <a:pt x="428717" y="1085713"/>
                  <a:pt x="457200" y="1042988"/>
                </a:cubicBezTo>
                <a:cubicBezTo>
                  <a:pt x="466725" y="1028700"/>
                  <a:pt x="471487" y="1009650"/>
                  <a:pt x="485775" y="1000125"/>
                </a:cubicBezTo>
                <a:lnTo>
                  <a:pt x="528638" y="971550"/>
                </a:lnTo>
                <a:cubicBezTo>
                  <a:pt x="673086" y="754877"/>
                  <a:pt x="516737" y="977260"/>
                  <a:pt x="628650" y="842963"/>
                </a:cubicBezTo>
                <a:cubicBezTo>
                  <a:pt x="728100" y="723623"/>
                  <a:pt x="574874" y="882449"/>
                  <a:pt x="700088" y="757238"/>
                </a:cubicBezTo>
                <a:cubicBezTo>
                  <a:pt x="734059" y="655320"/>
                  <a:pt x="685889" y="778537"/>
                  <a:pt x="757238" y="671513"/>
                </a:cubicBezTo>
                <a:cubicBezTo>
                  <a:pt x="765592" y="658982"/>
                  <a:pt x="764790" y="642121"/>
                  <a:pt x="771525" y="628650"/>
                </a:cubicBezTo>
                <a:cubicBezTo>
                  <a:pt x="779204" y="613291"/>
                  <a:pt x="793126" y="601479"/>
                  <a:pt x="800100" y="585788"/>
                </a:cubicBezTo>
                <a:cubicBezTo>
                  <a:pt x="812333" y="558263"/>
                  <a:pt x="819150" y="528638"/>
                  <a:pt x="828675" y="500063"/>
                </a:cubicBezTo>
                <a:lnTo>
                  <a:pt x="842963" y="457200"/>
                </a:lnTo>
                <a:cubicBezTo>
                  <a:pt x="854583" y="422339"/>
                  <a:pt x="858128" y="399172"/>
                  <a:pt x="885825" y="371475"/>
                </a:cubicBezTo>
                <a:cubicBezTo>
                  <a:pt x="897967" y="359333"/>
                  <a:pt x="914400" y="352425"/>
                  <a:pt x="928688" y="342900"/>
                </a:cubicBezTo>
                <a:lnTo>
                  <a:pt x="985838" y="257175"/>
                </a:lnTo>
                <a:cubicBezTo>
                  <a:pt x="1020195" y="205640"/>
                  <a:pt x="1041419" y="167734"/>
                  <a:pt x="1100138" y="128588"/>
                </a:cubicBezTo>
                <a:cubicBezTo>
                  <a:pt x="1114425" y="119063"/>
                  <a:pt x="1127309" y="106987"/>
                  <a:pt x="1143000" y="100013"/>
                </a:cubicBezTo>
                <a:cubicBezTo>
                  <a:pt x="1170525" y="87780"/>
                  <a:pt x="1228725" y="71438"/>
                  <a:pt x="1228725" y="71438"/>
                </a:cubicBezTo>
                <a:cubicBezTo>
                  <a:pt x="1318413" y="11646"/>
                  <a:pt x="1314450" y="48631"/>
                  <a:pt x="1314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>
              <a:solidFill>
                <a:schemeClr val="tx1"/>
              </a:solidFill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9954C22-543E-8063-F7D4-A9D96B1143CE}"/>
              </a:ext>
            </a:extLst>
          </p:cNvPr>
          <p:cNvSpPr/>
          <p:nvPr/>
        </p:nvSpPr>
        <p:spPr>
          <a:xfrm>
            <a:off x="4494599" y="8468590"/>
            <a:ext cx="1113737" cy="1843430"/>
          </a:xfrm>
          <a:custGeom>
            <a:avLst/>
            <a:gdLst>
              <a:gd name="connsiteX0" fmla="*/ 1243012 w 1243012"/>
              <a:gd name="connsiteY0" fmla="*/ 2057400 h 2057400"/>
              <a:gd name="connsiteX1" fmla="*/ 1143000 w 1243012"/>
              <a:gd name="connsiteY1" fmla="*/ 1985963 h 2057400"/>
              <a:gd name="connsiteX2" fmla="*/ 1100137 w 1243012"/>
              <a:gd name="connsiteY2" fmla="*/ 1943100 h 2057400"/>
              <a:gd name="connsiteX3" fmla="*/ 1057275 w 1243012"/>
              <a:gd name="connsiteY3" fmla="*/ 1914525 h 2057400"/>
              <a:gd name="connsiteX4" fmla="*/ 971550 w 1243012"/>
              <a:gd name="connsiteY4" fmla="*/ 1828800 h 2057400"/>
              <a:gd name="connsiteX5" fmla="*/ 885825 w 1243012"/>
              <a:gd name="connsiteY5" fmla="*/ 1757363 h 2057400"/>
              <a:gd name="connsiteX6" fmla="*/ 857250 w 1243012"/>
              <a:gd name="connsiteY6" fmla="*/ 1714500 h 2057400"/>
              <a:gd name="connsiteX7" fmla="*/ 785812 w 1243012"/>
              <a:gd name="connsiteY7" fmla="*/ 1628775 h 2057400"/>
              <a:gd name="connsiteX8" fmla="*/ 771525 w 1243012"/>
              <a:gd name="connsiteY8" fmla="*/ 1428750 h 2057400"/>
              <a:gd name="connsiteX9" fmla="*/ 800100 w 1243012"/>
              <a:gd name="connsiteY9" fmla="*/ 1385888 h 2057400"/>
              <a:gd name="connsiteX10" fmla="*/ 785812 w 1243012"/>
              <a:gd name="connsiteY10" fmla="*/ 1257300 h 2057400"/>
              <a:gd name="connsiteX11" fmla="*/ 757237 w 1243012"/>
              <a:gd name="connsiteY11" fmla="*/ 1214438 h 2057400"/>
              <a:gd name="connsiteX12" fmla="*/ 671512 w 1243012"/>
              <a:gd name="connsiteY12" fmla="*/ 1071563 h 2057400"/>
              <a:gd name="connsiteX13" fmla="*/ 585787 w 1243012"/>
              <a:gd name="connsiteY13" fmla="*/ 942975 h 2057400"/>
              <a:gd name="connsiteX14" fmla="*/ 557212 w 1243012"/>
              <a:gd name="connsiteY14" fmla="*/ 900113 h 2057400"/>
              <a:gd name="connsiteX15" fmla="*/ 514350 w 1243012"/>
              <a:gd name="connsiteY15" fmla="*/ 857250 h 2057400"/>
              <a:gd name="connsiteX16" fmla="*/ 442912 w 1243012"/>
              <a:gd name="connsiteY16" fmla="*/ 728663 h 2057400"/>
              <a:gd name="connsiteX17" fmla="*/ 414337 w 1243012"/>
              <a:gd name="connsiteY17" fmla="*/ 685800 h 2057400"/>
              <a:gd name="connsiteX18" fmla="*/ 371475 w 1243012"/>
              <a:gd name="connsiteY18" fmla="*/ 542925 h 2057400"/>
              <a:gd name="connsiteX19" fmla="*/ 314325 w 1243012"/>
              <a:gd name="connsiteY19" fmla="*/ 457200 h 2057400"/>
              <a:gd name="connsiteX20" fmla="*/ 271462 w 1243012"/>
              <a:gd name="connsiteY20" fmla="*/ 300038 h 2057400"/>
              <a:gd name="connsiteX21" fmla="*/ 185737 w 1243012"/>
              <a:gd name="connsiteY21" fmla="*/ 228600 h 2057400"/>
              <a:gd name="connsiteX22" fmla="*/ 100012 w 1243012"/>
              <a:gd name="connsiteY22" fmla="*/ 157163 h 2057400"/>
              <a:gd name="connsiteX23" fmla="*/ 28575 w 1243012"/>
              <a:gd name="connsiteY23" fmla="*/ 71438 h 2057400"/>
              <a:gd name="connsiteX24" fmla="*/ 0 w 1243012"/>
              <a:gd name="connsiteY24" fmla="*/ 0 h 205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43012" h="2057400">
                <a:moveTo>
                  <a:pt x="1243012" y="2057400"/>
                </a:moveTo>
                <a:cubicBezTo>
                  <a:pt x="1209675" y="2033588"/>
                  <a:pt x="1174991" y="2011556"/>
                  <a:pt x="1143000" y="1985963"/>
                </a:cubicBezTo>
                <a:cubicBezTo>
                  <a:pt x="1127222" y="1973341"/>
                  <a:pt x="1115659" y="1956035"/>
                  <a:pt x="1100137" y="1943100"/>
                </a:cubicBezTo>
                <a:cubicBezTo>
                  <a:pt x="1086946" y="1932107"/>
                  <a:pt x="1070109" y="1925933"/>
                  <a:pt x="1057275" y="1914525"/>
                </a:cubicBezTo>
                <a:cubicBezTo>
                  <a:pt x="1027071" y="1887677"/>
                  <a:pt x="1005174" y="1851216"/>
                  <a:pt x="971550" y="1828800"/>
                </a:cubicBezTo>
                <a:cubicBezTo>
                  <a:pt x="929405" y="1800704"/>
                  <a:pt x="920202" y="1798616"/>
                  <a:pt x="885825" y="1757363"/>
                </a:cubicBezTo>
                <a:cubicBezTo>
                  <a:pt x="874832" y="1744171"/>
                  <a:pt x="868243" y="1727692"/>
                  <a:pt x="857250" y="1714500"/>
                </a:cubicBezTo>
                <a:cubicBezTo>
                  <a:pt x="765575" y="1604491"/>
                  <a:pt x="856759" y="1735196"/>
                  <a:pt x="785812" y="1628775"/>
                </a:cubicBezTo>
                <a:cubicBezTo>
                  <a:pt x="754285" y="1534194"/>
                  <a:pt x="741786" y="1537793"/>
                  <a:pt x="771525" y="1428750"/>
                </a:cubicBezTo>
                <a:cubicBezTo>
                  <a:pt x="776043" y="1412184"/>
                  <a:pt x="790575" y="1400175"/>
                  <a:pt x="800100" y="1385888"/>
                </a:cubicBezTo>
                <a:cubicBezTo>
                  <a:pt x="795337" y="1343025"/>
                  <a:pt x="796272" y="1299139"/>
                  <a:pt x="785812" y="1257300"/>
                </a:cubicBezTo>
                <a:cubicBezTo>
                  <a:pt x="781647" y="1240641"/>
                  <a:pt x="765756" y="1229347"/>
                  <a:pt x="757237" y="1214438"/>
                </a:cubicBezTo>
                <a:cubicBezTo>
                  <a:pt x="669365" y="1060662"/>
                  <a:pt x="811325" y="1281284"/>
                  <a:pt x="671512" y="1071563"/>
                </a:cubicBezTo>
                <a:lnTo>
                  <a:pt x="585787" y="942975"/>
                </a:lnTo>
                <a:cubicBezTo>
                  <a:pt x="576262" y="928688"/>
                  <a:pt x="569354" y="912255"/>
                  <a:pt x="557212" y="900113"/>
                </a:cubicBezTo>
                <a:lnTo>
                  <a:pt x="514350" y="857250"/>
                </a:lnTo>
                <a:cubicBezTo>
                  <a:pt x="489201" y="781807"/>
                  <a:pt x="508416" y="826920"/>
                  <a:pt x="442912" y="728663"/>
                </a:cubicBezTo>
                <a:lnTo>
                  <a:pt x="414337" y="685800"/>
                </a:lnTo>
                <a:cubicBezTo>
                  <a:pt x="406350" y="653851"/>
                  <a:pt x="385390" y="563797"/>
                  <a:pt x="371475" y="542925"/>
                </a:cubicBezTo>
                <a:lnTo>
                  <a:pt x="314325" y="457200"/>
                </a:lnTo>
                <a:cubicBezTo>
                  <a:pt x="309869" y="434921"/>
                  <a:pt x="288194" y="311193"/>
                  <a:pt x="271462" y="300038"/>
                </a:cubicBezTo>
                <a:cubicBezTo>
                  <a:pt x="165045" y="229092"/>
                  <a:pt x="295746" y="320274"/>
                  <a:pt x="185737" y="228600"/>
                </a:cubicBezTo>
                <a:cubicBezTo>
                  <a:pt x="124438" y="177517"/>
                  <a:pt x="156929" y="225463"/>
                  <a:pt x="100012" y="157163"/>
                </a:cubicBezTo>
                <a:cubicBezTo>
                  <a:pt x="547" y="37806"/>
                  <a:pt x="153805" y="196668"/>
                  <a:pt x="28575" y="71438"/>
                </a:cubicBezTo>
                <a:cubicBezTo>
                  <a:pt x="10919" y="18472"/>
                  <a:pt x="21022" y="4204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BC8D5D67-C276-721B-A3AE-E9E07B977B9B}"/>
              </a:ext>
            </a:extLst>
          </p:cNvPr>
          <p:cNvSpPr/>
          <p:nvPr/>
        </p:nvSpPr>
        <p:spPr>
          <a:xfrm>
            <a:off x="4542437" y="7335311"/>
            <a:ext cx="991786" cy="1153494"/>
          </a:xfrm>
          <a:custGeom>
            <a:avLst/>
            <a:gdLst>
              <a:gd name="connsiteX0" fmla="*/ 0 w 991786"/>
              <a:gd name="connsiteY0" fmla="*/ 1153494 h 1153494"/>
              <a:gd name="connsiteX1" fmla="*/ 10779 w 991786"/>
              <a:gd name="connsiteY1" fmla="*/ 1078031 h 1153494"/>
              <a:gd name="connsiteX2" fmla="*/ 64681 w 991786"/>
              <a:gd name="connsiteY2" fmla="*/ 1024130 h 1153494"/>
              <a:gd name="connsiteX3" fmla="*/ 107802 w 991786"/>
              <a:gd name="connsiteY3" fmla="*/ 991789 h 1153494"/>
              <a:gd name="connsiteX4" fmla="*/ 140143 w 991786"/>
              <a:gd name="connsiteY4" fmla="*/ 959448 h 1153494"/>
              <a:gd name="connsiteX5" fmla="*/ 183264 w 991786"/>
              <a:gd name="connsiteY5" fmla="*/ 927107 h 1153494"/>
              <a:gd name="connsiteX6" fmla="*/ 204825 w 991786"/>
              <a:gd name="connsiteY6" fmla="*/ 905546 h 1153494"/>
              <a:gd name="connsiteX7" fmla="*/ 247946 w 991786"/>
              <a:gd name="connsiteY7" fmla="*/ 873205 h 1153494"/>
              <a:gd name="connsiteX8" fmla="*/ 312627 w 991786"/>
              <a:gd name="connsiteY8" fmla="*/ 786963 h 1153494"/>
              <a:gd name="connsiteX9" fmla="*/ 334188 w 991786"/>
              <a:gd name="connsiteY9" fmla="*/ 765402 h 1153494"/>
              <a:gd name="connsiteX10" fmla="*/ 344968 w 991786"/>
              <a:gd name="connsiteY10" fmla="*/ 733062 h 1153494"/>
              <a:gd name="connsiteX11" fmla="*/ 366529 w 991786"/>
              <a:gd name="connsiteY11" fmla="*/ 700720 h 1153494"/>
              <a:gd name="connsiteX12" fmla="*/ 377309 w 991786"/>
              <a:gd name="connsiteY12" fmla="*/ 657599 h 1153494"/>
              <a:gd name="connsiteX13" fmla="*/ 398870 w 991786"/>
              <a:gd name="connsiteY13" fmla="*/ 625258 h 1153494"/>
              <a:gd name="connsiteX14" fmla="*/ 441991 w 991786"/>
              <a:gd name="connsiteY14" fmla="*/ 560576 h 1153494"/>
              <a:gd name="connsiteX15" fmla="*/ 517452 w 991786"/>
              <a:gd name="connsiteY15" fmla="*/ 485114 h 1153494"/>
              <a:gd name="connsiteX16" fmla="*/ 549794 w 991786"/>
              <a:gd name="connsiteY16" fmla="*/ 452773 h 1153494"/>
              <a:gd name="connsiteX17" fmla="*/ 625256 w 991786"/>
              <a:gd name="connsiteY17" fmla="*/ 420432 h 1153494"/>
              <a:gd name="connsiteX18" fmla="*/ 668377 w 991786"/>
              <a:gd name="connsiteY18" fmla="*/ 398872 h 1153494"/>
              <a:gd name="connsiteX19" fmla="*/ 733059 w 991786"/>
              <a:gd name="connsiteY19" fmla="*/ 355750 h 1153494"/>
              <a:gd name="connsiteX20" fmla="*/ 765400 w 991786"/>
              <a:gd name="connsiteY20" fmla="*/ 334189 h 1153494"/>
              <a:gd name="connsiteX21" fmla="*/ 797740 w 991786"/>
              <a:gd name="connsiteY21" fmla="*/ 269508 h 1153494"/>
              <a:gd name="connsiteX22" fmla="*/ 851641 w 991786"/>
              <a:gd name="connsiteY22" fmla="*/ 172485 h 1153494"/>
              <a:gd name="connsiteX23" fmla="*/ 905543 w 991786"/>
              <a:gd name="connsiteY23" fmla="*/ 118584 h 1153494"/>
              <a:gd name="connsiteX24" fmla="*/ 927103 w 991786"/>
              <a:gd name="connsiteY24" fmla="*/ 86242 h 1153494"/>
              <a:gd name="connsiteX25" fmla="*/ 948665 w 991786"/>
              <a:gd name="connsiteY25" fmla="*/ 21560 h 1153494"/>
              <a:gd name="connsiteX26" fmla="*/ 991786 w 991786"/>
              <a:gd name="connsiteY26" fmla="*/ 0 h 1153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991786" h="1153494" extrusionOk="0">
                <a:moveTo>
                  <a:pt x="0" y="1153494"/>
                </a:moveTo>
                <a:cubicBezTo>
                  <a:pt x="526" y="1126448"/>
                  <a:pt x="-2874" y="1104753"/>
                  <a:pt x="10779" y="1078031"/>
                </a:cubicBezTo>
                <a:cubicBezTo>
                  <a:pt x="21293" y="1046902"/>
                  <a:pt x="36990" y="1041241"/>
                  <a:pt x="64681" y="1024130"/>
                </a:cubicBezTo>
                <a:cubicBezTo>
                  <a:pt x="77085" y="1015851"/>
                  <a:pt x="93684" y="1006113"/>
                  <a:pt x="107802" y="991789"/>
                </a:cubicBezTo>
                <a:cubicBezTo>
                  <a:pt x="116829" y="980474"/>
                  <a:pt x="129160" y="969653"/>
                  <a:pt x="140143" y="959448"/>
                </a:cubicBezTo>
                <a:cubicBezTo>
                  <a:pt x="158828" y="948353"/>
                  <a:pt x="171274" y="934878"/>
                  <a:pt x="183264" y="927107"/>
                </a:cubicBezTo>
                <a:cubicBezTo>
                  <a:pt x="190032" y="920441"/>
                  <a:pt x="196070" y="912945"/>
                  <a:pt x="204825" y="905546"/>
                </a:cubicBezTo>
                <a:cubicBezTo>
                  <a:pt x="218534" y="893147"/>
                  <a:pt x="233197" y="890201"/>
                  <a:pt x="247946" y="873205"/>
                </a:cubicBezTo>
                <a:cubicBezTo>
                  <a:pt x="276468" y="849052"/>
                  <a:pt x="295790" y="814434"/>
                  <a:pt x="312627" y="786963"/>
                </a:cubicBezTo>
                <a:cubicBezTo>
                  <a:pt x="315865" y="779107"/>
                  <a:pt x="331125" y="772956"/>
                  <a:pt x="334188" y="765402"/>
                </a:cubicBezTo>
                <a:cubicBezTo>
                  <a:pt x="338570" y="757072"/>
                  <a:pt x="341557" y="741573"/>
                  <a:pt x="344968" y="733062"/>
                </a:cubicBezTo>
                <a:cubicBezTo>
                  <a:pt x="351583" y="720944"/>
                  <a:pt x="358915" y="711987"/>
                  <a:pt x="366529" y="700720"/>
                </a:cubicBezTo>
                <a:cubicBezTo>
                  <a:pt x="372972" y="686348"/>
                  <a:pt x="369280" y="670370"/>
                  <a:pt x="377309" y="657599"/>
                </a:cubicBezTo>
                <a:cubicBezTo>
                  <a:pt x="382011" y="644689"/>
                  <a:pt x="392598" y="636397"/>
                  <a:pt x="398870" y="625258"/>
                </a:cubicBezTo>
                <a:cubicBezTo>
                  <a:pt x="424639" y="554729"/>
                  <a:pt x="378739" y="629207"/>
                  <a:pt x="441991" y="560576"/>
                </a:cubicBezTo>
                <a:cubicBezTo>
                  <a:pt x="458465" y="463576"/>
                  <a:pt x="445803" y="568588"/>
                  <a:pt x="517452" y="485114"/>
                </a:cubicBezTo>
                <a:cubicBezTo>
                  <a:pt x="531802" y="474914"/>
                  <a:pt x="532982" y="461816"/>
                  <a:pt x="549794" y="452773"/>
                </a:cubicBezTo>
                <a:cubicBezTo>
                  <a:pt x="585653" y="427051"/>
                  <a:pt x="588350" y="436396"/>
                  <a:pt x="625256" y="420432"/>
                </a:cubicBezTo>
                <a:cubicBezTo>
                  <a:pt x="643948" y="413272"/>
                  <a:pt x="654708" y="408198"/>
                  <a:pt x="668377" y="398872"/>
                </a:cubicBezTo>
                <a:cubicBezTo>
                  <a:pt x="693191" y="384668"/>
                  <a:pt x="711219" y="362593"/>
                  <a:pt x="733059" y="355750"/>
                </a:cubicBezTo>
                <a:cubicBezTo>
                  <a:pt x="745624" y="345104"/>
                  <a:pt x="755706" y="342527"/>
                  <a:pt x="765400" y="334189"/>
                </a:cubicBezTo>
                <a:cubicBezTo>
                  <a:pt x="786772" y="270179"/>
                  <a:pt x="750854" y="363316"/>
                  <a:pt x="797740" y="269508"/>
                </a:cubicBezTo>
                <a:cubicBezTo>
                  <a:pt x="822395" y="212025"/>
                  <a:pt x="796681" y="244544"/>
                  <a:pt x="851641" y="172485"/>
                </a:cubicBezTo>
                <a:cubicBezTo>
                  <a:pt x="869329" y="148698"/>
                  <a:pt x="896552" y="142941"/>
                  <a:pt x="905543" y="118584"/>
                </a:cubicBezTo>
                <a:cubicBezTo>
                  <a:pt x="909295" y="108557"/>
                  <a:pt x="920794" y="101346"/>
                  <a:pt x="927103" y="86242"/>
                </a:cubicBezTo>
                <a:cubicBezTo>
                  <a:pt x="935176" y="61827"/>
                  <a:pt x="932116" y="24982"/>
                  <a:pt x="948665" y="21560"/>
                </a:cubicBezTo>
                <a:cubicBezTo>
                  <a:pt x="987675" y="5963"/>
                  <a:pt x="971388" y="18210"/>
                  <a:pt x="99178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06905"/>
                      <a:gd name="connsiteY0" fmla="*/ 1287379 h 1287379"/>
                      <a:gd name="connsiteX1" fmla="*/ 12031 w 1106905"/>
                      <a:gd name="connsiteY1" fmla="*/ 1203158 h 1287379"/>
                      <a:gd name="connsiteX2" fmla="*/ 72189 w 1106905"/>
                      <a:gd name="connsiteY2" fmla="*/ 1143000 h 1287379"/>
                      <a:gd name="connsiteX3" fmla="*/ 120315 w 1106905"/>
                      <a:gd name="connsiteY3" fmla="*/ 1106906 h 1287379"/>
                      <a:gd name="connsiteX4" fmla="*/ 156410 w 1106905"/>
                      <a:gd name="connsiteY4" fmla="*/ 1070811 h 1287379"/>
                      <a:gd name="connsiteX5" fmla="*/ 204536 w 1106905"/>
                      <a:gd name="connsiteY5" fmla="*/ 1034716 h 1287379"/>
                      <a:gd name="connsiteX6" fmla="*/ 228600 w 1106905"/>
                      <a:gd name="connsiteY6" fmla="*/ 1010653 h 1287379"/>
                      <a:gd name="connsiteX7" fmla="*/ 276726 w 1106905"/>
                      <a:gd name="connsiteY7" fmla="*/ 974558 h 1287379"/>
                      <a:gd name="connsiteX8" fmla="*/ 348915 w 1106905"/>
                      <a:gd name="connsiteY8" fmla="*/ 878306 h 1287379"/>
                      <a:gd name="connsiteX9" fmla="*/ 372979 w 1106905"/>
                      <a:gd name="connsiteY9" fmla="*/ 854242 h 1287379"/>
                      <a:gd name="connsiteX10" fmla="*/ 385010 w 1106905"/>
                      <a:gd name="connsiteY10" fmla="*/ 818148 h 1287379"/>
                      <a:gd name="connsiteX11" fmla="*/ 409073 w 1106905"/>
                      <a:gd name="connsiteY11" fmla="*/ 782053 h 1287379"/>
                      <a:gd name="connsiteX12" fmla="*/ 421105 w 1106905"/>
                      <a:gd name="connsiteY12" fmla="*/ 733927 h 1287379"/>
                      <a:gd name="connsiteX13" fmla="*/ 445168 w 1106905"/>
                      <a:gd name="connsiteY13" fmla="*/ 697832 h 1287379"/>
                      <a:gd name="connsiteX14" fmla="*/ 493294 w 1106905"/>
                      <a:gd name="connsiteY14" fmla="*/ 625642 h 1287379"/>
                      <a:gd name="connsiteX15" fmla="*/ 577515 w 1106905"/>
                      <a:gd name="connsiteY15" fmla="*/ 541421 h 1287379"/>
                      <a:gd name="connsiteX16" fmla="*/ 613610 w 1106905"/>
                      <a:gd name="connsiteY16" fmla="*/ 505327 h 1287379"/>
                      <a:gd name="connsiteX17" fmla="*/ 697831 w 1106905"/>
                      <a:gd name="connsiteY17" fmla="*/ 469232 h 1287379"/>
                      <a:gd name="connsiteX18" fmla="*/ 745958 w 1106905"/>
                      <a:gd name="connsiteY18" fmla="*/ 445169 h 1287379"/>
                      <a:gd name="connsiteX19" fmla="*/ 818147 w 1106905"/>
                      <a:gd name="connsiteY19" fmla="*/ 397042 h 1287379"/>
                      <a:gd name="connsiteX20" fmla="*/ 854242 w 1106905"/>
                      <a:gd name="connsiteY20" fmla="*/ 372979 h 1287379"/>
                      <a:gd name="connsiteX21" fmla="*/ 890336 w 1106905"/>
                      <a:gd name="connsiteY21" fmla="*/ 300790 h 1287379"/>
                      <a:gd name="connsiteX22" fmla="*/ 950494 w 1106905"/>
                      <a:gd name="connsiteY22" fmla="*/ 192506 h 1287379"/>
                      <a:gd name="connsiteX23" fmla="*/ 1010652 w 1106905"/>
                      <a:gd name="connsiteY23" fmla="*/ 132348 h 1287379"/>
                      <a:gd name="connsiteX24" fmla="*/ 1034715 w 1106905"/>
                      <a:gd name="connsiteY24" fmla="*/ 96253 h 1287379"/>
                      <a:gd name="connsiteX25" fmla="*/ 1058779 w 1106905"/>
                      <a:gd name="connsiteY25" fmla="*/ 24063 h 1287379"/>
                      <a:gd name="connsiteX26" fmla="*/ 1106905 w 1106905"/>
                      <a:gd name="connsiteY26" fmla="*/ 0 h 12873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1106905" h="1287379">
                        <a:moveTo>
                          <a:pt x="0" y="1287379"/>
                        </a:moveTo>
                        <a:cubicBezTo>
                          <a:pt x="4010" y="1259305"/>
                          <a:pt x="3882" y="1230321"/>
                          <a:pt x="12031" y="1203158"/>
                        </a:cubicBezTo>
                        <a:cubicBezTo>
                          <a:pt x="22531" y="1168156"/>
                          <a:pt x="45646" y="1161959"/>
                          <a:pt x="72189" y="1143000"/>
                        </a:cubicBezTo>
                        <a:cubicBezTo>
                          <a:pt x="88506" y="1131345"/>
                          <a:pt x="105090" y="1119956"/>
                          <a:pt x="120315" y="1106906"/>
                        </a:cubicBezTo>
                        <a:cubicBezTo>
                          <a:pt x="133234" y="1095833"/>
                          <a:pt x="143491" y="1081884"/>
                          <a:pt x="156410" y="1070811"/>
                        </a:cubicBezTo>
                        <a:cubicBezTo>
                          <a:pt x="171635" y="1057761"/>
                          <a:pt x="189131" y="1047553"/>
                          <a:pt x="204536" y="1034716"/>
                        </a:cubicBezTo>
                        <a:cubicBezTo>
                          <a:pt x="213250" y="1027454"/>
                          <a:pt x="219886" y="1017915"/>
                          <a:pt x="228600" y="1010653"/>
                        </a:cubicBezTo>
                        <a:cubicBezTo>
                          <a:pt x="244005" y="997816"/>
                          <a:pt x="263237" y="989396"/>
                          <a:pt x="276726" y="974558"/>
                        </a:cubicBezTo>
                        <a:cubicBezTo>
                          <a:pt x="303703" y="944883"/>
                          <a:pt x="320556" y="906665"/>
                          <a:pt x="348915" y="878306"/>
                        </a:cubicBezTo>
                        <a:lnTo>
                          <a:pt x="372979" y="854242"/>
                        </a:lnTo>
                        <a:cubicBezTo>
                          <a:pt x="376989" y="842211"/>
                          <a:pt x="379338" y="829491"/>
                          <a:pt x="385010" y="818148"/>
                        </a:cubicBezTo>
                        <a:cubicBezTo>
                          <a:pt x="391477" y="805214"/>
                          <a:pt x="403377" y="795344"/>
                          <a:pt x="409073" y="782053"/>
                        </a:cubicBezTo>
                        <a:cubicBezTo>
                          <a:pt x="415587" y="766854"/>
                          <a:pt x="414591" y="749126"/>
                          <a:pt x="421105" y="733927"/>
                        </a:cubicBezTo>
                        <a:cubicBezTo>
                          <a:pt x="426801" y="720636"/>
                          <a:pt x="438701" y="710766"/>
                          <a:pt x="445168" y="697832"/>
                        </a:cubicBezTo>
                        <a:cubicBezTo>
                          <a:pt x="479993" y="628183"/>
                          <a:pt x="424872" y="694066"/>
                          <a:pt x="493294" y="625642"/>
                        </a:cubicBezTo>
                        <a:cubicBezTo>
                          <a:pt x="520519" y="543972"/>
                          <a:pt x="480984" y="637949"/>
                          <a:pt x="577515" y="541421"/>
                        </a:cubicBezTo>
                        <a:cubicBezTo>
                          <a:pt x="589547" y="529390"/>
                          <a:pt x="599764" y="515217"/>
                          <a:pt x="613610" y="505327"/>
                        </a:cubicBezTo>
                        <a:cubicBezTo>
                          <a:pt x="653520" y="476820"/>
                          <a:pt x="658551" y="486066"/>
                          <a:pt x="697831" y="469232"/>
                        </a:cubicBezTo>
                        <a:cubicBezTo>
                          <a:pt x="714317" y="462167"/>
                          <a:pt x="730578" y="454397"/>
                          <a:pt x="745958" y="445169"/>
                        </a:cubicBezTo>
                        <a:cubicBezTo>
                          <a:pt x="770757" y="430290"/>
                          <a:pt x="794084" y="413084"/>
                          <a:pt x="818147" y="397042"/>
                        </a:cubicBezTo>
                        <a:lnTo>
                          <a:pt x="854242" y="372979"/>
                        </a:lnTo>
                        <a:cubicBezTo>
                          <a:pt x="884480" y="282259"/>
                          <a:pt x="843692" y="394076"/>
                          <a:pt x="890336" y="300790"/>
                        </a:cubicBezTo>
                        <a:cubicBezTo>
                          <a:pt x="920595" y="240272"/>
                          <a:pt x="874624" y="268376"/>
                          <a:pt x="950494" y="192506"/>
                        </a:cubicBezTo>
                        <a:cubicBezTo>
                          <a:pt x="970547" y="172453"/>
                          <a:pt x="994922" y="155944"/>
                          <a:pt x="1010652" y="132348"/>
                        </a:cubicBezTo>
                        <a:cubicBezTo>
                          <a:pt x="1018673" y="120316"/>
                          <a:pt x="1028842" y="109467"/>
                          <a:pt x="1034715" y="96253"/>
                        </a:cubicBezTo>
                        <a:cubicBezTo>
                          <a:pt x="1045017" y="73074"/>
                          <a:pt x="1034716" y="32084"/>
                          <a:pt x="1058779" y="24063"/>
                        </a:cubicBezTo>
                        <a:cubicBezTo>
                          <a:pt x="1100254" y="10238"/>
                          <a:pt x="1085905" y="21000"/>
                          <a:pt x="1106905" y="0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996E479-FF58-85C6-F9F7-4D9AF40242E0}"/>
              </a:ext>
            </a:extLst>
          </p:cNvPr>
          <p:cNvSpPr/>
          <p:nvPr/>
        </p:nvSpPr>
        <p:spPr>
          <a:xfrm>
            <a:off x="5501883" y="7335312"/>
            <a:ext cx="1584704" cy="2975360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5447439" y="730850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F7FF8A-6F77-4159-5CCB-D6CDC13C93E2}"/>
              </a:ext>
            </a:extLst>
          </p:cNvPr>
          <p:cNvSpPr/>
          <p:nvPr/>
        </p:nvSpPr>
        <p:spPr>
          <a:xfrm>
            <a:off x="4445826" y="839656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7547F16-BD89-EAC6-55E7-4465FBC733A5}"/>
              </a:ext>
            </a:extLst>
          </p:cNvPr>
          <p:cNvSpPr/>
          <p:nvPr/>
        </p:nvSpPr>
        <p:spPr>
          <a:xfrm>
            <a:off x="5530282" y="5923804"/>
            <a:ext cx="689412" cy="1478822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FDFABF59-14AF-7CDE-D1A7-C11D69FD8842}"/>
              </a:ext>
            </a:extLst>
          </p:cNvPr>
          <p:cNvSpPr/>
          <p:nvPr/>
        </p:nvSpPr>
        <p:spPr>
          <a:xfrm>
            <a:off x="6209701" y="5963848"/>
            <a:ext cx="2238122" cy="4346300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5530279" y="7443412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4494598" y="8488806"/>
            <a:ext cx="0" cy="23752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4514152" y="8311318"/>
                <a:ext cx="568909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52" y="8311318"/>
                <a:ext cx="568909" cy="53553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4900534" y="7642963"/>
                <a:ext cx="896111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0534" y="7642963"/>
                <a:ext cx="896111" cy="535531"/>
              </a:xfrm>
              <a:prstGeom prst="rect">
                <a:avLst/>
              </a:prstGeom>
              <a:blipFill>
                <a:blip r:embed="rId1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/>
              <p:nvPr/>
            </p:nvSpPr>
            <p:spPr>
              <a:xfrm>
                <a:off x="4331254" y="7650736"/>
                <a:ext cx="896111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1254" y="7650736"/>
                <a:ext cx="896111" cy="5355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9430662" y="6006235"/>
                <a:ext cx="417297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0662" y="6006235"/>
                <a:ext cx="4172975" cy="584775"/>
              </a:xfrm>
              <a:prstGeom prst="rect">
                <a:avLst/>
              </a:prstGeom>
              <a:blipFill>
                <a:blip r:embed="rId18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3" name="Oval 252">
            <a:extLst>
              <a:ext uri="{FF2B5EF4-FFF2-40B4-BE49-F238E27FC236}">
                <a16:creationId xmlns:a16="http://schemas.microsoft.com/office/drawing/2014/main" id="{4ACA42C5-34AB-01E6-4B8D-A54CF24C9DC3}"/>
              </a:ext>
            </a:extLst>
          </p:cNvPr>
          <p:cNvSpPr/>
          <p:nvPr/>
        </p:nvSpPr>
        <p:spPr>
          <a:xfrm>
            <a:off x="6147697" y="593079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4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F796F-6295-9D80-81F0-1C0C3109CD32}"/>
                  </a:ext>
                </a:extLst>
              </p:cNvPr>
              <p:cNvSpPr txBox="1"/>
              <p:nvPr/>
            </p:nvSpPr>
            <p:spPr>
              <a:xfrm>
                <a:off x="9223819" y="6791001"/>
                <a:ext cx="9287233" cy="119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𝑑𝑦𝑑𝑥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F796F-6295-9D80-81F0-1C0C3109C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3819" y="6791001"/>
                <a:ext cx="9287233" cy="1199880"/>
              </a:xfrm>
              <a:prstGeom prst="rect">
                <a:avLst/>
              </a:prstGeom>
              <a:blipFill>
                <a:blip r:embed="rId19"/>
                <a:stretch>
                  <a:fillRect t="-161458" b="-2427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9572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roup 352">
            <a:extLst>
              <a:ext uri="{FF2B5EF4-FFF2-40B4-BE49-F238E27FC236}">
                <a16:creationId xmlns:a16="http://schemas.microsoft.com/office/drawing/2014/main" id="{6EA83FE8-F554-8D64-1C76-164ABC88E99A}"/>
              </a:ext>
            </a:extLst>
          </p:cNvPr>
          <p:cNvGrpSpPr/>
          <p:nvPr/>
        </p:nvGrpSpPr>
        <p:grpSpPr>
          <a:xfrm>
            <a:off x="4484245" y="5191940"/>
            <a:ext cx="7187409" cy="5859899"/>
            <a:chOff x="26065361" y="17237100"/>
            <a:chExt cx="8984262" cy="7324876"/>
          </a:xfrm>
        </p:grpSpPr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6C7F2D57-FCAC-8127-F45C-014445218F5F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C518B151-A2D4-164D-62AE-7CEE965CAC69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1" name="TextBox 380">
                    <a:extLst>
                      <a:ext uri="{FF2B5EF4-FFF2-40B4-BE49-F238E27FC236}">
                        <a16:creationId xmlns:a16="http://schemas.microsoft.com/office/drawing/2014/main" id="{C518B151-A2D4-164D-62AE-7CEE965CAC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DF609BB3-B62F-1DAC-6E58-ED7AD69BBD38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2" name="TextBox 381">
                    <a:extLst>
                      <a:ext uri="{FF2B5EF4-FFF2-40B4-BE49-F238E27FC236}">
                        <a16:creationId xmlns:a16="http://schemas.microsoft.com/office/drawing/2014/main" id="{DF609BB3-B62F-1DAC-6E58-ED7AD69BBD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7" name="TextBox 386">
                    <a:extLst>
                      <a:ext uri="{FF2B5EF4-FFF2-40B4-BE49-F238E27FC236}">
                        <a16:creationId xmlns:a16="http://schemas.microsoft.com/office/drawing/2014/main" id="{B6F18018-6850-3E1A-CE38-C71C78C45AD0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7" name="TextBox 386">
                    <a:extLst>
                      <a:ext uri="{FF2B5EF4-FFF2-40B4-BE49-F238E27FC236}">
                        <a16:creationId xmlns:a16="http://schemas.microsoft.com/office/drawing/2014/main" id="{B6F18018-6850-3E1A-CE38-C71C78C45A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CB2BF8DE-00D3-3005-77CB-217BCCA30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317EAF38-2983-8CC9-D3F6-E5273A6DC4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D187B125-3D58-D246-A55A-9793F29589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76B80A3C-7790-EE51-D708-68DE69C0A4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835570DF-5BD8-491A-BB03-0269AAB9C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1F4266C9-4B3F-D8F0-FD83-8D3CB01293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34883E0F-C1E6-7EF7-73C3-C9E7B4873A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AAD97E44-A4F4-0F22-8E97-8A39CE9D4F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B7C90FBE-E603-3E43-39A2-1FC2E452AB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F5B15315-2A11-FDEF-A341-4C9BE3F4A0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9B44899B-1E03-C674-7457-1F6AA4AF3E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650ACE68-0C37-F31C-B2A5-DBD7AE1326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FCDD54D0-B92F-E31F-7AC6-84466D1086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AD9A9D-94DA-E0CF-BC84-EE9B470595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36F21DB5-3DD7-8F7A-8C77-57760B17E0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DD7807CD-1606-DF4A-D999-638F5FAC8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>
                <a:extLst>
                  <a:ext uri="{FF2B5EF4-FFF2-40B4-BE49-F238E27FC236}">
                    <a16:creationId xmlns:a16="http://schemas.microsoft.com/office/drawing/2014/main" id="{280A9F2E-5D85-22C1-1AFF-625D9DCE4D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Straight Connector 409">
                <a:extLst>
                  <a:ext uri="{FF2B5EF4-FFF2-40B4-BE49-F238E27FC236}">
                    <a16:creationId xmlns:a16="http://schemas.microsoft.com/office/drawing/2014/main" id="{4ECD0540-2963-6F4F-4DC6-B30D7657D1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B3BE4E5B-A9BC-BE18-D88C-48CA07042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Straight Connector 411">
                <a:extLst>
                  <a:ext uri="{FF2B5EF4-FFF2-40B4-BE49-F238E27FC236}">
                    <a16:creationId xmlns:a16="http://schemas.microsoft.com/office/drawing/2014/main" id="{62B8C32C-6F60-1548-047E-F5AD276B0D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Straight Connector 412">
                <a:extLst>
                  <a:ext uri="{FF2B5EF4-FFF2-40B4-BE49-F238E27FC236}">
                    <a16:creationId xmlns:a16="http://schemas.microsoft.com/office/drawing/2014/main" id="{2CF7920E-82C1-563D-F207-1F823E574F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Straight Connector 413">
                <a:extLst>
                  <a:ext uri="{FF2B5EF4-FFF2-40B4-BE49-F238E27FC236}">
                    <a16:creationId xmlns:a16="http://schemas.microsoft.com/office/drawing/2014/main" id="{869B981E-B928-5BE1-42E0-798FB9FEB2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1C9C327B-6895-F965-1FF4-C5ABC5D2B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FB2F579A-47C0-344F-7054-D3DD4C64EE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576149A8-ED87-A3C1-7837-AF74CBBADE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7" name="TextBox 416">
                    <a:extLst>
                      <a:ext uri="{FF2B5EF4-FFF2-40B4-BE49-F238E27FC236}">
                        <a16:creationId xmlns:a16="http://schemas.microsoft.com/office/drawing/2014/main" id="{576149A8-ED87-A3C1-7837-AF74CBBADE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8" name="TextBox 417">
                    <a:extLst>
                      <a:ext uri="{FF2B5EF4-FFF2-40B4-BE49-F238E27FC236}">
                        <a16:creationId xmlns:a16="http://schemas.microsoft.com/office/drawing/2014/main" id="{335AC270-D79D-41B1-8D23-E2F9DF19E86F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8" name="TextBox 417">
                    <a:extLst>
                      <a:ext uri="{FF2B5EF4-FFF2-40B4-BE49-F238E27FC236}">
                        <a16:creationId xmlns:a16="http://schemas.microsoft.com/office/drawing/2014/main" id="{335AC270-D79D-41B1-8D23-E2F9DF19E8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9" name="TextBox 418">
                    <a:extLst>
                      <a:ext uri="{FF2B5EF4-FFF2-40B4-BE49-F238E27FC236}">
                        <a16:creationId xmlns:a16="http://schemas.microsoft.com/office/drawing/2014/main" id="{391DB03C-C7AE-DC0C-9A37-90B037B5A6CB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9" name="TextBox 418">
                    <a:extLst>
                      <a:ext uri="{FF2B5EF4-FFF2-40B4-BE49-F238E27FC236}">
                        <a16:creationId xmlns:a16="http://schemas.microsoft.com/office/drawing/2014/main" id="{391DB03C-C7AE-DC0C-9A37-90B037B5A6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0" name="TextBox 419">
                    <a:extLst>
                      <a:ext uri="{FF2B5EF4-FFF2-40B4-BE49-F238E27FC236}">
                        <a16:creationId xmlns:a16="http://schemas.microsoft.com/office/drawing/2014/main" id="{57777E09-5026-E2D3-70DF-A0E894E9BAB9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0" name="TextBox 419">
                    <a:extLst>
                      <a:ext uri="{FF2B5EF4-FFF2-40B4-BE49-F238E27FC236}">
                        <a16:creationId xmlns:a16="http://schemas.microsoft.com/office/drawing/2014/main" id="{57777E09-5026-E2D3-70DF-A0E894E9BA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8495385B-10A5-3A8D-C4FA-043BE45A0F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0CE136C1-672F-FE98-3158-975D1D78ECC6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2" name="TextBox 421">
                    <a:extLst>
                      <a:ext uri="{FF2B5EF4-FFF2-40B4-BE49-F238E27FC236}">
                        <a16:creationId xmlns:a16="http://schemas.microsoft.com/office/drawing/2014/main" id="{0CE136C1-672F-FE98-3158-975D1D78EC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BB6CFB98-9EF0-242E-4187-8D94CAAA6EF5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3" name="TextBox 422">
                    <a:extLst>
                      <a:ext uri="{FF2B5EF4-FFF2-40B4-BE49-F238E27FC236}">
                        <a16:creationId xmlns:a16="http://schemas.microsoft.com/office/drawing/2014/main" id="{BB6CFB98-9EF0-242E-4187-8D94CAAA6E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4" name="TextBox 423">
                    <a:extLst>
                      <a:ext uri="{FF2B5EF4-FFF2-40B4-BE49-F238E27FC236}">
                        <a16:creationId xmlns:a16="http://schemas.microsoft.com/office/drawing/2014/main" id="{B53AB9B3-F27B-4BC2-A83A-FA1C361D7612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4" name="TextBox 423">
                    <a:extLst>
                      <a:ext uri="{FF2B5EF4-FFF2-40B4-BE49-F238E27FC236}">
                        <a16:creationId xmlns:a16="http://schemas.microsoft.com/office/drawing/2014/main" id="{B53AB9B3-F27B-4BC2-A83A-FA1C361D76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5" name="TextBox 424">
                    <a:extLst>
                      <a:ext uri="{FF2B5EF4-FFF2-40B4-BE49-F238E27FC236}">
                        <a16:creationId xmlns:a16="http://schemas.microsoft.com/office/drawing/2014/main" id="{13590FE1-89A0-DF66-6948-89E156358699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5" name="TextBox 424">
                    <a:extLst>
                      <a:ext uri="{FF2B5EF4-FFF2-40B4-BE49-F238E27FC236}">
                        <a16:creationId xmlns:a16="http://schemas.microsoft.com/office/drawing/2014/main" id="{13590FE1-89A0-DF66-6948-89E1563586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6" name="TextBox 425">
                    <a:extLst>
                      <a:ext uri="{FF2B5EF4-FFF2-40B4-BE49-F238E27FC236}">
                        <a16:creationId xmlns:a16="http://schemas.microsoft.com/office/drawing/2014/main" id="{AE369A79-B17D-39C6-5F77-CF0F0C890F1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6" name="TextBox 425">
                    <a:extLst>
                      <a:ext uri="{FF2B5EF4-FFF2-40B4-BE49-F238E27FC236}">
                        <a16:creationId xmlns:a16="http://schemas.microsoft.com/office/drawing/2014/main" id="{AE369A79-B17D-39C6-5F77-CF0F0C890F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7" name="TextBox 426">
                    <a:extLst>
                      <a:ext uri="{FF2B5EF4-FFF2-40B4-BE49-F238E27FC236}">
                        <a16:creationId xmlns:a16="http://schemas.microsoft.com/office/drawing/2014/main" id="{2D5A57CE-99F8-3C96-9F0D-318D9BA052C8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7" name="TextBox 426">
                    <a:extLst>
                      <a:ext uri="{FF2B5EF4-FFF2-40B4-BE49-F238E27FC236}">
                        <a16:creationId xmlns:a16="http://schemas.microsoft.com/office/drawing/2014/main" id="{2D5A57CE-99F8-3C96-9F0D-318D9BA05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97D49134-BC91-B63A-F1B1-4A8556E8E8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5EE129CC-CD02-B842-9127-A2E005429F65}"/>
              </a:ext>
            </a:extLst>
          </p:cNvPr>
          <p:cNvGrpSpPr/>
          <p:nvPr/>
        </p:nvGrpSpPr>
        <p:grpSpPr>
          <a:xfrm>
            <a:off x="12295223" y="5186531"/>
            <a:ext cx="7187409" cy="5859899"/>
            <a:chOff x="26065361" y="17237100"/>
            <a:chExt cx="8984262" cy="7324876"/>
          </a:xfrm>
        </p:grpSpPr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24CA668E-85B2-39D1-43FC-BB7AD2AF2BFB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2" name="TextBox 221">
                    <a:extLst>
                      <a:ext uri="{FF2B5EF4-FFF2-40B4-BE49-F238E27FC236}">
                        <a16:creationId xmlns:a16="http://schemas.microsoft.com/office/drawing/2014/main" id="{64012B41-6A36-9A2E-B94A-D23534A696B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22" name="TextBox 221">
                    <a:extLst>
                      <a:ext uri="{FF2B5EF4-FFF2-40B4-BE49-F238E27FC236}">
                        <a16:creationId xmlns:a16="http://schemas.microsoft.com/office/drawing/2014/main" id="{64012B41-6A36-9A2E-B94A-D23534A696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3" name="TextBox 222">
                    <a:extLst>
                      <a:ext uri="{FF2B5EF4-FFF2-40B4-BE49-F238E27FC236}">
                        <a16:creationId xmlns:a16="http://schemas.microsoft.com/office/drawing/2014/main" id="{A1798E21-336B-625A-2A81-653B7BD916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23" name="TextBox 222">
                    <a:extLst>
                      <a:ext uri="{FF2B5EF4-FFF2-40B4-BE49-F238E27FC236}">
                        <a16:creationId xmlns:a16="http://schemas.microsoft.com/office/drawing/2014/main" id="{A1798E21-336B-625A-2A81-653B7BD916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4" name="TextBox 223">
                    <a:extLst>
                      <a:ext uri="{FF2B5EF4-FFF2-40B4-BE49-F238E27FC236}">
                        <a16:creationId xmlns:a16="http://schemas.microsoft.com/office/drawing/2014/main" id="{3F091F8C-1C5E-6049-5DD5-67C83EA2822B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24" name="TextBox 223">
                    <a:extLst>
                      <a:ext uri="{FF2B5EF4-FFF2-40B4-BE49-F238E27FC236}">
                        <a16:creationId xmlns:a16="http://schemas.microsoft.com/office/drawing/2014/main" id="{3F091F8C-1C5E-6049-5DD5-67C83EA282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7DD18485-70B6-C9BA-85EC-4A595E23E64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A811FB5B-4ED0-FAB3-BF39-42454F46E5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C7C9F86E-B5C9-3B02-BC86-B34748199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880E705A-20D7-1B37-DF15-F9D45AF929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563DC4CF-4E80-A4ED-F976-44E71D7B5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FEFABD62-D5F7-869C-7429-7860ABB46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2C394C86-3347-0383-EBC9-ACE9010610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C70D3D68-6D22-73A9-48C2-6A806406D8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EE942167-3529-2A62-F818-236DAAA80B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8035190F-069E-908D-435C-A54D1130E8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8C2B3AE8-5287-BF67-6AAA-E69319343C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4ACFC7E6-BBE7-1C93-2562-5D74D6937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990248E9-3C3E-6D0C-0BE6-5D77574DE7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Straight Connector 237">
                <a:extLst>
                  <a:ext uri="{FF2B5EF4-FFF2-40B4-BE49-F238E27FC236}">
                    <a16:creationId xmlns:a16="http://schemas.microsoft.com/office/drawing/2014/main" id="{641A26B8-5D03-10EA-F3A5-E7792A386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Straight Connector 238">
                <a:extLst>
                  <a:ext uri="{FF2B5EF4-FFF2-40B4-BE49-F238E27FC236}">
                    <a16:creationId xmlns:a16="http://schemas.microsoft.com/office/drawing/2014/main" id="{826D526F-F4A1-B50B-8DD2-552030F602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A89AE912-54EF-E747-002A-7F3C9883C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4A668F8A-6C80-FE10-4A37-B92B1A5BA7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5CC30D8A-AAFE-33E5-6DD8-20183B7C2A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1A181A31-3934-3AD4-879D-DE9D2B0544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8C628159-B7B6-EE6F-2D1F-7497379CB6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BA924419-1F5C-503F-7739-04EA38BD8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6C590DC-0139-B739-C016-7DF33B9647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46EE0672-A981-95F3-A2D6-658BA3A8A5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3E34D2A3-9D65-3F46-CA68-A9439B5043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634A7613-81A6-85E5-010D-7B95F498AD62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49" name="TextBox 248">
                    <a:extLst>
                      <a:ext uri="{FF2B5EF4-FFF2-40B4-BE49-F238E27FC236}">
                        <a16:creationId xmlns:a16="http://schemas.microsoft.com/office/drawing/2014/main" id="{634A7613-81A6-85E5-010D-7B95F498AD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22DB3E45-3039-9631-4ACE-602277BD1A52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22DB3E45-3039-9631-4ACE-602277BD1A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3" name="TextBox 252">
                    <a:extLst>
                      <a:ext uri="{FF2B5EF4-FFF2-40B4-BE49-F238E27FC236}">
                        <a16:creationId xmlns:a16="http://schemas.microsoft.com/office/drawing/2014/main" id="{93DB200D-ACF2-9370-944A-982480282C76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3" name="TextBox 252">
                    <a:extLst>
                      <a:ext uri="{FF2B5EF4-FFF2-40B4-BE49-F238E27FC236}">
                        <a16:creationId xmlns:a16="http://schemas.microsoft.com/office/drawing/2014/main" id="{93DB200D-ACF2-9370-944A-982480282C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C6425323-F733-A5E9-8FE5-6AF280981B5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C6425323-F733-A5E9-8FE5-6AF280981B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6" name="Straight Connector 285">
                <a:extLst>
                  <a:ext uri="{FF2B5EF4-FFF2-40B4-BE49-F238E27FC236}">
                    <a16:creationId xmlns:a16="http://schemas.microsoft.com/office/drawing/2014/main" id="{4BB9852F-7826-7B8B-3D49-5890B02446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9ABF8C86-F68E-A2DE-C3E3-B3D97840001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9ABF8C86-F68E-A2DE-C3E3-B3D9784000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BAB7694F-34EC-29FA-90E9-C7BE0152BF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BAB7694F-34EC-29FA-90E9-C7BE0152B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F66FF740-FDA7-DE51-D737-3AD11990D279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F66FF740-FDA7-DE51-D737-3AD11990D2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0" name="TextBox 319">
                    <a:extLst>
                      <a:ext uri="{FF2B5EF4-FFF2-40B4-BE49-F238E27FC236}">
                        <a16:creationId xmlns:a16="http://schemas.microsoft.com/office/drawing/2014/main" id="{0332A513-176B-FC47-FEC0-91E209102F63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0" name="TextBox 319">
                    <a:extLst>
                      <a:ext uri="{FF2B5EF4-FFF2-40B4-BE49-F238E27FC236}">
                        <a16:creationId xmlns:a16="http://schemas.microsoft.com/office/drawing/2014/main" id="{0332A513-176B-FC47-FEC0-91E209102F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0" name="TextBox 349">
                    <a:extLst>
                      <a:ext uri="{FF2B5EF4-FFF2-40B4-BE49-F238E27FC236}">
                        <a16:creationId xmlns:a16="http://schemas.microsoft.com/office/drawing/2014/main" id="{00CC1480-82CD-76CA-FEEF-ACBD710B0DCD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0" name="TextBox 349">
                    <a:extLst>
                      <a:ext uri="{FF2B5EF4-FFF2-40B4-BE49-F238E27FC236}">
                        <a16:creationId xmlns:a16="http://schemas.microsoft.com/office/drawing/2014/main" id="{00CC1480-82CD-76CA-FEEF-ACBD710B0D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2" name="TextBox 351">
                    <a:extLst>
                      <a:ext uri="{FF2B5EF4-FFF2-40B4-BE49-F238E27FC236}">
                        <a16:creationId xmlns:a16="http://schemas.microsoft.com/office/drawing/2014/main" id="{A45A44DF-6153-C321-82D1-7F245C9032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2" name="TextBox 351">
                    <a:extLst>
                      <a:ext uri="{FF2B5EF4-FFF2-40B4-BE49-F238E27FC236}">
                        <a16:creationId xmlns:a16="http://schemas.microsoft.com/office/drawing/2014/main" id="{A45A44DF-6153-C321-82D1-7F245C903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62B36B4A-8785-F3F0-FD6A-C3758AB406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C57A05-7C2A-2D9F-2A09-3AEEEC249E66}"/>
              </a:ext>
            </a:extLst>
          </p:cNvPr>
          <p:cNvGrpSpPr/>
          <p:nvPr/>
        </p:nvGrpSpPr>
        <p:grpSpPr>
          <a:xfrm>
            <a:off x="20042717" y="5161148"/>
            <a:ext cx="7187409" cy="5859899"/>
            <a:chOff x="26065361" y="17237100"/>
            <a:chExt cx="8984262" cy="7324876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0FAC7EA2-DFB7-D9D7-699A-54F350BDFE1C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555173C7-B789-F95E-B677-4C0779297AC1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555173C7-B789-F95E-B677-4C0779297A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8" name="TextBox 117">
                    <a:extLst>
                      <a:ext uri="{FF2B5EF4-FFF2-40B4-BE49-F238E27FC236}">
                        <a16:creationId xmlns:a16="http://schemas.microsoft.com/office/drawing/2014/main" id="{685DC012-F3F2-9BCA-DC9D-8C34B0CDE66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8" name="TextBox 117">
                    <a:extLst>
                      <a:ext uri="{FF2B5EF4-FFF2-40B4-BE49-F238E27FC236}">
                        <a16:creationId xmlns:a16="http://schemas.microsoft.com/office/drawing/2014/main" id="{685DC012-F3F2-9BCA-DC9D-8C34B0CDE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6E9D5545-C7A0-DDD6-FCC3-04FE4F7A6659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6E9D5545-C7A0-DDD6-FCC3-04FE4F7A66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DDD8F2D0-F3DE-78DB-F7AF-BF397A965C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0F61C27A-CD44-D801-AA46-DE3E238C5D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56FD536-1C2E-4CE1-A5DE-C16D8E2C93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CDCF94-B53A-C274-A5F3-E8BD932DA3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DB33682F-BE90-D8F5-FDCD-526C254C48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F3C11207-AEDA-9891-3569-E2A81F1FB1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568529D4-D1B5-C79A-B9C5-072EDC3CDE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D28CF28A-7F6C-BC76-257E-6F8C52FA2A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1A93E9AC-0B9F-989D-99BF-29D173F4DC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16FC95CC-E547-49C0-E942-8EFE04EC5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E8A6080E-085D-CA25-B92C-DF52F6E63F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B44D3B77-4E0B-CF4C-5220-5AC1562D84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9962462F-CD03-D733-A991-B3F3A1698E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054C531E-11D0-5AA2-5FA8-0155387B13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CDEBAF41-443E-9E8A-49EB-CB299CF858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9B7DBD43-39A3-2013-DC59-35B9C6F65D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2E199186-842F-085D-3CF7-D0E416D442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ACB5413C-AC3A-FB9C-71F9-9851CC5794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0BC3EDFE-347B-6FAD-DBFA-8B128D58D4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E68D439E-FF44-0265-424F-5538522C3E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4F905F23-F767-049B-F9DB-1EB03941CA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>
                <a:extLst>
                  <a:ext uri="{FF2B5EF4-FFF2-40B4-BE49-F238E27FC236}">
                    <a16:creationId xmlns:a16="http://schemas.microsoft.com/office/drawing/2014/main" id="{3872AD30-AB47-4252-AB3B-634FD1F5C9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FBDB5EB5-EEB2-A416-9FFC-05678F7C6F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89C59845-4824-4EB4-0442-ED39007373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8" name="TextBox 207">
                    <a:extLst>
                      <a:ext uri="{FF2B5EF4-FFF2-40B4-BE49-F238E27FC236}">
                        <a16:creationId xmlns:a16="http://schemas.microsoft.com/office/drawing/2014/main" id="{C4E0338F-7D90-0669-1467-964D24DFFAA0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08" name="TextBox 207">
                    <a:extLst>
                      <a:ext uri="{FF2B5EF4-FFF2-40B4-BE49-F238E27FC236}">
                        <a16:creationId xmlns:a16="http://schemas.microsoft.com/office/drawing/2014/main" id="{C4E0338F-7D90-0669-1467-964D24DFFA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8394EE09-DD25-345B-F74C-F3ECA958F901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8394EE09-DD25-345B-F74C-F3ECA958F9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CA86CFEA-FF8D-47DE-21BF-E311FCF9531B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CA86CFEA-FF8D-47DE-21BF-E311FCF953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1" name="TextBox 210">
                    <a:extLst>
                      <a:ext uri="{FF2B5EF4-FFF2-40B4-BE49-F238E27FC236}">
                        <a16:creationId xmlns:a16="http://schemas.microsoft.com/office/drawing/2014/main" id="{9648137D-193E-338E-5548-B5386C865F5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1" name="TextBox 210">
                    <a:extLst>
                      <a:ext uri="{FF2B5EF4-FFF2-40B4-BE49-F238E27FC236}">
                        <a16:creationId xmlns:a16="http://schemas.microsoft.com/office/drawing/2014/main" id="{9648137D-193E-338E-5548-B5386C865F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251E6360-B9D7-4327-0378-E8F85425C5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F6D53657-7531-5CF3-E49E-0DD67F459607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F6D53657-7531-5CF3-E49E-0DD67F4596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7DED7731-69B4-7EC4-63D9-DEED2A614F4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7DED7731-69B4-7EC4-63D9-DEED2A614F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55BAB854-4D51-0980-7F9A-F96BC9C5666E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55BAB854-4D51-0980-7F9A-F96BC9C566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2FE53FB7-FEE8-6F31-72A7-8D50740BC7A2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2FE53FB7-FEE8-6F31-72A7-8D50740BC7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DAB10E63-66DF-12AC-7436-06219FCA505F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DAB10E63-66DF-12AC-7436-06219FCA50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994A078-99CA-A4B6-AED0-783C5D216C0C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994A078-99CA-A4B6-AED0-783C5D216C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352BA978-875E-9958-89A9-59CCA53051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7F4EB8-67B6-0337-35FD-F92CD505783F}"/>
              </a:ext>
            </a:extLst>
          </p:cNvPr>
          <p:cNvGrpSpPr/>
          <p:nvPr/>
        </p:nvGrpSpPr>
        <p:grpSpPr>
          <a:xfrm>
            <a:off x="4306145" y="13407292"/>
            <a:ext cx="7187409" cy="5859899"/>
            <a:chOff x="26065361" y="17237100"/>
            <a:chExt cx="8984262" cy="7324876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166068F7-023B-7157-4920-0F031365D04C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6B46B54C-A8C0-D9B6-AEB9-1261345D4C25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6B46B54C-A8C0-D9B6-AEB9-1261345D4C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F977514E-3303-5EF1-CF12-0955742367DE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F977514E-3303-5EF1-CF12-0955742367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19580B7-44E9-110C-487B-790728CEBA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19580B7-44E9-110C-487B-790728CEBA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007725A3-32AF-C541-4D13-9C425C303F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8943323F-958E-8687-35D4-054C55DB9B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776D43B3-730D-EB83-44EC-B174258DB9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BB1777F0-0374-F02F-8429-6797F0BA8D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02068B45-7BB3-8C7B-B4A2-FF13F5A52B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0C7BFB64-E5EF-85B9-2124-A4448BD80A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C7AD9656-5451-DA5A-DB4A-D085410BC6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8560E773-A0E2-5BA0-CC10-0C3F916907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9B3FA2F-AC9C-D392-C669-669E224FD5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3690F0B-6CF3-A0B8-E903-BEBD2F1883F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4D0CB71-C7E3-F8D5-1748-8C65FEF49C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C6E6164-7BFD-34C3-5C25-80CD8A3D42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293453BE-ADEE-C53C-D0ED-03EA603A58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C6D5AF37-C7BB-8E3F-8ADD-7BC7EE0855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97A17C41-7957-81C1-A4BD-BB689ACF09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9074BBDF-A57E-4B55-D4FE-C047D59583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255437C9-B828-477E-ED0D-36889329B2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6BE46B5C-93BB-8614-0FA1-26DD11842B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F1BC70E8-A9F6-2EE9-23FE-14783CA6DA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A4F4C51-7475-FCCB-65E5-16205D94CB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5D428023-CF23-9E08-3400-3B3BC85A34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5A8E4F26-0488-49FE-4CE4-E3DD960E29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5F5EF881-E956-FD9D-DE00-A5DDBA821C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728F1DC-A5C9-2865-4AC8-17F4433384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8D7921D2-F6AE-2D77-8382-C4732D847F90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8D7921D2-F6AE-2D77-8382-C4732D847F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2EC87906-4B15-767D-2C61-6C4A10DE8799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2EC87906-4B15-767D-2C61-6C4A10DE87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5" name="TextBox 104">
                    <a:extLst>
                      <a:ext uri="{FF2B5EF4-FFF2-40B4-BE49-F238E27FC236}">
                        <a16:creationId xmlns:a16="http://schemas.microsoft.com/office/drawing/2014/main" id="{A09891AD-A663-C807-CDFB-BE9B57286725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5" name="TextBox 104">
                    <a:extLst>
                      <a:ext uri="{FF2B5EF4-FFF2-40B4-BE49-F238E27FC236}">
                        <a16:creationId xmlns:a16="http://schemas.microsoft.com/office/drawing/2014/main" id="{A09891AD-A663-C807-CDFB-BE9B572867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6E67E745-3799-8AF4-A098-EE80ADA35E4A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6E67E745-3799-8AF4-A098-EE80ADA35E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0CB5B17B-E1E5-7460-144C-FB9E4BB912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Box 107">
                    <a:extLst>
                      <a:ext uri="{FF2B5EF4-FFF2-40B4-BE49-F238E27FC236}">
                        <a16:creationId xmlns:a16="http://schemas.microsoft.com/office/drawing/2014/main" id="{E90B09F1-21A6-F564-B65B-FBA90BBDA256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8" name="TextBox 107">
                    <a:extLst>
                      <a:ext uri="{FF2B5EF4-FFF2-40B4-BE49-F238E27FC236}">
                        <a16:creationId xmlns:a16="http://schemas.microsoft.com/office/drawing/2014/main" id="{E90B09F1-21A6-F564-B65B-FBA90BBDA2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790BD46-94C1-1BD6-6012-971E16E02F39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790BD46-94C1-1BD6-6012-971E16E02F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AF636544-A3C4-4CF2-6D64-E465FBCB1339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AF636544-A3C4-4CF2-6D64-E465FBCB13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00C68D09-2562-130C-1AF4-BD684C465F94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00C68D09-2562-130C-1AF4-BD684C465F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5C875E4E-97FC-5FEC-E560-851C8DF0A8D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5C875E4E-97FC-5FEC-E560-851C8DF0A8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3" name="TextBox 112">
                    <a:extLst>
                      <a:ext uri="{FF2B5EF4-FFF2-40B4-BE49-F238E27FC236}">
                        <a16:creationId xmlns:a16="http://schemas.microsoft.com/office/drawing/2014/main" id="{9DB582B0-0290-DE21-A5E5-FEC7558A6FC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3" name="TextBox 112">
                    <a:extLst>
                      <a:ext uri="{FF2B5EF4-FFF2-40B4-BE49-F238E27FC236}">
                        <a16:creationId xmlns:a16="http://schemas.microsoft.com/office/drawing/2014/main" id="{9DB582B0-0290-DE21-A5E5-FEC7558A6F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4C1B86-8274-BBF3-D626-4B1C85DEE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923E30F-2770-671C-04E2-2423F536B983}"/>
              </a:ext>
            </a:extLst>
          </p:cNvPr>
          <p:cNvGrpSpPr/>
          <p:nvPr/>
        </p:nvGrpSpPr>
        <p:grpSpPr>
          <a:xfrm>
            <a:off x="12425518" y="13387354"/>
            <a:ext cx="7187409" cy="5859899"/>
            <a:chOff x="26065361" y="17237100"/>
            <a:chExt cx="8984262" cy="732487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CA1ABC5-67CA-55DC-F013-624B613FE8A9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DF309B6D-48D5-EFAD-7064-569B0E8EB05B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DF309B6D-48D5-EFAD-7064-569B0E8EB0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23EFED1-A9E1-0D8C-8174-10EFF09484AA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23EFED1-A9E1-0D8C-8174-10EFF09484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3"/>
                    <a:ext cx="1120139" cy="59808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F851DFC0-606B-4FB3-357E-2941F8FA3D3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F851DFC0-606B-4FB3-357E-2941F8FA3D3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099A4889-340F-D04A-CDE9-26F7C4B68A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9E8CE8B-D352-4E7B-652B-D74893EFE5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B5CB66D-FF82-6AD1-4E42-04E7E86BB7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9B2EB2E-78B6-2C04-7C33-2001F9358C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56C35FB-5B8B-8063-5386-FB6786A63B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EE3EE5B-37C4-9349-B4DD-647B45737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C7A23AE2-20C2-B803-5293-640BF15AC2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9443849-B0EB-850F-E674-565091BE0E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1D7A412-B991-CEB4-3146-AA7AB4C53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4087AE6-836A-149F-1095-0AED52D6F9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74A6B6D-F01A-FAA5-86B9-CB34E73873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AF1DCE1-FBBC-EAA7-17BA-7EDD0F1B5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5085D281-0463-3D6C-0757-03E4AE9D77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CE9B52C-A126-56ED-5DBC-32BF4183FA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CC152B46-C967-5155-9667-B46013F9FA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E0854CA-B986-3BEB-A307-7D0CD37A9C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D79F8F9D-6791-FE75-5E6B-EF65EE201F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871D9E2D-5B4C-872C-5025-872A7446C8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A047132D-07B9-230E-B3CD-A45C560D31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94C8A2-B2CC-A1D5-EDDA-CA27C779DB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DF1CA3D8-5F88-87C3-1419-4F9C8A980E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A3DA02-417D-DD07-03E1-89C5647BE8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43F66A4D-CED0-20C8-4C44-545A5F175A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1739EEE-F417-1CDC-9B67-F63053A7C6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D3850E32-E494-B248-557D-5D0FDF1BE00F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D3850E32-E494-B248-557D-5D0FDF1BE0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8" y="21734444"/>
                    <a:ext cx="1120139" cy="666930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1DD01FA-F8C0-36AE-6D9B-FB6F7F6FCB2D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1DD01FA-F8C0-36AE-6D9B-FB6F7F6FCB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08C44A78-E221-3598-F305-190218649F6A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08C44A78-E221-3598-F305-190218649F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2D1C875A-0FB1-20BD-C506-3E8CBDE3590D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2D1C875A-0FB1-20BD-C506-3E8CBDE35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199" y="21752173"/>
                    <a:ext cx="1120139" cy="59808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AA4ADDB2-BF26-F45C-0950-C5E086C534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9C55F505-89CF-403C-2B58-386CA2D9FF6A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9C55F505-89CF-403C-2B58-386CA2D9FF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6" y="16168214"/>
                    <a:ext cx="1120139" cy="666930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02AB71D-2864-F478-1380-9F5706E1131D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02AB71D-2864-F478-1380-9F5706E113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3"/>
                    <a:ext cx="1120139" cy="666930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00BA5780-C9F7-3460-DFCF-F884047DC26E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00BA5780-C9F7-3460-DFCF-F884047DC2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3" y="18960337"/>
                    <a:ext cx="1120139" cy="666930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520931F0-CDF7-F0B4-5C89-5C7E4286ABF2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520931F0-CDF7-F0B4-5C89-5C7E4286A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3" y="20479487"/>
                    <a:ext cx="1120139" cy="666930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4ED1C354-9201-5050-AFD8-413F4CE9C5D9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4ED1C354-9201-5050-AFD8-413F4CE9C5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7"/>
                    <a:ext cx="1120139" cy="666930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A810CDD1-8153-33B5-326C-42C81398C20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A810CDD1-8153-33B5-326C-42C81398C2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D8ABFEC-D67D-232F-9889-CFA8259ADB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7921546" y="783304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FF03E5-A636-73D9-697F-E7EB2EE3C426}"/>
              </a:ext>
            </a:extLst>
          </p:cNvPr>
          <p:cNvSpPr/>
          <p:nvPr/>
        </p:nvSpPr>
        <p:spPr>
          <a:xfrm>
            <a:off x="7478827" y="756284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7987934" y="7912855"/>
            <a:ext cx="0" cy="459183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7550865" y="7638451"/>
            <a:ext cx="0" cy="73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8212303" y="7631048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2303" y="7631048"/>
                <a:ext cx="568909" cy="478464"/>
              </a:xfrm>
              <a:prstGeom prst="rect">
                <a:avLst/>
              </a:prstGeom>
              <a:blipFill>
                <a:blip r:embed="rId5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7271678" y="766758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678" y="7667588"/>
                <a:ext cx="896111" cy="478464"/>
              </a:xfrm>
              <a:prstGeom prst="rect">
                <a:avLst/>
              </a:prstGeom>
              <a:blipFill>
                <a:blip r:embed="rId58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/>
              <p:nvPr/>
            </p:nvSpPr>
            <p:spPr>
              <a:xfrm>
                <a:off x="7414500" y="7381415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500" y="7381415"/>
                <a:ext cx="896111" cy="478464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6283647" y="10932205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3647" y="10932205"/>
                <a:ext cx="4172975" cy="533544"/>
              </a:xfrm>
              <a:prstGeom prst="rect">
                <a:avLst/>
              </a:prstGeom>
              <a:blipFill>
                <a:blip r:embed="rId60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/>
              <p:nvPr/>
            </p:nvSpPr>
            <p:spPr>
              <a:xfrm>
                <a:off x="6655483" y="11477837"/>
                <a:ext cx="4172975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5483" y="11477837"/>
                <a:ext cx="4172975" cy="717248"/>
              </a:xfrm>
              <a:prstGeom prst="rect">
                <a:avLst/>
              </a:prstGeom>
              <a:blipFill>
                <a:blip r:embed="rId61"/>
                <a:stretch>
                  <a:fillRect l="-912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/>
              <p:nvPr/>
            </p:nvSpPr>
            <p:spPr>
              <a:xfrm>
                <a:off x="21269455" y="11171516"/>
                <a:ext cx="5947422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+2)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B902EF9-E17B-9A5F-6A63-BF2D47DC5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9455" y="11171516"/>
                <a:ext cx="5947422" cy="533544"/>
              </a:xfrm>
              <a:prstGeom prst="rect">
                <a:avLst/>
              </a:prstGeom>
              <a:blipFill>
                <a:blip r:embed="rId62"/>
                <a:stretch>
                  <a:fillRect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1DFDA96-59DC-05CF-D3D9-970DFD253616}"/>
                  </a:ext>
                </a:extLst>
              </p:cNvPr>
              <p:cNvSpPr txBox="1"/>
              <p:nvPr/>
            </p:nvSpPr>
            <p:spPr>
              <a:xfrm>
                <a:off x="22433688" y="11713827"/>
                <a:ext cx="5116702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1DFDA96-59DC-05CF-D3D9-970DFD253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3688" y="11713827"/>
                <a:ext cx="5116702" cy="717248"/>
              </a:xfrm>
              <a:prstGeom prst="rect">
                <a:avLst/>
              </a:prstGeom>
              <a:blipFill>
                <a:blip r:embed="rId63"/>
                <a:stretch>
                  <a:fillRect l="-495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1" name="Freeform 250">
            <a:extLst>
              <a:ext uri="{FF2B5EF4-FFF2-40B4-BE49-F238E27FC236}">
                <a16:creationId xmlns:a16="http://schemas.microsoft.com/office/drawing/2014/main" id="{F76E763F-862F-285B-D5BB-C8F39E587F2F}"/>
              </a:ext>
            </a:extLst>
          </p:cNvPr>
          <p:cNvSpPr/>
          <p:nvPr/>
        </p:nvSpPr>
        <p:spPr>
          <a:xfrm>
            <a:off x="7315808" y="7919925"/>
            <a:ext cx="785911" cy="2632265"/>
          </a:xfrm>
          <a:custGeom>
            <a:avLst/>
            <a:gdLst>
              <a:gd name="connsiteX0" fmla="*/ 891822 w 891822"/>
              <a:gd name="connsiteY0" fmla="*/ 3239912 h 3239912"/>
              <a:gd name="connsiteX1" fmla="*/ 835378 w 891822"/>
              <a:gd name="connsiteY1" fmla="*/ 3149600 h 3239912"/>
              <a:gd name="connsiteX2" fmla="*/ 801511 w 891822"/>
              <a:gd name="connsiteY2" fmla="*/ 3115734 h 3239912"/>
              <a:gd name="connsiteX3" fmla="*/ 790222 w 891822"/>
              <a:gd name="connsiteY3" fmla="*/ 3081867 h 3239912"/>
              <a:gd name="connsiteX4" fmla="*/ 767645 w 891822"/>
              <a:gd name="connsiteY4" fmla="*/ 3048000 h 3239912"/>
              <a:gd name="connsiteX5" fmla="*/ 745067 w 891822"/>
              <a:gd name="connsiteY5" fmla="*/ 3002845 h 3239912"/>
              <a:gd name="connsiteX6" fmla="*/ 699911 w 891822"/>
              <a:gd name="connsiteY6" fmla="*/ 2935112 h 3239912"/>
              <a:gd name="connsiteX7" fmla="*/ 654756 w 891822"/>
              <a:gd name="connsiteY7" fmla="*/ 2822223 h 3239912"/>
              <a:gd name="connsiteX8" fmla="*/ 632178 w 891822"/>
              <a:gd name="connsiteY8" fmla="*/ 2788356 h 3239912"/>
              <a:gd name="connsiteX9" fmla="*/ 598311 w 891822"/>
              <a:gd name="connsiteY9" fmla="*/ 2720623 h 3239912"/>
              <a:gd name="connsiteX10" fmla="*/ 564445 w 891822"/>
              <a:gd name="connsiteY10" fmla="*/ 2652889 h 3239912"/>
              <a:gd name="connsiteX11" fmla="*/ 553156 w 891822"/>
              <a:gd name="connsiteY11" fmla="*/ 2619023 h 3239912"/>
              <a:gd name="connsiteX12" fmla="*/ 508000 w 891822"/>
              <a:gd name="connsiteY12" fmla="*/ 2551289 h 3239912"/>
              <a:gd name="connsiteX13" fmla="*/ 474134 w 891822"/>
              <a:gd name="connsiteY13" fmla="*/ 2483556 h 3239912"/>
              <a:gd name="connsiteX14" fmla="*/ 428978 w 891822"/>
              <a:gd name="connsiteY14" fmla="*/ 2393245 h 3239912"/>
              <a:gd name="connsiteX15" fmla="*/ 406400 w 891822"/>
              <a:gd name="connsiteY15" fmla="*/ 2325512 h 3239912"/>
              <a:gd name="connsiteX16" fmla="*/ 395111 w 891822"/>
              <a:gd name="connsiteY16" fmla="*/ 2291645 h 3239912"/>
              <a:gd name="connsiteX17" fmla="*/ 383822 w 891822"/>
              <a:gd name="connsiteY17" fmla="*/ 2235200 h 3239912"/>
              <a:gd name="connsiteX18" fmla="*/ 349956 w 891822"/>
              <a:gd name="connsiteY18" fmla="*/ 2190045 h 3239912"/>
              <a:gd name="connsiteX19" fmla="*/ 327378 w 891822"/>
              <a:gd name="connsiteY19" fmla="*/ 2144889 h 3239912"/>
              <a:gd name="connsiteX20" fmla="*/ 293511 w 891822"/>
              <a:gd name="connsiteY20" fmla="*/ 2111023 h 3239912"/>
              <a:gd name="connsiteX21" fmla="*/ 259645 w 891822"/>
              <a:gd name="connsiteY21" fmla="*/ 2043289 h 3239912"/>
              <a:gd name="connsiteX22" fmla="*/ 214489 w 891822"/>
              <a:gd name="connsiteY22" fmla="*/ 1952978 h 3239912"/>
              <a:gd name="connsiteX23" fmla="*/ 203200 w 891822"/>
              <a:gd name="connsiteY23" fmla="*/ 1919112 h 3239912"/>
              <a:gd name="connsiteX24" fmla="*/ 158045 w 891822"/>
              <a:gd name="connsiteY24" fmla="*/ 1851378 h 3239912"/>
              <a:gd name="connsiteX25" fmla="*/ 135467 w 891822"/>
              <a:gd name="connsiteY25" fmla="*/ 1783645 h 3239912"/>
              <a:gd name="connsiteX26" fmla="*/ 124178 w 891822"/>
              <a:gd name="connsiteY26" fmla="*/ 1682045 h 3239912"/>
              <a:gd name="connsiteX27" fmla="*/ 79022 w 891822"/>
              <a:gd name="connsiteY27" fmla="*/ 1614312 h 3239912"/>
              <a:gd name="connsiteX28" fmla="*/ 67734 w 891822"/>
              <a:gd name="connsiteY28" fmla="*/ 1580445 h 3239912"/>
              <a:gd name="connsiteX29" fmla="*/ 45156 w 891822"/>
              <a:gd name="connsiteY29" fmla="*/ 1546578 h 3239912"/>
              <a:gd name="connsiteX30" fmla="*/ 33867 w 891822"/>
              <a:gd name="connsiteY30" fmla="*/ 1501423 h 3239912"/>
              <a:gd name="connsiteX31" fmla="*/ 11289 w 891822"/>
              <a:gd name="connsiteY31" fmla="*/ 1433689 h 3239912"/>
              <a:gd name="connsiteX32" fmla="*/ 0 w 891822"/>
              <a:gd name="connsiteY32" fmla="*/ 1399823 h 3239912"/>
              <a:gd name="connsiteX33" fmla="*/ 22578 w 891822"/>
              <a:gd name="connsiteY33" fmla="*/ 1196623 h 3239912"/>
              <a:gd name="connsiteX34" fmla="*/ 45156 w 891822"/>
              <a:gd name="connsiteY34" fmla="*/ 1128889 h 3239912"/>
              <a:gd name="connsiteX35" fmla="*/ 56445 w 891822"/>
              <a:gd name="connsiteY35" fmla="*/ 1095023 h 3239912"/>
              <a:gd name="connsiteX36" fmla="*/ 124178 w 891822"/>
              <a:gd name="connsiteY36" fmla="*/ 982134 h 3239912"/>
              <a:gd name="connsiteX37" fmla="*/ 146756 w 891822"/>
              <a:gd name="connsiteY37" fmla="*/ 948267 h 3239912"/>
              <a:gd name="connsiteX38" fmla="*/ 169334 w 891822"/>
              <a:gd name="connsiteY38" fmla="*/ 903112 h 3239912"/>
              <a:gd name="connsiteX39" fmla="*/ 180622 w 891822"/>
              <a:gd name="connsiteY39" fmla="*/ 869245 h 3239912"/>
              <a:gd name="connsiteX40" fmla="*/ 225778 w 891822"/>
              <a:gd name="connsiteY40" fmla="*/ 801512 h 3239912"/>
              <a:gd name="connsiteX41" fmla="*/ 293511 w 891822"/>
              <a:gd name="connsiteY41" fmla="*/ 699912 h 3239912"/>
              <a:gd name="connsiteX42" fmla="*/ 316089 w 891822"/>
              <a:gd name="connsiteY42" fmla="*/ 666045 h 3239912"/>
              <a:gd name="connsiteX43" fmla="*/ 338667 w 891822"/>
              <a:gd name="connsiteY43" fmla="*/ 632178 h 3239912"/>
              <a:gd name="connsiteX44" fmla="*/ 383822 w 891822"/>
              <a:gd name="connsiteY44" fmla="*/ 530578 h 3239912"/>
              <a:gd name="connsiteX45" fmla="*/ 417689 w 891822"/>
              <a:gd name="connsiteY45" fmla="*/ 508000 h 3239912"/>
              <a:gd name="connsiteX46" fmla="*/ 451556 w 891822"/>
              <a:gd name="connsiteY46" fmla="*/ 440267 h 3239912"/>
              <a:gd name="connsiteX47" fmla="*/ 462845 w 891822"/>
              <a:gd name="connsiteY47" fmla="*/ 406400 h 3239912"/>
              <a:gd name="connsiteX48" fmla="*/ 485422 w 891822"/>
              <a:gd name="connsiteY48" fmla="*/ 372534 h 3239912"/>
              <a:gd name="connsiteX49" fmla="*/ 519289 w 891822"/>
              <a:gd name="connsiteY49" fmla="*/ 304800 h 3239912"/>
              <a:gd name="connsiteX50" fmla="*/ 598311 w 891822"/>
              <a:gd name="connsiteY50" fmla="*/ 203200 h 3239912"/>
              <a:gd name="connsiteX51" fmla="*/ 609600 w 891822"/>
              <a:gd name="connsiteY51" fmla="*/ 169334 h 3239912"/>
              <a:gd name="connsiteX52" fmla="*/ 654756 w 891822"/>
              <a:gd name="connsiteY52" fmla="*/ 101600 h 3239912"/>
              <a:gd name="connsiteX53" fmla="*/ 666045 w 891822"/>
              <a:gd name="connsiteY53" fmla="*/ 67734 h 3239912"/>
              <a:gd name="connsiteX54" fmla="*/ 688622 w 891822"/>
              <a:gd name="connsiteY54" fmla="*/ 33867 h 3239912"/>
              <a:gd name="connsiteX55" fmla="*/ 733778 w 891822"/>
              <a:gd name="connsiteY55" fmla="*/ 0 h 3239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891822" h="3239912">
                <a:moveTo>
                  <a:pt x="891822" y="3239912"/>
                </a:moveTo>
                <a:cubicBezTo>
                  <a:pt x="873007" y="3209808"/>
                  <a:pt x="856258" y="3178310"/>
                  <a:pt x="835378" y="3149600"/>
                </a:cubicBezTo>
                <a:cubicBezTo>
                  <a:pt x="825988" y="3136689"/>
                  <a:pt x="810367" y="3129017"/>
                  <a:pt x="801511" y="3115734"/>
                </a:cubicBezTo>
                <a:cubicBezTo>
                  <a:pt x="794910" y="3105833"/>
                  <a:pt x="795544" y="3092510"/>
                  <a:pt x="790222" y="3081867"/>
                </a:cubicBezTo>
                <a:cubicBezTo>
                  <a:pt x="784155" y="3069732"/>
                  <a:pt x="774376" y="3059780"/>
                  <a:pt x="767645" y="3048000"/>
                </a:cubicBezTo>
                <a:cubicBezTo>
                  <a:pt x="759296" y="3033389"/>
                  <a:pt x="753725" y="3017275"/>
                  <a:pt x="745067" y="3002845"/>
                </a:cubicBezTo>
                <a:cubicBezTo>
                  <a:pt x="731106" y="2979577"/>
                  <a:pt x="699911" y="2935112"/>
                  <a:pt x="699911" y="2935112"/>
                </a:cubicBezTo>
                <a:cubicBezTo>
                  <a:pt x="681407" y="2879598"/>
                  <a:pt x="681335" y="2868735"/>
                  <a:pt x="654756" y="2822223"/>
                </a:cubicBezTo>
                <a:cubicBezTo>
                  <a:pt x="648024" y="2810443"/>
                  <a:pt x="638246" y="2800491"/>
                  <a:pt x="632178" y="2788356"/>
                </a:cubicBezTo>
                <a:cubicBezTo>
                  <a:pt x="585443" y="2694885"/>
                  <a:pt x="663012" y="2817672"/>
                  <a:pt x="598311" y="2720623"/>
                </a:cubicBezTo>
                <a:cubicBezTo>
                  <a:pt x="569937" y="2635500"/>
                  <a:pt x="608211" y="2740422"/>
                  <a:pt x="564445" y="2652889"/>
                </a:cubicBezTo>
                <a:cubicBezTo>
                  <a:pt x="559124" y="2642246"/>
                  <a:pt x="558935" y="2629425"/>
                  <a:pt x="553156" y="2619023"/>
                </a:cubicBezTo>
                <a:cubicBezTo>
                  <a:pt x="539978" y="2595302"/>
                  <a:pt x="516581" y="2577032"/>
                  <a:pt x="508000" y="2551289"/>
                </a:cubicBezTo>
                <a:cubicBezTo>
                  <a:pt x="492420" y="2504552"/>
                  <a:pt x="503311" y="2527324"/>
                  <a:pt x="474134" y="2483556"/>
                </a:cubicBezTo>
                <a:cubicBezTo>
                  <a:pt x="446414" y="2372676"/>
                  <a:pt x="486546" y="2508379"/>
                  <a:pt x="428978" y="2393245"/>
                </a:cubicBezTo>
                <a:cubicBezTo>
                  <a:pt x="418335" y="2371959"/>
                  <a:pt x="413926" y="2348090"/>
                  <a:pt x="406400" y="2325512"/>
                </a:cubicBezTo>
                <a:cubicBezTo>
                  <a:pt x="402637" y="2314223"/>
                  <a:pt x="397445" y="2303314"/>
                  <a:pt x="395111" y="2291645"/>
                </a:cubicBezTo>
                <a:cubicBezTo>
                  <a:pt x="391348" y="2272830"/>
                  <a:pt x="391615" y="2252734"/>
                  <a:pt x="383822" y="2235200"/>
                </a:cubicBezTo>
                <a:cubicBezTo>
                  <a:pt x="376181" y="2218007"/>
                  <a:pt x="359928" y="2206000"/>
                  <a:pt x="349956" y="2190045"/>
                </a:cubicBezTo>
                <a:cubicBezTo>
                  <a:pt x="341037" y="2175774"/>
                  <a:pt x="337160" y="2158583"/>
                  <a:pt x="327378" y="2144889"/>
                </a:cubicBezTo>
                <a:cubicBezTo>
                  <a:pt x="318099" y="2131898"/>
                  <a:pt x="303731" y="2123288"/>
                  <a:pt x="293511" y="2111023"/>
                </a:cubicBezTo>
                <a:cubicBezTo>
                  <a:pt x="258878" y="2069463"/>
                  <a:pt x="280010" y="2088091"/>
                  <a:pt x="259645" y="2043289"/>
                </a:cubicBezTo>
                <a:cubicBezTo>
                  <a:pt x="245718" y="2012649"/>
                  <a:pt x="225133" y="1984908"/>
                  <a:pt x="214489" y="1952978"/>
                </a:cubicBezTo>
                <a:cubicBezTo>
                  <a:pt x="210726" y="1941689"/>
                  <a:pt x="208979" y="1929514"/>
                  <a:pt x="203200" y="1919112"/>
                </a:cubicBezTo>
                <a:cubicBezTo>
                  <a:pt x="190022" y="1895392"/>
                  <a:pt x="166626" y="1877121"/>
                  <a:pt x="158045" y="1851378"/>
                </a:cubicBezTo>
                <a:lnTo>
                  <a:pt x="135467" y="1783645"/>
                </a:lnTo>
                <a:cubicBezTo>
                  <a:pt x="131704" y="1749778"/>
                  <a:pt x="134954" y="1714371"/>
                  <a:pt x="124178" y="1682045"/>
                </a:cubicBezTo>
                <a:cubicBezTo>
                  <a:pt x="115597" y="1656302"/>
                  <a:pt x="79022" y="1614312"/>
                  <a:pt x="79022" y="1614312"/>
                </a:cubicBezTo>
                <a:cubicBezTo>
                  <a:pt x="75259" y="1603023"/>
                  <a:pt x="73056" y="1591088"/>
                  <a:pt x="67734" y="1580445"/>
                </a:cubicBezTo>
                <a:cubicBezTo>
                  <a:pt x="61666" y="1568310"/>
                  <a:pt x="50501" y="1559049"/>
                  <a:pt x="45156" y="1546578"/>
                </a:cubicBezTo>
                <a:cubicBezTo>
                  <a:pt x="39044" y="1532318"/>
                  <a:pt x="38325" y="1516284"/>
                  <a:pt x="33867" y="1501423"/>
                </a:cubicBezTo>
                <a:cubicBezTo>
                  <a:pt x="27028" y="1478627"/>
                  <a:pt x="18815" y="1456267"/>
                  <a:pt x="11289" y="1433689"/>
                </a:cubicBezTo>
                <a:lnTo>
                  <a:pt x="0" y="1399823"/>
                </a:lnTo>
                <a:cubicBezTo>
                  <a:pt x="3916" y="1352828"/>
                  <a:pt x="8524" y="1252838"/>
                  <a:pt x="22578" y="1196623"/>
                </a:cubicBezTo>
                <a:cubicBezTo>
                  <a:pt x="28350" y="1173534"/>
                  <a:pt x="37630" y="1151467"/>
                  <a:pt x="45156" y="1128889"/>
                </a:cubicBezTo>
                <a:cubicBezTo>
                  <a:pt x="48919" y="1117600"/>
                  <a:pt x="49845" y="1104924"/>
                  <a:pt x="56445" y="1095023"/>
                </a:cubicBezTo>
                <a:cubicBezTo>
                  <a:pt x="166916" y="929312"/>
                  <a:pt x="54747" y="1103638"/>
                  <a:pt x="124178" y="982134"/>
                </a:cubicBezTo>
                <a:cubicBezTo>
                  <a:pt x="130910" y="970354"/>
                  <a:pt x="140024" y="960047"/>
                  <a:pt x="146756" y="948267"/>
                </a:cubicBezTo>
                <a:cubicBezTo>
                  <a:pt x="155105" y="933656"/>
                  <a:pt x="162705" y="918580"/>
                  <a:pt x="169334" y="903112"/>
                </a:cubicBezTo>
                <a:cubicBezTo>
                  <a:pt x="174021" y="892175"/>
                  <a:pt x="174843" y="879647"/>
                  <a:pt x="180622" y="869245"/>
                </a:cubicBezTo>
                <a:cubicBezTo>
                  <a:pt x="193800" y="845525"/>
                  <a:pt x="210726" y="824090"/>
                  <a:pt x="225778" y="801512"/>
                </a:cubicBezTo>
                <a:lnTo>
                  <a:pt x="293511" y="699912"/>
                </a:lnTo>
                <a:lnTo>
                  <a:pt x="316089" y="666045"/>
                </a:lnTo>
                <a:cubicBezTo>
                  <a:pt x="323615" y="654756"/>
                  <a:pt x="334376" y="645049"/>
                  <a:pt x="338667" y="632178"/>
                </a:cubicBezTo>
                <a:cubicBezTo>
                  <a:pt x="349844" y="598648"/>
                  <a:pt x="356990" y="557411"/>
                  <a:pt x="383822" y="530578"/>
                </a:cubicBezTo>
                <a:cubicBezTo>
                  <a:pt x="393416" y="520984"/>
                  <a:pt x="406400" y="515526"/>
                  <a:pt x="417689" y="508000"/>
                </a:cubicBezTo>
                <a:cubicBezTo>
                  <a:pt x="446065" y="422874"/>
                  <a:pt x="407787" y="527805"/>
                  <a:pt x="451556" y="440267"/>
                </a:cubicBezTo>
                <a:cubicBezTo>
                  <a:pt x="456878" y="429624"/>
                  <a:pt x="457523" y="417043"/>
                  <a:pt x="462845" y="406400"/>
                </a:cubicBezTo>
                <a:cubicBezTo>
                  <a:pt x="468912" y="394265"/>
                  <a:pt x="479355" y="384669"/>
                  <a:pt x="485422" y="372534"/>
                </a:cubicBezTo>
                <a:cubicBezTo>
                  <a:pt x="510877" y="321623"/>
                  <a:pt x="478850" y="353326"/>
                  <a:pt x="519289" y="304800"/>
                </a:cubicBezTo>
                <a:cubicBezTo>
                  <a:pt x="551760" y="265836"/>
                  <a:pt x="579287" y="260271"/>
                  <a:pt x="598311" y="203200"/>
                </a:cubicBezTo>
                <a:cubicBezTo>
                  <a:pt x="602074" y="191911"/>
                  <a:pt x="603821" y="179736"/>
                  <a:pt x="609600" y="169334"/>
                </a:cubicBezTo>
                <a:cubicBezTo>
                  <a:pt x="622778" y="145613"/>
                  <a:pt x="646175" y="127343"/>
                  <a:pt x="654756" y="101600"/>
                </a:cubicBezTo>
                <a:cubicBezTo>
                  <a:pt x="658519" y="90311"/>
                  <a:pt x="660724" y="78377"/>
                  <a:pt x="666045" y="67734"/>
                </a:cubicBezTo>
                <a:cubicBezTo>
                  <a:pt x="672113" y="55599"/>
                  <a:pt x="678028" y="42343"/>
                  <a:pt x="688622" y="33867"/>
                </a:cubicBezTo>
                <a:cubicBezTo>
                  <a:pt x="746747" y="-12634"/>
                  <a:pt x="705659" y="56238"/>
                  <a:pt x="73377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684B4A64-B5DE-CB8D-852C-F9A18A531478}"/>
              </a:ext>
            </a:extLst>
          </p:cNvPr>
          <p:cNvSpPr/>
          <p:nvPr/>
        </p:nvSpPr>
        <p:spPr>
          <a:xfrm>
            <a:off x="5747703" y="7638453"/>
            <a:ext cx="1769856" cy="2913737"/>
          </a:xfrm>
          <a:custGeom>
            <a:avLst/>
            <a:gdLst>
              <a:gd name="connsiteX0" fmla="*/ 11624 w 3161584"/>
              <a:gd name="connsiteY0" fmla="*/ 4854223 h 4854223"/>
              <a:gd name="connsiteX1" fmla="*/ 335 w 3161584"/>
              <a:gd name="connsiteY1" fmla="*/ 4718756 h 4854223"/>
              <a:gd name="connsiteX2" fmla="*/ 22913 w 3161584"/>
              <a:gd name="connsiteY2" fmla="*/ 4628445 h 4854223"/>
              <a:gd name="connsiteX3" fmla="*/ 56780 w 3161584"/>
              <a:gd name="connsiteY3" fmla="*/ 4549423 h 4854223"/>
              <a:gd name="connsiteX4" fmla="*/ 101935 w 3161584"/>
              <a:gd name="connsiteY4" fmla="*/ 4470400 h 4854223"/>
              <a:gd name="connsiteX5" fmla="*/ 147091 w 3161584"/>
              <a:gd name="connsiteY5" fmla="*/ 4425245 h 4854223"/>
              <a:gd name="connsiteX6" fmla="*/ 214824 w 3161584"/>
              <a:gd name="connsiteY6" fmla="*/ 4323645 h 4854223"/>
              <a:gd name="connsiteX7" fmla="*/ 305135 w 3161584"/>
              <a:gd name="connsiteY7" fmla="*/ 4233334 h 4854223"/>
              <a:gd name="connsiteX8" fmla="*/ 350291 w 3161584"/>
              <a:gd name="connsiteY8" fmla="*/ 4188178 h 4854223"/>
              <a:gd name="connsiteX9" fmla="*/ 429313 w 3161584"/>
              <a:gd name="connsiteY9" fmla="*/ 4086578 h 4854223"/>
              <a:gd name="connsiteX10" fmla="*/ 508335 w 3161584"/>
              <a:gd name="connsiteY10" fmla="*/ 3984978 h 4854223"/>
              <a:gd name="connsiteX11" fmla="*/ 519624 w 3161584"/>
              <a:gd name="connsiteY11" fmla="*/ 3951111 h 4854223"/>
              <a:gd name="connsiteX12" fmla="*/ 542202 w 3161584"/>
              <a:gd name="connsiteY12" fmla="*/ 3917245 h 4854223"/>
              <a:gd name="connsiteX13" fmla="*/ 576069 w 3161584"/>
              <a:gd name="connsiteY13" fmla="*/ 3849511 h 4854223"/>
              <a:gd name="connsiteX14" fmla="*/ 587358 w 3161584"/>
              <a:gd name="connsiteY14" fmla="*/ 3815645 h 4854223"/>
              <a:gd name="connsiteX15" fmla="*/ 609935 w 3161584"/>
              <a:gd name="connsiteY15" fmla="*/ 3770489 h 4854223"/>
              <a:gd name="connsiteX16" fmla="*/ 632513 w 3161584"/>
              <a:gd name="connsiteY16" fmla="*/ 3714045 h 4854223"/>
              <a:gd name="connsiteX17" fmla="*/ 655091 w 3161584"/>
              <a:gd name="connsiteY17" fmla="*/ 3668889 h 4854223"/>
              <a:gd name="connsiteX18" fmla="*/ 666380 w 3161584"/>
              <a:gd name="connsiteY18" fmla="*/ 3635023 h 4854223"/>
              <a:gd name="connsiteX19" fmla="*/ 745402 w 3161584"/>
              <a:gd name="connsiteY19" fmla="*/ 3488267 h 4854223"/>
              <a:gd name="connsiteX20" fmla="*/ 779269 w 3161584"/>
              <a:gd name="connsiteY20" fmla="*/ 3420534 h 4854223"/>
              <a:gd name="connsiteX21" fmla="*/ 824424 w 3161584"/>
              <a:gd name="connsiteY21" fmla="*/ 3262489 h 4854223"/>
              <a:gd name="connsiteX22" fmla="*/ 835713 w 3161584"/>
              <a:gd name="connsiteY22" fmla="*/ 3206045 h 4854223"/>
              <a:gd name="connsiteX23" fmla="*/ 1117935 w 3161584"/>
              <a:gd name="connsiteY23" fmla="*/ 2686756 h 4854223"/>
              <a:gd name="connsiteX24" fmla="*/ 1163091 w 3161584"/>
              <a:gd name="connsiteY24" fmla="*/ 2641600 h 4854223"/>
              <a:gd name="connsiteX25" fmla="*/ 1253402 w 3161584"/>
              <a:gd name="connsiteY25" fmla="*/ 2528711 h 4854223"/>
              <a:gd name="connsiteX26" fmla="*/ 1422735 w 3161584"/>
              <a:gd name="connsiteY26" fmla="*/ 2223911 h 4854223"/>
              <a:gd name="connsiteX27" fmla="*/ 1671091 w 3161584"/>
              <a:gd name="connsiteY27" fmla="*/ 1851378 h 4854223"/>
              <a:gd name="connsiteX28" fmla="*/ 1738824 w 3161584"/>
              <a:gd name="connsiteY28" fmla="*/ 1749778 h 4854223"/>
              <a:gd name="connsiteX29" fmla="*/ 2506469 w 3161584"/>
              <a:gd name="connsiteY29" fmla="*/ 959556 h 4854223"/>
              <a:gd name="connsiteX30" fmla="*/ 2833847 w 3161584"/>
              <a:gd name="connsiteY30" fmla="*/ 508000 h 4854223"/>
              <a:gd name="connsiteX31" fmla="*/ 2856424 w 3161584"/>
              <a:gd name="connsiteY31" fmla="*/ 440267 h 4854223"/>
              <a:gd name="connsiteX32" fmla="*/ 3093491 w 3161584"/>
              <a:gd name="connsiteY32" fmla="*/ 79023 h 4854223"/>
              <a:gd name="connsiteX33" fmla="*/ 3161224 w 3161584"/>
              <a:gd name="connsiteY33" fmla="*/ 0 h 485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61584" h="4854223">
                <a:moveTo>
                  <a:pt x="11624" y="4854223"/>
                </a:moveTo>
                <a:cubicBezTo>
                  <a:pt x="7861" y="4809067"/>
                  <a:pt x="-1928" y="4764012"/>
                  <a:pt x="335" y="4718756"/>
                </a:cubicBezTo>
                <a:cubicBezTo>
                  <a:pt x="1885" y="4687765"/>
                  <a:pt x="15387" y="4658549"/>
                  <a:pt x="22913" y="4628445"/>
                </a:cubicBezTo>
                <a:cubicBezTo>
                  <a:pt x="41456" y="4554275"/>
                  <a:pt x="22130" y="4610060"/>
                  <a:pt x="56780" y="4549423"/>
                </a:cubicBezTo>
                <a:cubicBezTo>
                  <a:pt x="75080" y="4517398"/>
                  <a:pt x="78364" y="4497900"/>
                  <a:pt x="101935" y="4470400"/>
                </a:cubicBezTo>
                <a:cubicBezTo>
                  <a:pt x="115788" y="4454238"/>
                  <a:pt x="132039" y="4440297"/>
                  <a:pt x="147091" y="4425245"/>
                </a:cubicBezTo>
                <a:cubicBezTo>
                  <a:pt x="173375" y="4372677"/>
                  <a:pt x="169278" y="4372987"/>
                  <a:pt x="214824" y="4323645"/>
                </a:cubicBezTo>
                <a:cubicBezTo>
                  <a:pt x="243700" y="4292362"/>
                  <a:pt x="275031" y="4263438"/>
                  <a:pt x="305135" y="4233334"/>
                </a:cubicBezTo>
                <a:cubicBezTo>
                  <a:pt x="320187" y="4218282"/>
                  <a:pt x="337222" y="4204981"/>
                  <a:pt x="350291" y="4188178"/>
                </a:cubicBezTo>
                <a:cubicBezTo>
                  <a:pt x="376632" y="4154311"/>
                  <a:pt x="401846" y="4119538"/>
                  <a:pt x="429313" y="4086578"/>
                </a:cubicBezTo>
                <a:cubicBezTo>
                  <a:pt x="441813" y="4071579"/>
                  <a:pt x="493753" y="4014143"/>
                  <a:pt x="508335" y="3984978"/>
                </a:cubicBezTo>
                <a:cubicBezTo>
                  <a:pt x="513657" y="3974335"/>
                  <a:pt x="514302" y="3961754"/>
                  <a:pt x="519624" y="3951111"/>
                </a:cubicBezTo>
                <a:cubicBezTo>
                  <a:pt x="525692" y="3938976"/>
                  <a:pt x="535613" y="3929105"/>
                  <a:pt x="542202" y="3917245"/>
                </a:cubicBezTo>
                <a:cubicBezTo>
                  <a:pt x="554461" y="3895179"/>
                  <a:pt x="565817" y="3872578"/>
                  <a:pt x="576069" y="3849511"/>
                </a:cubicBezTo>
                <a:cubicBezTo>
                  <a:pt x="580902" y="3838637"/>
                  <a:pt x="582671" y="3826582"/>
                  <a:pt x="587358" y="3815645"/>
                </a:cubicBezTo>
                <a:cubicBezTo>
                  <a:pt x="593987" y="3800177"/>
                  <a:pt x="603100" y="3785867"/>
                  <a:pt x="609935" y="3770489"/>
                </a:cubicBezTo>
                <a:cubicBezTo>
                  <a:pt x="618165" y="3751971"/>
                  <a:pt x="624283" y="3732563"/>
                  <a:pt x="632513" y="3714045"/>
                </a:cubicBezTo>
                <a:cubicBezTo>
                  <a:pt x="639348" y="3698667"/>
                  <a:pt x="648462" y="3684357"/>
                  <a:pt x="655091" y="3668889"/>
                </a:cubicBezTo>
                <a:cubicBezTo>
                  <a:pt x="659778" y="3657952"/>
                  <a:pt x="661058" y="3645666"/>
                  <a:pt x="666380" y="3635023"/>
                </a:cubicBezTo>
                <a:cubicBezTo>
                  <a:pt x="691227" y="3585329"/>
                  <a:pt x="720555" y="3537961"/>
                  <a:pt x="745402" y="3488267"/>
                </a:cubicBezTo>
                <a:cubicBezTo>
                  <a:pt x="792136" y="3394798"/>
                  <a:pt x="714569" y="3517582"/>
                  <a:pt x="779269" y="3420534"/>
                </a:cubicBezTo>
                <a:cubicBezTo>
                  <a:pt x="800790" y="3355971"/>
                  <a:pt x="810247" y="3333373"/>
                  <a:pt x="824424" y="3262489"/>
                </a:cubicBezTo>
                <a:cubicBezTo>
                  <a:pt x="828187" y="3243674"/>
                  <a:pt x="826998" y="3223139"/>
                  <a:pt x="835713" y="3206045"/>
                </a:cubicBezTo>
                <a:cubicBezTo>
                  <a:pt x="925192" y="3030529"/>
                  <a:pt x="1019092" y="2857174"/>
                  <a:pt x="1117935" y="2686756"/>
                </a:cubicBezTo>
                <a:cubicBezTo>
                  <a:pt x="1128615" y="2668342"/>
                  <a:pt x="1149238" y="2657762"/>
                  <a:pt x="1163091" y="2641600"/>
                </a:cubicBezTo>
                <a:cubicBezTo>
                  <a:pt x="1194452" y="2605012"/>
                  <a:pt x="1223298" y="2566341"/>
                  <a:pt x="1253402" y="2528711"/>
                </a:cubicBezTo>
                <a:cubicBezTo>
                  <a:pt x="1321058" y="2325747"/>
                  <a:pt x="1202192" y="2664996"/>
                  <a:pt x="1422735" y="2223911"/>
                </a:cubicBezTo>
                <a:cubicBezTo>
                  <a:pt x="1608853" y="1851677"/>
                  <a:pt x="1444169" y="2128727"/>
                  <a:pt x="1671091" y="1851378"/>
                </a:cubicBezTo>
                <a:cubicBezTo>
                  <a:pt x="1696865" y="1819876"/>
                  <a:pt x="1711753" y="1780173"/>
                  <a:pt x="1738824" y="1749778"/>
                </a:cubicBezTo>
                <a:cubicBezTo>
                  <a:pt x="2255607" y="1169530"/>
                  <a:pt x="2138270" y="1284437"/>
                  <a:pt x="2506469" y="959556"/>
                </a:cubicBezTo>
                <a:cubicBezTo>
                  <a:pt x="2637067" y="672238"/>
                  <a:pt x="2485513" y="976911"/>
                  <a:pt x="2833847" y="508000"/>
                </a:cubicBezTo>
                <a:cubicBezTo>
                  <a:pt x="2848039" y="488896"/>
                  <a:pt x="2844101" y="460627"/>
                  <a:pt x="2856424" y="440267"/>
                </a:cubicBezTo>
                <a:cubicBezTo>
                  <a:pt x="2931002" y="317051"/>
                  <a:pt x="3007074" y="194246"/>
                  <a:pt x="3093491" y="79023"/>
                </a:cubicBezTo>
                <a:cubicBezTo>
                  <a:pt x="3170617" y="-23812"/>
                  <a:pt x="3161224" y="82393"/>
                  <a:pt x="3161224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1" name="Freeform 260">
            <a:extLst>
              <a:ext uri="{FF2B5EF4-FFF2-40B4-BE49-F238E27FC236}">
                <a16:creationId xmlns:a16="http://schemas.microsoft.com/office/drawing/2014/main" id="{BCB1C30D-7766-A235-90CC-D77F0AAABF8F}"/>
              </a:ext>
            </a:extLst>
          </p:cNvPr>
          <p:cNvSpPr/>
          <p:nvPr/>
        </p:nvSpPr>
        <p:spPr>
          <a:xfrm>
            <a:off x="15807346" y="7570747"/>
            <a:ext cx="1584704" cy="2975360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9FEB99DC-F646-CE29-73AE-0EE611300317}"/>
              </a:ext>
            </a:extLst>
          </p:cNvPr>
          <p:cNvSpPr/>
          <p:nvPr/>
        </p:nvSpPr>
        <p:spPr>
          <a:xfrm>
            <a:off x="15752901" y="754393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062201E6-AEF2-BCE5-06C8-02D4B134B5DD}"/>
              </a:ext>
            </a:extLst>
          </p:cNvPr>
          <p:cNvSpPr/>
          <p:nvPr/>
        </p:nvSpPr>
        <p:spPr>
          <a:xfrm>
            <a:off x="16359203" y="614554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ABAF6772-B9B0-7B4D-1D44-1BA154CA3B5E}"/>
              </a:ext>
            </a:extLst>
          </p:cNvPr>
          <p:cNvSpPr/>
          <p:nvPr/>
        </p:nvSpPr>
        <p:spPr>
          <a:xfrm>
            <a:off x="15835740" y="6621360"/>
            <a:ext cx="689412" cy="1016700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FDF55884-5F0C-184F-9BCA-1E8E799C68AF}"/>
              </a:ext>
            </a:extLst>
          </p:cNvPr>
          <p:cNvSpPr/>
          <p:nvPr/>
        </p:nvSpPr>
        <p:spPr>
          <a:xfrm>
            <a:off x="16527551" y="6621358"/>
            <a:ext cx="2225737" cy="3924224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3C2B883A-DBF8-DEF4-3EF2-7EC632275163}"/>
              </a:ext>
            </a:extLst>
          </p:cNvPr>
          <p:cNvSpPr/>
          <p:nvPr/>
        </p:nvSpPr>
        <p:spPr>
          <a:xfrm>
            <a:off x="16452878" y="660454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91BA0FF5-013D-75FE-7E9B-FAF32C4DFE75}"/>
              </a:ext>
            </a:extLst>
          </p:cNvPr>
          <p:cNvCxnSpPr>
            <a:cxnSpLocks/>
          </p:cNvCxnSpPr>
          <p:nvPr/>
        </p:nvCxnSpPr>
        <p:spPr>
          <a:xfrm>
            <a:off x="15803913" y="7678057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34481031-4A8E-610E-266C-357232C29EEE}"/>
              </a:ext>
            </a:extLst>
          </p:cNvPr>
          <p:cNvCxnSpPr>
            <a:cxnSpLocks/>
          </p:cNvCxnSpPr>
          <p:nvPr/>
        </p:nvCxnSpPr>
        <p:spPr>
          <a:xfrm>
            <a:off x="16557526" y="6689757"/>
            <a:ext cx="0" cy="59618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6654D969-1D75-8159-EFF4-68519DC198D5}"/>
                  </a:ext>
                </a:extLst>
              </p:cNvPr>
              <p:cNvSpPr txBox="1"/>
              <p:nvPr/>
            </p:nvSpPr>
            <p:spPr>
              <a:xfrm>
                <a:off x="15385072" y="7823351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6654D969-1D75-8159-EFF4-68519DC19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072" y="7823351"/>
                <a:ext cx="568909" cy="478464"/>
              </a:xfrm>
              <a:prstGeom prst="rect">
                <a:avLst/>
              </a:prstGeom>
              <a:blipFill>
                <a:blip r:embed="rId6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D9E1EEA-B4D9-F1D6-E3B4-8B8BD3E9191C}"/>
                  </a:ext>
                </a:extLst>
              </p:cNvPr>
              <p:cNvSpPr txBox="1"/>
              <p:nvPr/>
            </p:nvSpPr>
            <p:spPr>
              <a:xfrm>
                <a:off x="16235018" y="685537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D9E1EEA-B4D9-F1D6-E3B4-8B8BD3E919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5018" y="6855370"/>
                <a:ext cx="896111" cy="478464"/>
              </a:xfrm>
              <a:prstGeom prst="rect">
                <a:avLst/>
              </a:prstGeom>
              <a:blipFill>
                <a:blip r:embed="rId6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6204C04B-C1A1-3872-923E-B5C24D6377B7}"/>
                  </a:ext>
                </a:extLst>
              </p:cNvPr>
              <p:cNvSpPr txBox="1"/>
              <p:nvPr/>
            </p:nvSpPr>
            <p:spPr>
              <a:xfrm>
                <a:off x="14099626" y="10931819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6204C04B-C1A1-3872-923E-B5C24D637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99626" y="10931819"/>
                <a:ext cx="4172975" cy="533544"/>
              </a:xfrm>
              <a:prstGeom prst="rect">
                <a:avLst/>
              </a:prstGeom>
              <a:blipFill>
                <a:blip r:embed="rId66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4129248-9D99-B729-7CB6-4EDEDE8D4534}"/>
                  </a:ext>
                </a:extLst>
              </p:cNvPr>
              <p:cNvSpPr txBox="1"/>
              <p:nvPr/>
            </p:nvSpPr>
            <p:spPr>
              <a:xfrm>
                <a:off x="14471458" y="11477445"/>
                <a:ext cx="4172975" cy="718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4129248-9D99-B729-7CB6-4EDEDE8D4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1458" y="11477445"/>
                <a:ext cx="4172975" cy="718145"/>
              </a:xfrm>
              <a:prstGeom prst="rect">
                <a:avLst/>
              </a:prstGeom>
              <a:blipFill>
                <a:blip r:embed="rId67"/>
                <a:stretch>
                  <a:fillRect l="-608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E4FA3B92-4E69-7D82-C0E3-4BA2B109C687}"/>
                  </a:ext>
                </a:extLst>
              </p:cNvPr>
              <p:cNvSpPr txBox="1"/>
              <p:nvPr/>
            </p:nvSpPr>
            <p:spPr>
              <a:xfrm>
                <a:off x="12755458" y="5129322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E4FA3B92-4E69-7D82-C0E3-4BA2B109C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5458" y="5129322"/>
                <a:ext cx="896111" cy="588751"/>
              </a:xfrm>
              <a:prstGeom prst="rect">
                <a:avLst/>
              </a:prstGeom>
              <a:blipFill>
                <a:blip r:embed="rId68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3" name="Freeform 282">
            <a:extLst>
              <a:ext uri="{FF2B5EF4-FFF2-40B4-BE49-F238E27FC236}">
                <a16:creationId xmlns:a16="http://schemas.microsoft.com/office/drawing/2014/main" id="{AA7CC9F6-00E3-6A10-F758-1538EF871990}"/>
              </a:ext>
            </a:extLst>
          </p:cNvPr>
          <p:cNvSpPr/>
          <p:nvPr/>
        </p:nvSpPr>
        <p:spPr>
          <a:xfrm>
            <a:off x="15131783" y="7648838"/>
            <a:ext cx="799074" cy="2902959"/>
          </a:xfrm>
          <a:custGeom>
            <a:avLst/>
            <a:gdLst>
              <a:gd name="connsiteX0" fmla="*/ 891822 w 891822"/>
              <a:gd name="connsiteY0" fmla="*/ 3239912 h 3239912"/>
              <a:gd name="connsiteX1" fmla="*/ 835378 w 891822"/>
              <a:gd name="connsiteY1" fmla="*/ 3149600 h 3239912"/>
              <a:gd name="connsiteX2" fmla="*/ 801511 w 891822"/>
              <a:gd name="connsiteY2" fmla="*/ 3115734 h 3239912"/>
              <a:gd name="connsiteX3" fmla="*/ 790222 w 891822"/>
              <a:gd name="connsiteY3" fmla="*/ 3081867 h 3239912"/>
              <a:gd name="connsiteX4" fmla="*/ 767645 w 891822"/>
              <a:gd name="connsiteY4" fmla="*/ 3048000 h 3239912"/>
              <a:gd name="connsiteX5" fmla="*/ 745067 w 891822"/>
              <a:gd name="connsiteY5" fmla="*/ 3002845 h 3239912"/>
              <a:gd name="connsiteX6" fmla="*/ 699911 w 891822"/>
              <a:gd name="connsiteY6" fmla="*/ 2935112 h 3239912"/>
              <a:gd name="connsiteX7" fmla="*/ 654756 w 891822"/>
              <a:gd name="connsiteY7" fmla="*/ 2822223 h 3239912"/>
              <a:gd name="connsiteX8" fmla="*/ 632178 w 891822"/>
              <a:gd name="connsiteY8" fmla="*/ 2788356 h 3239912"/>
              <a:gd name="connsiteX9" fmla="*/ 598311 w 891822"/>
              <a:gd name="connsiteY9" fmla="*/ 2720623 h 3239912"/>
              <a:gd name="connsiteX10" fmla="*/ 564445 w 891822"/>
              <a:gd name="connsiteY10" fmla="*/ 2652889 h 3239912"/>
              <a:gd name="connsiteX11" fmla="*/ 553156 w 891822"/>
              <a:gd name="connsiteY11" fmla="*/ 2619023 h 3239912"/>
              <a:gd name="connsiteX12" fmla="*/ 508000 w 891822"/>
              <a:gd name="connsiteY12" fmla="*/ 2551289 h 3239912"/>
              <a:gd name="connsiteX13" fmla="*/ 474134 w 891822"/>
              <a:gd name="connsiteY13" fmla="*/ 2483556 h 3239912"/>
              <a:gd name="connsiteX14" fmla="*/ 428978 w 891822"/>
              <a:gd name="connsiteY14" fmla="*/ 2393245 h 3239912"/>
              <a:gd name="connsiteX15" fmla="*/ 406400 w 891822"/>
              <a:gd name="connsiteY15" fmla="*/ 2325512 h 3239912"/>
              <a:gd name="connsiteX16" fmla="*/ 395111 w 891822"/>
              <a:gd name="connsiteY16" fmla="*/ 2291645 h 3239912"/>
              <a:gd name="connsiteX17" fmla="*/ 383822 w 891822"/>
              <a:gd name="connsiteY17" fmla="*/ 2235200 h 3239912"/>
              <a:gd name="connsiteX18" fmla="*/ 349956 w 891822"/>
              <a:gd name="connsiteY18" fmla="*/ 2190045 h 3239912"/>
              <a:gd name="connsiteX19" fmla="*/ 327378 w 891822"/>
              <a:gd name="connsiteY19" fmla="*/ 2144889 h 3239912"/>
              <a:gd name="connsiteX20" fmla="*/ 293511 w 891822"/>
              <a:gd name="connsiteY20" fmla="*/ 2111023 h 3239912"/>
              <a:gd name="connsiteX21" fmla="*/ 259645 w 891822"/>
              <a:gd name="connsiteY21" fmla="*/ 2043289 h 3239912"/>
              <a:gd name="connsiteX22" fmla="*/ 214489 w 891822"/>
              <a:gd name="connsiteY22" fmla="*/ 1952978 h 3239912"/>
              <a:gd name="connsiteX23" fmla="*/ 203200 w 891822"/>
              <a:gd name="connsiteY23" fmla="*/ 1919112 h 3239912"/>
              <a:gd name="connsiteX24" fmla="*/ 158045 w 891822"/>
              <a:gd name="connsiteY24" fmla="*/ 1851378 h 3239912"/>
              <a:gd name="connsiteX25" fmla="*/ 135467 w 891822"/>
              <a:gd name="connsiteY25" fmla="*/ 1783645 h 3239912"/>
              <a:gd name="connsiteX26" fmla="*/ 124178 w 891822"/>
              <a:gd name="connsiteY26" fmla="*/ 1682045 h 3239912"/>
              <a:gd name="connsiteX27" fmla="*/ 79022 w 891822"/>
              <a:gd name="connsiteY27" fmla="*/ 1614312 h 3239912"/>
              <a:gd name="connsiteX28" fmla="*/ 67734 w 891822"/>
              <a:gd name="connsiteY28" fmla="*/ 1580445 h 3239912"/>
              <a:gd name="connsiteX29" fmla="*/ 45156 w 891822"/>
              <a:gd name="connsiteY29" fmla="*/ 1546578 h 3239912"/>
              <a:gd name="connsiteX30" fmla="*/ 33867 w 891822"/>
              <a:gd name="connsiteY30" fmla="*/ 1501423 h 3239912"/>
              <a:gd name="connsiteX31" fmla="*/ 11289 w 891822"/>
              <a:gd name="connsiteY31" fmla="*/ 1433689 h 3239912"/>
              <a:gd name="connsiteX32" fmla="*/ 0 w 891822"/>
              <a:gd name="connsiteY32" fmla="*/ 1399823 h 3239912"/>
              <a:gd name="connsiteX33" fmla="*/ 22578 w 891822"/>
              <a:gd name="connsiteY33" fmla="*/ 1196623 h 3239912"/>
              <a:gd name="connsiteX34" fmla="*/ 45156 w 891822"/>
              <a:gd name="connsiteY34" fmla="*/ 1128889 h 3239912"/>
              <a:gd name="connsiteX35" fmla="*/ 56445 w 891822"/>
              <a:gd name="connsiteY35" fmla="*/ 1095023 h 3239912"/>
              <a:gd name="connsiteX36" fmla="*/ 124178 w 891822"/>
              <a:gd name="connsiteY36" fmla="*/ 982134 h 3239912"/>
              <a:gd name="connsiteX37" fmla="*/ 146756 w 891822"/>
              <a:gd name="connsiteY37" fmla="*/ 948267 h 3239912"/>
              <a:gd name="connsiteX38" fmla="*/ 169334 w 891822"/>
              <a:gd name="connsiteY38" fmla="*/ 903112 h 3239912"/>
              <a:gd name="connsiteX39" fmla="*/ 180622 w 891822"/>
              <a:gd name="connsiteY39" fmla="*/ 869245 h 3239912"/>
              <a:gd name="connsiteX40" fmla="*/ 225778 w 891822"/>
              <a:gd name="connsiteY40" fmla="*/ 801512 h 3239912"/>
              <a:gd name="connsiteX41" fmla="*/ 293511 w 891822"/>
              <a:gd name="connsiteY41" fmla="*/ 699912 h 3239912"/>
              <a:gd name="connsiteX42" fmla="*/ 316089 w 891822"/>
              <a:gd name="connsiteY42" fmla="*/ 666045 h 3239912"/>
              <a:gd name="connsiteX43" fmla="*/ 338667 w 891822"/>
              <a:gd name="connsiteY43" fmla="*/ 632178 h 3239912"/>
              <a:gd name="connsiteX44" fmla="*/ 383822 w 891822"/>
              <a:gd name="connsiteY44" fmla="*/ 530578 h 3239912"/>
              <a:gd name="connsiteX45" fmla="*/ 417689 w 891822"/>
              <a:gd name="connsiteY45" fmla="*/ 508000 h 3239912"/>
              <a:gd name="connsiteX46" fmla="*/ 451556 w 891822"/>
              <a:gd name="connsiteY46" fmla="*/ 440267 h 3239912"/>
              <a:gd name="connsiteX47" fmla="*/ 462845 w 891822"/>
              <a:gd name="connsiteY47" fmla="*/ 406400 h 3239912"/>
              <a:gd name="connsiteX48" fmla="*/ 485422 w 891822"/>
              <a:gd name="connsiteY48" fmla="*/ 372534 h 3239912"/>
              <a:gd name="connsiteX49" fmla="*/ 519289 w 891822"/>
              <a:gd name="connsiteY49" fmla="*/ 304800 h 3239912"/>
              <a:gd name="connsiteX50" fmla="*/ 598311 w 891822"/>
              <a:gd name="connsiteY50" fmla="*/ 203200 h 3239912"/>
              <a:gd name="connsiteX51" fmla="*/ 609600 w 891822"/>
              <a:gd name="connsiteY51" fmla="*/ 169334 h 3239912"/>
              <a:gd name="connsiteX52" fmla="*/ 654756 w 891822"/>
              <a:gd name="connsiteY52" fmla="*/ 101600 h 3239912"/>
              <a:gd name="connsiteX53" fmla="*/ 666045 w 891822"/>
              <a:gd name="connsiteY53" fmla="*/ 67734 h 3239912"/>
              <a:gd name="connsiteX54" fmla="*/ 688622 w 891822"/>
              <a:gd name="connsiteY54" fmla="*/ 33867 h 3239912"/>
              <a:gd name="connsiteX55" fmla="*/ 733778 w 891822"/>
              <a:gd name="connsiteY55" fmla="*/ 0 h 3239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891822" h="3239912">
                <a:moveTo>
                  <a:pt x="891822" y="3239912"/>
                </a:moveTo>
                <a:cubicBezTo>
                  <a:pt x="873007" y="3209808"/>
                  <a:pt x="856258" y="3178310"/>
                  <a:pt x="835378" y="3149600"/>
                </a:cubicBezTo>
                <a:cubicBezTo>
                  <a:pt x="825988" y="3136689"/>
                  <a:pt x="810367" y="3129017"/>
                  <a:pt x="801511" y="3115734"/>
                </a:cubicBezTo>
                <a:cubicBezTo>
                  <a:pt x="794910" y="3105833"/>
                  <a:pt x="795544" y="3092510"/>
                  <a:pt x="790222" y="3081867"/>
                </a:cubicBezTo>
                <a:cubicBezTo>
                  <a:pt x="784155" y="3069732"/>
                  <a:pt x="774376" y="3059780"/>
                  <a:pt x="767645" y="3048000"/>
                </a:cubicBezTo>
                <a:cubicBezTo>
                  <a:pt x="759296" y="3033389"/>
                  <a:pt x="753725" y="3017275"/>
                  <a:pt x="745067" y="3002845"/>
                </a:cubicBezTo>
                <a:cubicBezTo>
                  <a:pt x="731106" y="2979577"/>
                  <a:pt x="699911" y="2935112"/>
                  <a:pt x="699911" y="2935112"/>
                </a:cubicBezTo>
                <a:cubicBezTo>
                  <a:pt x="681407" y="2879598"/>
                  <a:pt x="681335" y="2868735"/>
                  <a:pt x="654756" y="2822223"/>
                </a:cubicBezTo>
                <a:cubicBezTo>
                  <a:pt x="648024" y="2810443"/>
                  <a:pt x="638246" y="2800491"/>
                  <a:pt x="632178" y="2788356"/>
                </a:cubicBezTo>
                <a:cubicBezTo>
                  <a:pt x="585443" y="2694885"/>
                  <a:pt x="663012" y="2817672"/>
                  <a:pt x="598311" y="2720623"/>
                </a:cubicBezTo>
                <a:cubicBezTo>
                  <a:pt x="569937" y="2635500"/>
                  <a:pt x="608211" y="2740422"/>
                  <a:pt x="564445" y="2652889"/>
                </a:cubicBezTo>
                <a:cubicBezTo>
                  <a:pt x="559124" y="2642246"/>
                  <a:pt x="558935" y="2629425"/>
                  <a:pt x="553156" y="2619023"/>
                </a:cubicBezTo>
                <a:cubicBezTo>
                  <a:pt x="539978" y="2595302"/>
                  <a:pt x="516581" y="2577032"/>
                  <a:pt x="508000" y="2551289"/>
                </a:cubicBezTo>
                <a:cubicBezTo>
                  <a:pt x="492420" y="2504552"/>
                  <a:pt x="503311" y="2527324"/>
                  <a:pt x="474134" y="2483556"/>
                </a:cubicBezTo>
                <a:cubicBezTo>
                  <a:pt x="446414" y="2372676"/>
                  <a:pt x="486546" y="2508379"/>
                  <a:pt x="428978" y="2393245"/>
                </a:cubicBezTo>
                <a:cubicBezTo>
                  <a:pt x="418335" y="2371959"/>
                  <a:pt x="413926" y="2348090"/>
                  <a:pt x="406400" y="2325512"/>
                </a:cubicBezTo>
                <a:cubicBezTo>
                  <a:pt x="402637" y="2314223"/>
                  <a:pt x="397445" y="2303314"/>
                  <a:pt x="395111" y="2291645"/>
                </a:cubicBezTo>
                <a:cubicBezTo>
                  <a:pt x="391348" y="2272830"/>
                  <a:pt x="391615" y="2252734"/>
                  <a:pt x="383822" y="2235200"/>
                </a:cubicBezTo>
                <a:cubicBezTo>
                  <a:pt x="376181" y="2218007"/>
                  <a:pt x="359928" y="2206000"/>
                  <a:pt x="349956" y="2190045"/>
                </a:cubicBezTo>
                <a:cubicBezTo>
                  <a:pt x="341037" y="2175774"/>
                  <a:pt x="337160" y="2158583"/>
                  <a:pt x="327378" y="2144889"/>
                </a:cubicBezTo>
                <a:cubicBezTo>
                  <a:pt x="318099" y="2131898"/>
                  <a:pt x="303731" y="2123288"/>
                  <a:pt x="293511" y="2111023"/>
                </a:cubicBezTo>
                <a:cubicBezTo>
                  <a:pt x="258878" y="2069463"/>
                  <a:pt x="280010" y="2088091"/>
                  <a:pt x="259645" y="2043289"/>
                </a:cubicBezTo>
                <a:cubicBezTo>
                  <a:pt x="245718" y="2012649"/>
                  <a:pt x="225133" y="1984908"/>
                  <a:pt x="214489" y="1952978"/>
                </a:cubicBezTo>
                <a:cubicBezTo>
                  <a:pt x="210726" y="1941689"/>
                  <a:pt x="208979" y="1929514"/>
                  <a:pt x="203200" y="1919112"/>
                </a:cubicBezTo>
                <a:cubicBezTo>
                  <a:pt x="190022" y="1895392"/>
                  <a:pt x="166626" y="1877121"/>
                  <a:pt x="158045" y="1851378"/>
                </a:cubicBezTo>
                <a:lnTo>
                  <a:pt x="135467" y="1783645"/>
                </a:lnTo>
                <a:cubicBezTo>
                  <a:pt x="131704" y="1749778"/>
                  <a:pt x="134954" y="1714371"/>
                  <a:pt x="124178" y="1682045"/>
                </a:cubicBezTo>
                <a:cubicBezTo>
                  <a:pt x="115597" y="1656302"/>
                  <a:pt x="79022" y="1614312"/>
                  <a:pt x="79022" y="1614312"/>
                </a:cubicBezTo>
                <a:cubicBezTo>
                  <a:pt x="75259" y="1603023"/>
                  <a:pt x="73056" y="1591088"/>
                  <a:pt x="67734" y="1580445"/>
                </a:cubicBezTo>
                <a:cubicBezTo>
                  <a:pt x="61666" y="1568310"/>
                  <a:pt x="50501" y="1559049"/>
                  <a:pt x="45156" y="1546578"/>
                </a:cubicBezTo>
                <a:cubicBezTo>
                  <a:pt x="39044" y="1532318"/>
                  <a:pt x="38325" y="1516284"/>
                  <a:pt x="33867" y="1501423"/>
                </a:cubicBezTo>
                <a:cubicBezTo>
                  <a:pt x="27028" y="1478627"/>
                  <a:pt x="18815" y="1456267"/>
                  <a:pt x="11289" y="1433689"/>
                </a:cubicBezTo>
                <a:lnTo>
                  <a:pt x="0" y="1399823"/>
                </a:lnTo>
                <a:cubicBezTo>
                  <a:pt x="3916" y="1352828"/>
                  <a:pt x="8524" y="1252838"/>
                  <a:pt x="22578" y="1196623"/>
                </a:cubicBezTo>
                <a:cubicBezTo>
                  <a:pt x="28350" y="1173534"/>
                  <a:pt x="37630" y="1151467"/>
                  <a:pt x="45156" y="1128889"/>
                </a:cubicBezTo>
                <a:cubicBezTo>
                  <a:pt x="48919" y="1117600"/>
                  <a:pt x="49845" y="1104924"/>
                  <a:pt x="56445" y="1095023"/>
                </a:cubicBezTo>
                <a:cubicBezTo>
                  <a:pt x="166916" y="929312"/>
                  <a:pt x="54747" y="1103638"/>
                  <a:pt x="124178" y="982134"/>
                </a:cubicBezTo>
                <a:cubicBezTo>
                  <a:pt x="130910" y="970354"/>
                  <a:pt x="140024" y="960047"/>
                  <a:pt x="146756" y="948267"/>
                </a:cubicBezTo>
                <a:cubicBezTo>
                  <a:pt x="155105" y="933656"/>
                  <a:pt x="162705" y="918580"/>
                  <a:pt x="169334" y="903112"/>
                </a:cubicBezTo>
                <a:cubicBezTo>
                  <a:pt x="174021" y="892175"/>
                  <a:pt x="174843" y="879647"/>
                  <a:pt x="180622" y="869245"/>
                </a:cubicBezTo>
                <a:cubicBezTo>
                  <a:pt x="193800" y="845525"/>
                  <a:pt x="210726" y="824090"/>
                  <a:pt x="225778" y="801512"/>
                </a:cubicBezTo>
                <a:lnTo>
                  <a:pt x="293511" y="699912"/>
                </a:lnTo>
                <a:lnTo>
                  <a:pt x="316089" y="666045"/>
                </a:lnTo>
                <a:cubicBezTo>
                  <a:pt x="323615" y="654756"/>
                  <a:pt x="334376" y="645049"/>
                  <a:pt x="338667" y="632178"/>
                </a:cubicBezTo>
                <a:cubicBezTo>
                  <a:pt x="349844" y="598648"/>
                  <a:pt x="356990" y="557411"/>
                  <a:pt x="383822" y="530578"/>
                </a:cubicBezTo>
                <a:cubicBezTo>
                  <a:pt x="393416" y="520984"/>
                  <a:pt x="406400" y="515526"/>
                  <a:pt x="417689" y="508000"/>
                </a:cubicBezTo>
                <a:cubicBezTo>
                  <a:pt x="446065" y="422874"/>
                  <a:pt x="407787" y="527805"/>
                  <a:pt x="451556" y="440267"/>
                </a:cubicBezTo>
                <a:cubicBezTo>
                  <a:pt x="456878" y="429624"/>
                  <a:pt x="457523" y="417043"/>
                  <a:pt x="462845" y="406400"/>
                </a:cubicBezTo>
                <a:cubicBezTo>
                  <a:pt x="468912" y="394265"/>
                  <a:pt x="479355" y="384669"/>
                  <a:pt x="485422" y="372534"/>
                </a:cubicBezTo>
                <a:cubicBezTo>
                  <a:pt x="510877" y="321623"/>
                  <a:pt x="478850" y="353326"/>
                  <a:pt x="519289" y="304800"/>
                </a:cubicBezTo>
                <a:cubicBezTo>
                  <a:pt x="551760" y="265836"/>
                  <a:pt x="579287" y="260271"/>
                  <a:pt x="598311" y="203200"/>
                </a:cubicBezTo>
                <a:cubicBezTo>
                  <a:pt x="602074" y="191911"/>
                  <a:pt x="603821" y="179736"/>
                  <a:pt x="609600" y="169334"/>
                </a:cubicBezTo>
                <a:cubicBezTo>
                  <a:pt x="622778" y="145613"/>
                  <a:pt x="646175" y="127343"/>
                  <a:pt x="654756" y="101600"/>
                </a:cubicBezTo>
                <a:cubicBezTo>
                  <a:pt x="658519" y="90311"/>
                  <a:pt x="660724" y="78377"/>
                  <a:pt x="666045" y="67734"/>
                </a:cubicBezTo>
                <a:cubicBezTo>
                  <a:pt x="672113" y="55599"/>
                  <a:pt x="678028" y="42343"/>
                  <a:pt x="688622" y="33867"/>
                </a:cubicBezTo>
                <a:cubicBezTo>
                  <a:pt x="746747" y="-12634"/>
                  <a:pt x="705659" y="56238"/>
                  <a:pt x="73377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84" name="Freeform 283">
            <a:extLst>
              <a:ext uri="{FF2B5EF4-FFF2-40B4-BE49-F238E27FC236}">
                <a16:creationId xmlns:a16="http://schemas.microsoft.com/office/drawing/2014/main" id="{A7C84C15-530A-7CFE-AF38-4A8A5AE3655A}"/>
              </a:ext>
            </a:extLst>
          </p:cNvPr>
          <p:cNvSpPr/>
          <p:nvPr/>
        </p:nvSpPr>
        <p:spPr>
          <a:xfrm>
            <a:off x="13563681" y="6202412"/>
            <a:ext cx="2832781" cy="4349385"/>
          </a:xfrm>
          <a:custGeom>
            <a:avLst/>
            <a:gdLst>
              <a:gd name="connsiteX0" fmla="*/ 11624 w 3161584"/>
              <a:gd name="connsiteY0" fmla="*/ 4854223 h 4854223"/>
              <a:gd name="connsiteX1" fmla="*/ 335 w 3161584"/>
              <a:gd name="connsiteY1" fmla="*/ 4718756 h 4854223"/>
              <a:gd name="connsiteX2" fmla="*/ 22913 w 3161584"/>
              <a:gd name="connsiteY2" fmla="*/ 4628445 h 4854223"/>
              <a:gd name="connsiteX3" fmla="*/ 56780 w 3161584"/>
              <a:gd name="connsiteY3" fmla="*/ 4549423 h 4854223"/>
              <a:gd name="connsiteX4" fmla="*/ 101935 w 3161584"/>
              <a:gd name="connsiteY4" fmla="*/ 4470400 h 4854223"/>
              <a:gd name="connsiteX5" fmla="*/ 147091 w 3161584"/>
              <a:gd name="connsiteY5" fmla="*/ 4425245 h 4854223"/>
              <a:gd name="connsiteX6" fmla="*/ 214824 w 3161584"/>
              <a:gd name="connsiteY6" fmla="*/ 4323645 h 4854223"/>
              <a:gd name="connsiteX7" fmla="*/ 305135 w 3161584"/>
              <a:gd name="connsiteY7" fmla="*/ 4233334 h 4854223"/>
              <a:gd name="connsiteX8" fmla="*/ 350291 w 3161584"/>
              <a:gd name="connsiteY8" fmla="*/ 4188178 h 4854223"/>
              <a:gd name="connsiteX9" fmla="*/ 429313 w 3161584"/>
              <a:gd name="connsiteY9" fmla="*/ 4086578 h 4854223"/>
              <a:gd name="connsiteX10" fmla="*/ 508335 w 3161584"/>
              <a:gd name="connsiteY10" fmla="*/ 3984978 h 4854223"/>
              <a:gd name="connsiteX11" fmla="*/ 519624 w 3161584"/>
              <a:gd name="connsiteY11" fmla="*/ 3951111 h 4854223"/>
              <a:gd name="connsiteX12" fmla="*/ 542202 w 3161584"/>
              <a:gd name="connsiteY12" fmla="*/ 3917245 h 4854223"/>
              <a:gd name="connsiteX13" fmla="*/ 576069 w 3161584"/>
              <a:gd name="connsiteY13" fmla="*/ 3849511 h 4854223"/>
              <a:gd name="connsiteX14" fmla="*/ 587358 w 3161584"/>
              <a:gd name="connsiteY14" fmla="*/ 3815645 h 4854223"/>
              <a:gd name="connsiteX15" fmla="*/ 609935 w 3161584"/>
              <a:gd name="connsiteY15" fmla="*/ 3770489 h 4854223"/>
              <a:gd name="connsiteX16" fmla="*/ 632513 w 3161584"/>
              <a:gd name="connsiteY16" fmla="*/ 3714045 h 4854223"/>
              <a:gd name="connsiteX17" fmla="*/ 655091 w 3161584"/>
              <a:gd name="connsiteY17" fmla="*/ 3668889 h 4854223"/>
              <a:gd name="connsiteX18" fmla="*/ 666380 w 3161584"/>
              <a:gd name="connsiteY18" fmla="*/ 3635023 h 4854223"/>
              <a:gd name="connsiteX19" fmla="*/ 745402 w 3161584"/>
              <a:gd name="connsiteY19" fmla="*/ 3488267 h 4854223"/>
              <a:gd name="connsiteX20" fmla="*/ 779269 w 3161584"/>
              <a:gd name="connsiteY20" fmla="*/ 3420534 h 4854223"/>
              <a:gd name="connsiteX21" fmla="*/ 824424 w 3161584"/>
              <a:gd name="connsiteY21" fmla="*/ 3262489 h 4854223"/>
              <a:gd name="connsiteX22" fmla="*/ 835713 w 3161584"/>
              <a:gd name="connsiteY22" fmla="*/ 3206045 h 4854223"/>
              <a:gd name="connsiteX23" fmla="*/ 1117935 w 3161584"/>
              <a:gd name="connsiteY23" fmla="*/ 2686756 h 4854223"/>
              <a:gd name="connsiteX24" fmla="*/ 1163091 w 3161584"/>
              <a:gd name="connsiteY24" fmla="*/ 2641600 h 4854223"/>
              <a:gd name="connsiteX25" fmla="*/ 1253402 w 3161584"/>
              <a:gd name="connsiteY25" fmla="*/ 2528711 h 4854223"/>
              <a:gd name="connsiteX26" fmla="*/ 1422735 w 3161584"/>
              <a:gd name="connsiteY26" fmla="*/ 2223911 h 4854223"/>
              <a:gd name="connsiteX27" fmla="*/ 1671091 w 3161584"/>
              <a:gd name="connsiteY27" fmla="*/ 1851378 h 4854223"/>
              <a:gd name="connsiteX28" fmla="*/ 1738824 w 3161584"/>
              <a:gd name="connsiteY28" fmla="*/ 1749778 h 4854223"/>
              <a:gd name="connsiteX29" fmla="*/ 2506469 w 3161584"/>
              <a:gd name="connsiteY29" fmla="*/ 959556 h 4854223"/>
              <a:gd name="connsiteX30" fmla="*/ 2833847 w 3161584"/>
              <a:gd name="connsiteY30" fmla="*/ 508000 h 4854223"/>
              <a:gd name="connsiteX31" fmla="*/ 2856424 w 3161584"/>
              <a:gd name="connsiteY31" fmla="*/ 440267 h 4854223"/>
              <a:gd name="connsiteX32" fmla="*/ 3093491 w 3161584"/>
              <a:gd name="connsiteY32" fmla="*/ 79023 h 4854223"/>
              <a:gd name="connsiteX33" fmla="*/ 3161224 w 3161584"/>
              <a:gd name="connsiteY33" fmla="*/ 0 h 485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61584" h="4854223">
                <a:moveTo>
                  <a:pt x="11624" y="4854223"/>
                </a:moveTo>
                <a:cubicBezTo>
                  <a:pt x="7861" y="4809067"/>
                  <a:pt x="-1928" y="4764012"/>
                  <a:pt x="335" y="4718756"/>
                </a:cubicBezTo>
                <a:cubicBezTo>
                  <a:pt x="1885" y="4687765"/>
                  <a:pt x="15387" y="4658549"/>
                  <a:pt x="22913" y="4628445"/>
                </a:cubicBezTo>
                <a:cubicBezTo>
                  <a:pt x="41456" y="4554275"/>
                  <a:pt x="22130" y="4610060"/>
                  <a:pt x="56780" y="4549423"/>
                </a:cubicBezTo>
                <a:cubicBezTo>
                  <a:pt x="75080" y="4517398"/>
                  <a:pt x="78364" y="4497900"/>
                  <a:pt x="101935" y="4470400"/>
                </a:cubicBezTo>
                <a:cubicBezTo>
                  <a:pt x="115788" y="4454238"/>
                  <a:pt x="132039" y="4440297"/>
                  <a:pt x="147091" y="4425245"/>
                </a:cubicBezTo>
                <a:cubicBezTo>
                  <a:pt x="173375" y="4372677"/>
                  <a:pt x="169278" y="4372987"/>
                  <a:pt x="214824" y="4323645"/>
                </a:cubicBezTo>
                <a:cubicBezTo>
                  <a:pt x="243700" y="4292362"/>
                  <a:pt x="275031" y="4263438"/>
                  <a:pt x="305135" y="4233334"/>
                </a:cubicBezTo>
                <a:cubicBezTo>
                  <a:pt x="320187" y="4218282"/>
                  <a:pt x="337222" y="4204981"/>
                  <a:pt x="350291" y="4188178"/>
                </a:cubicBezTo>
                <a:cubicBezTo>
                  <a:pt x="376632" y="4154311"/>
                  <a:pt x="401846" y="4119538"/>
                  <a:pt x="429313" y="4086578"/>
                </a:cubicBezTo>
                <a:cubicBezTo>
                  <a:pt x="441813" y="4071579"/>
                  <a:pt x="493753" y="4014143"/>
                  <a:pt x="508335" y="3984978"/>
                </a:cubicBezTo>
                <a:cubicBezTo>
                  <a:pt x="513657" y="3974335"/>
                  <a:pt x="514302" y="3961754"/>
                  <a:pt x="519624" y="3951111"/>
                </a:cubicBezTo>
                <a:cubicBezTo>
                  <a:pt x="525692" y="3938976"/>
                  <a:pt x="535613" y="3929105"/>
                  <a:pt x="542202" y="3917245"/>
                </a:cubicBezTo>
                <a:cubicBezTo>
                  <a:pt x="554461" y="3895179"/>
                  <a:pt x="565817" y="3872578"/>
                  <a:pt x="576069" y="3849511"/>
                </a:cubicBezTo>
                <a:cubicBezTo>
                  <a:pt x="580902" y="3838637"/>
                  <a:pt x="582671" y="3826582"/>
                  <a:pt x="587358" y="3815645"/>
                </a:cubicBezTo>
                <a:cubicBezTo>
                  <a:pt x="593987" y="3800177"/>
                  <a:pt x="603100" y="3785867"/>
                  <a:pt x="609935" y="3770489"/>
                </a:cubicBezTo>
                <a:cubicBezTo>
                  <a:pt x="618165" y="3751971"/>
                  <a:pt x="624283" y="3732563"/>
                  <a:pt x="632513" y="3714045"/>
                </a:cubicBezTo>
                <a:cubicBezTo>
                  <a:pt x="639348" y="3698667"/>
                  <a:pt x="648462" y="3684357"/>
                  <a:pt x="655091" y="3668889"/>
                </a:cubicBezTo>
                <a:cubicBezTo>
                  <a:pt x="659778" y="3657952"/>
                  <a:pt x="661058" y="3645666"/>
                  <a:pt x="666380" y="3635023"/>
                </a:cubicBezTo>
                <a:cubicBezTo>
                  <a:pt x="691227" y="3585329"/>
                  <a:pt x="720555" y="3537961"/>
                  <a:pt x="745402" y="3488267"/>
                </a:cubicBezTo>
                <a:cubicBezTo>
                  <a:pt x="792136" y="3394798"/>
                  <a:pt x="714569" y="3517582"/>
                  <a:pt x="779269" y="3420534"/>
                </a:cubicBezTo>
                <a:cubicBezTo>
                  <a:pt x="800790" y="3355971"/>
                  <a:pt x="810247" y="3333373"/>
                  <a:pt x="824424" y="3262489"/>
                </a:cubicBezTo>
                <a:cubicBezTo>
                  <a:pt x="828187" y="3243674"/>
                  <a:pt x="826998" y="3223139"/>
                  <a:pt x="835713" y="3206045"/>
                </a:cubicBezTo>
                <a:cubicBezTo>
                  <a:pt x="925192" y="3030529"/>
                  <a:pt x="1019092" y="2857174"/>
                  <a:pt x="1117935" y="2686756"/>
                </a:cubicBezTo>
                <a:cubicBezTo>
                  <a:pt x="1128615" y="2668342"/>
                  <a:pt x="1149238" y="2657762"/>
                  <a:pt x="1163091" y="2641600"/>
                </a:cubicBezTo>
                <a:cubicBezTo>
                  <a:pt x="1194452" y="2605012"/>
                  <a:pt x="1223298" y="2566341"/>
                  <a:pt x="1253402" y="2528711"/>
                </a:cubicBezTo>
                <a:cubicBezTo>
                  <a:pt x="1321058" y="2325747"/>
                  <a:pt x="1202192" y="2664996"/>
                  <a:pt x="1422735" y="2223911"/>
                </a:cubicBezTo>
                <a:cubicBezTo>
                  <a:pt x="1608853" y="1851677"/>
                  <a:pt x="1444169" y="2128727"/>
                  <a:pt x="1671091" y="1851378"/>
                </a:cubicBezTo>
                <a:cubicBezTo>
                  <a:pt x="1696865" y="1819876"/>
                  <a:pt x="1711753" y="1780173"/>
                  <a:pt x="1738824" y="1749778"/>
                </a:cubicBezTo>
                <a:cubicBezTo>
                  <a:pt x="2255607" y="1169530"/>
                  <a:pt x="2138270" y="1284437"/>
                  <a:pt x="2506469" y="959556"/>
                </a:cubicBezTo>
                <a:cubicBezTo>
                  <a:pt x="2637067" y="672238"/>
                  <a:pt x="2485513" y="976911"/>
                  <a:pt x="2833847" y="508000"/>
                </a:cubicBezTo>
                <a:cubicBezTo>
                  <a:pt x="2848039" y="488896"/>
                  <a:pt x="2844101" y="460627"/>
                  <a:pt x="2856424" y="440267"/>
                </a:cubicBezTo>
                <a:cubicBezTo>
                  <a:pt x="2931002" y="317051"/>
                  <a:pt x="3007074" y="194246"/>
                  <a:pt x="3093491" y="79023"/>
                </a:cubicBezTo>
                <a:cubicBezTo>
                  <a:pt x="3170617" y="-23812"/>
                  <a:pt x="3161224" y="82393"/>
                  <a:pt x="3161224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85" name="Freeform 284">
            <a:extLst>
              <a:ext uri="{FF2B5EF4-FFF2-40B4-BE49-F238E27FC236}">
                <a16:creationId xmlns:a16="http://schemas.microsoft.com/office/drawing/2014/main" id="{D288D0AC-6DE0-864C-317C-96CAB67E44B0}"/>
              </a:ext>
            </a:extLst>
          </p:cNvPr>
          <p:cNvSpPr/>
          <p:nvPr/>
        </p:nvSpPr>
        <p:spPr>
          <a:xfrm>
            <a:off x="16437642" y="6228629"/>
            <a:ext cx="91034" cy="394479"/>
          </a:xfrm>
          <a:custGeom>
            <a:avLst/>
            <a:gdLst>
              <a:gd name="connsiteX0" fmla="*/ 101600 w 101600"/>
              <a:gd name="connsiteY0" fmla="*/ 440267 h 440267"/>
              <a:gd name="connsiteX1" fmla="*/ 90311 w 101600"/>
              <a:gd name="connsiteY1" fmla="*/ 349956 h 440267"/>
              <a:gd name="connsiteX2" fmla="*/ 79022 w 101600"/>
              <a:gd name="connsiteY2" fmla="*/ 112889 h 440267"/>
              <a:gd name="connsiteX3" fmla="*/ 67733 w 101600"/>
              <a:gd name="connsiteY3" fmla="*/ 79023 h 440267"/>
              <a:gd name="connsiteX4" fmla="*/ 11289 w 101600"/>
              <a:gd name="connsiteY4" fmla="*/ 22578 h 440267"/>
              <a:gd name="connsiteX5" fmla="*/ 0 w 101600"/>
              <a:gd name="connsiteY5" fmla="*/ 0 h 4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600" h="440267">
                <a:moveTo>
                  <a:pt x="101600" y="440267"/>
                </a:moveTo>
                <a:cubicBezTo>
                  <a:pt x="97837" y="410163"/>
                  <a:pt x="92398" y="380222"/>
                  <a:pt x="90311" y="349956"/>
                </a:cubicBezTo>
                <a:cubicBezTo>
                  <a:pt x="84868" y="271032"/>
                  <a:pt x="85592" y="191728"/>
                  <a:pt x="79022" y="112889"/>
                </a:cubicBezTo>
                <a:cubicBezTo>
                  <a:pt x="78034" y="101031"/>
                  <a:pt x="73055" y="89666"/>
                  <a:pt x="67733" y="79023"/>
                </a:cubicBezTo>
                <a:cubicBezTo>
                  <a:pt x="37628" y="18814"/>
                  <a:pt x="56445" y="67735"/>
                  <a:pt x="11289" y="22578"/>
                </a:cubicBezTo>
                <a:cubicBezTo>
                  <a:pt x="5339" y="16628"/>
                  <a:pt x="3763" y="752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7E4CB04E-CCAC-6D08-B26B-E614B9F8BC3A}"/>
              </a:ext>
            </a:extLst>
          </p:cNvPr>
          <p:cNvSpPr/>
          <p:nvPr/>
        </p:nvSpPr>
        <p:spPr>
          <a:xfrm>
            <a:off x="8011205" y="7947613"/>
            <a:ext cx="1600674" cy="2609630"/>
          </a:xfrm>
          <a:custGeom>
            <a:avLst/>
            <a:gdLst>
              <a:gd name="connsiteX0" fmla="*/ 1786467 w 1786467"/>
              <a:gd name="connsiteY0" fmla="*/ 2912533 h 2912533"/>
              <a:gd name="connsiteX1" fmla="*/ 1769534 w 1786467"/>
              <a:gd name="connsiteY1" fmla="*/ 2853266 h 2912533"/>
              <a:gd name="connsiteX2" fmla="*/ 1735667 w 1786467"/>
              <a:gd name="connsiteY2" fmla="*/ 2794000 h 2912533"/>
              <a:gd name="connsiteX3" fmla="*/ 1718734 w 1786467"/>
              <a:gd name="connsiteY3" fmla="*/ 2751666 h 2912533"/>
              <a:gd name="connsiteX4" fmla="*/ 1693334 w 1786467"/>
              <a:gd name="connsiteY4" fmla="*/ 2709333 h 2912533"/>
              <a:gd name="connsiteX5" fmla="*/ 1676400 w 1786467"/>
              <a:gd name="connsiteY5" fmla="*/ 2667000 h 2912533"/>
              <a:gd name="connsiteX6" fmla="*/ 1659467 w 1786467"/>
              <a:gd name="connsiteY6" fmla="*/ 2650066 h 2912533"/>
              <a:gd name="connsiteX7" fmla="*/ 1608667 w 1786467"/>
              <a:gd name="connsiteY7" fmla="*/ 2573866 h 2912533"/>
              <a:gd name="connsiteX8" fmla="*/ 1591734 w 1786467"/>
              <a:gd name="connsiteY8" fmla="*/ 2540000 h 2912533"/>
              <a:gd name="connsiteX9" fmla="*/ 1557867 w 1786467"/>
              <a:gd name="connsiteY9" fmla="*/ 2497666 h 2912533"/>
              <a:gd name="connsiteX10" fmla="*/ 1540934 w 1786467"/>
              <a:gd name="connsiteY10" fmla="*/ 2446866 h 2912533"/>
              <a:gd name="connsiteX11" fmla="*/ 1490134 w 1786467"/>
              <a:gd name="connsiteY11" fmla="*/ 2353733 h 2912533"/>
              <a:gd name="connsiteX12" fmla="*/ 1473200 w 1786467"/>
              <a:gd name="connsiteY12" fmla="*/ 2319866 h 2912533"/>
              <a:gd name="connsiteX13" fmla="*/ 1464734 w 1786467"/>
              <a:gd name="connsiteY13" fmla="*/ 2294466 h 2912533"/>
              <a:gd name="connsiteX14" fmla="*/ 1447800 w 1786467"/>
              <a:gd name="connsiteY14" fmla="*/ 2260600 h 2912533"/>
              <a:gd name="connsiteX15" fmla="*/ 1439334 w 1786467"/>
              <a:gd name="connsiteY15" fmla="*/ 2235200 h 2912533"/>
              <a:gd name="connsiteX16" fmla="*/ 1405467 w 1786467"/>
              <a:gd name="connsiteY16" fmla="*/ 2167466 h 2912533"/>
              <a:gd name="connsiteX17" fmla="*/ 1371600 w 1786467"/>
              <a:gd name="connsiteY17" fmla="*/ 2082800 h 2912533"/>
              <a:gd name="connsiteX18" fmla="*/ 1354667 w 1786467"/>
              <a:gd name="connsiteY18" fmla="*/ 2015066 h 2912533"/>
              <a:gd name="connsiteX19" fmla="*/ 1337734 w 1786467"/>
              <a:gd name="connsiteY19" fmla="*/ 1972733 h 2912533"/>
              <a:gd name="connsiteX20" fmla="*/ 1312334 w 1786467"/>
              <a:gd name="connsiteY20" fmla="*/ 1913466 h 2912533"/>
              <a:gd name="connsiteX21" fmla="*/ 1303867 w 1786467"/>
              <a:gd name="connsiteY21" fmla="*/ 1871133 h 2912533"/>
              <a:gd name="connsiteX22" fmla="*/ 1278467 w 1786467"/>
              <a:gd name="connsiteY22" fmla="*/ 1794933 h 2912533"/>
              <a:gd name="connsiteX23" fmla="*/ 1270000 w 1786467"/>
              <a:gd name="connsiteY23" fmla="*/ 1769533 h 2912533"/>
              <a:gd name="connsiteX24" fmla="*/ 1253067 w 1786467"/>
              <a:gd name="connsiteY24" fmla="*/ 1710266 h 2912533"/>
              <a:gd name="connsiteX25" fmla="*/ 1227667 w 1786467"/>
              <a:gd name="connsiteY25" fmla="*/ 1667933 h 2912533"/>
              <a:gd name="connsiteX26" fmla="*/ 1210734 w 1786467"/>
              <a:gd name="connsiteY26" fmla="*/ 1634066 h 2912533"/>
              <a:gd name="connsiteX27" fmla="*/ 1176867 w 1786467"/>
              <a:gd name="connsiteY27" fmla="*/ 1583266 h 2912533"/>
              <a:gd name="connsiteX28" fmla="*/ 1143000 w 1786467"/>
              <a:gd name="connsiteY28" fmla="*/ 1524000 h 2912533"/>
              <a:gd name="connsiteX29" fmla="*/ 1117600 w 1786467"/>
              <a:gd name="connsiteY29" fmla="*/ 1490133 h 2912533"/>
              <a:gd name="connsiteX30" fmla="*/ 1100667 w 1786467"/>
              <a:gd name="connsiteY30" fmla="*/ 1456266 h 2912533"/>
              <a:gd name="connsiteX31" fmla="*/ 1075267 w 1786467"/>
              <a:gd name="connsiteY31" fmla="*/ 1422400 h 2912533"/>
              <a:gd name="connsiteX32" fmla="*/ 1058334 w 1786467"/>
              <a:gd name="connsiteY32" fmla="*/ 1397000 h 2912533"/>
              <a:gd name="connsiteX33" fmla="*/ 1041400 w 1786467"/>
              <a:gd name="connsiteY33" fmla="*/ 1380066 h 2912533"/>
              <a:gd name="connsiteX34" fmla="*/ 1024467 w 1786467"/>
              <a:gd name="connsiteY34" fmla="*/ 1354666 h 2912533"/>
              <a:gd name="connsiteX35" fmla="*/ 999067 w 1786467"/>
              <a:gd name="connsiteY35" fmla="*/ 1320800 h 2912533"/>
              <a:gd name="connsiteX36" fmla="*/ 990600 w 1786467"/>
              <a:gd name="connsiteY36" fmla="*/ 1295400 h 2912533"/>
              <a:gd name="connsiteX37" fmla="*/ 973667 w 1786467"/>
              <a:gd name="connsiteY37" fmla="*/ 1270000 h 2912533"/>
              <a:gd name="connsiteX38" fmla="*/ 956734 w 1786467"/>
              <a:gd name="connsiteY38" fmla="*/ 1210733 h 2912533"/>
              <a:gd name="connsiteX39" fmla="*/ 939800 w 1786467"/>
              <a:gd name="connsiteY39" fmla="*/ 1185333 h 2912533"/>
              <a:gd name="connsiteX40" fmla="*/ 922867 w 1786467"/>
              <a:gd name="connsiteY40" fmla="*/ 1134533 h 2912533"/>
              <a:gd name="connsiteX41" fmla="*/ 905934 w 1786467"/>
              <a:gd name="connsiteY41" fmla="*/ 1109133 h 2912533"/>
              <a:gd name="connsiteX42" fmla="*/ 889000 w 1786467"/>
              <a:gd name="connsiteY42" fmla="*/ 1058333 h 2912533"/>
              <a:gd name="connsiteX43" fmla="*/ 880534 w 1786467"/>
              <a:gd name="connsiteY43" fmla="*/ 1024466 h 2912533"/>
              <a:gd name="connsiteX44" fmla="*/ 821267 w 1786467"/>
              <a:gd name="connsiteY44" fmla="*/ 931333 h 2912533"/>
              <a:gd name="connsiteX45" fmla="*/ 812800 w 1786467"/>
              <a:gd name="connsiteY45" fmla="*/ 905933 h 2912533"/>
              <a:gd name="connsiteX46" fmla="*/ 778934 w 1786467"/>
              <a:gd name="connsiteY46" fmla="*/ 846666 h 2912533"/>
              <a:gd name="connsiteX47" fmla="*/ 753534 w 1786467"/>
              <a:gd name="connsiteY47" fmla="*/ 778933 h 2912533"/>
              <a:gd name="connsiteX48" fmla="*/ 736600 w 1786467"/>
              <a:gd name="connsiteY48" fmla="*/ 728133 h 2912533"/>
              <a:gd name="connsiteX49" fmla="*/ 728134 w 1786467"/>
              <a:gd name="connsiteY49" fmla="*/ 702733 h 2912533"/>
              <a:gd name="connsiteX50" fmla="*/ 711200 w 1786467"/>
              <a:gd name="connsiteY50" fmla="*/ 677333 h 2912533"/>
              <a:gd name="connsiteX51" fmla="*/ 702734 w 1786467"/>
              <a:gd name="connsiteY51" fmla="*/ 651933 h 2912533"/>
              <a:gd name="connsiteX52" fmla="*/ 685800 w 1786467"/>
              <a:gd name="connsiteY52" fmla="*/ 618066 h 2912533"/>
              <a:gd name="connsiteX53" fmla="*/ 635000 w 1786467"/>
              <a:gd name="connsiteY53" fmla="*/ 550333 h 2912533"/>
              <a:gd name="connsiteX54" fmla="*/ 609600 w 1786467"/>
              <a:gd name="connsiteY54" fmla="*/ 524933 h 2912533"/>
              <a:gd name="connsiteX55" fmla="*/ 541867 w 1786467"/>
              <a:gd name="connsiteY55" fmla="*/ 431800 h 2912533"/>
              <a:gd name="connsiteX56" fmla="*/ 516467 w 1786467"/>
              <a:gd name="connsiteY56" fmla="*/ 406400 h 2912533"/>
              <a:gd name="connsiteX57" fmla="*/ 499534 w 1786467"/>
              <a:gd name="connsiteY57" fmla="*/ 381000 h 2912533"/>
              <a:gd name="connsiteX58" fmla="*/ 474134 w 1786467"/>
              <a:gd name="connsiteY58" fmla="*/ 364066 h 2912533"/>
              <a:gd name="connsiteX59" fmla="*/ 431800 w 1786467"/>
              <a:gd name="connsiteY59" fmla="*/ 321733 h 2912533"/>
              <a:gd name="connsiteX60" fmla="*/ 406400 w 1786467"/>
              <a:gd name="connsiteY60" fmla="*/ 296333 h 2912533"/>
              <a:gd name="connsiteX61" fmla="*/ 381000 w 1786467"/>
              <a:gd name="connsiteY61" fmla="*/ 279400 h 2912533"/>
              <a:gd name="connsiteX62" fmla="*/ 364067 w 1786467"/>
              <a:gd name="connsiteY62" fmla="*/ 262466 h 2912533"/>
              <a:gd name="connsiteX63" fmla="*/ 287867 w 1786467"/>
              <a:gd name="connsiteY63" fmla="*/ 220133 h 2912533"/>
              <a:gd name="connsiteX64" fmla="*/ 262467 w 1786467"/>
              <a:gd name="connsiteY64" fmla="*/ 203200 h 2912533"/>
              <a:gd name="connsiteX65" fmla="*/ 211667 w 1786467"/>
              <a:gd name="connsiteY65" fmla="*/ 186266 h 2912533"/>
              <a:gd name="connsiteX66" fmla="*/ 160867 w 1786467"/>
              <a:gd name="connsiteY66" fmla="*/ 152400 h 2912533"/>
              <a:gd name="connsiteX67" fmla="*/ 127000 w 1786467"/>
              <a:gd name="connsiteY67" fmla="*/ 118533 h 2912533"/>
              <a:gd name="connsiteX68" fmla="*/ 118534 w 1786467"/>
              <a:gd name="connsiteY68" fmla="*/ 93133 h 2912533"/>
              <a:gd name="connsiteX69" fmla="*/ 33867 w 1786467"/>
              <a:gd name="connsiteY69" fmla="*/ 25400 h 2912533"/>
              <a:gd name="connsiteX70" fmla="*/ 0 w 1786467"/>
              <a:gd name="connsiteY70" fmla="*/ 0 h 291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786467" h="2912533">
                <a:moveTo>
                  <a:pt x="1786467" y="2912533"/>
                </a:moveTo>
                <a:cubicBezTo>
                  <a:pt x="1780823" y="2892777"/>
                  <a:pt x="1776556" y="2872575"/>
                  <a:pt x="1769534" y="2853266"/>
                </a:cubicBezTo>
                <a:cubicBezTo>
                  <a:pt x="1749744" y="2798846"/>
                  <a:pt x="1758234" y="2839135"/>
                  <a:pt x="1735667" y="2794000"/>
                </a:cubicBezTo>
                <a:cubicBezTo>
                  <a:pt x="1728870" y="2780406"/>
                  <a:pt x="1725531" y="2765260"/>
                  <a:pt x="1718734" y="2751666"/>
                </a:cubicBezTo>
                <a:cubicBezTo>
                  <a:pt x="1711375" y="2736947"/>
                  <a:pt x="1700694" y="2724052"/>
                  <a:pt x="1693334" y="2709333"/>
                </a:cubicBezTo>
                <a:cubicBezTo>
                  <a:pt x="1686537" y="2695739"/>
                  <a:pt x="1683940" y="2680196"/>
                  <a:pt x="1676400" y="2667000"/>
                </a:cubicBezTo>
                <a:cubicBezTo>
                  <a:pt x="1672440" y="2660069"/>
                  <a:pt x="1664162" y="2656522"/>
                  <a:pt x="1659467" y="2650066"/>
                </a:cubicBezTo>
                <a:cubicBezTo>
                  <a:pt x="1641512" y="2625378"/>
                  <a:pt x="1622319" y="2601170"/>
                  <a:pt x="1608667" y="2573866"/>
                </a:cubicBezTo>
                <a:cubicBezTo>
                  <a:pt x="1603023" y="2562577"/>
                  <a:pt x="1598735" y="2550501"/>
                  <a:pt x="1591734" y="2540000"/>
                </a:cubicBezTo>
                <a:cubicBezTo>
                  <a:pt x="1568277" y="2504815"/>
                  <a:pt x="1578371" y="2543801"/>
                  <a:pt x="1557867" y="2497666"/>
                </a:cubicBezTo>
                <a:cubicBezTo>
                  <a:pt x="1550618" y="2481355"/>
                  <a:pt x="1550835" y="2461717"/>
                  <a:pt x="1540934" y="2446866"/>
                </a:cubicBezTo>
                <a:cubicBezTo>
                  <a:pt x="1509997" y="2400462"/>
                  <a:pt x="1528553" y="2430571"/>
                  <a:pt x="1490134" y="2353733"/>
                </a:cubicBezTo>
                <a:cubicBezTo>
                  <a:pt x="1484489" y="2342444"/>
                  <a:pt x="1477191" y="2331840"/>
                  <a:pt x="1473200" y="2319866"/>
                </a:cubicBezTo>
                <a:cubicBezTo>
                  <a:pt x="1470378" y="2311399"/>
                  <a:pt x="1468250" y="2302669"/>
                  <a:pt x="1464734" y="2294466"/>
                </a:cubicBezTo>
                <a:cubicBezTo>
                  <a:pt x="1459762" y="2282865"/>
                  <a:pt x="1452772" y="2272201"/>
                  <a:pt x="1447800" y="2260600"/>
                </a:cubicBezTo>
                <a:cubicBezTo>
                  <a:pt x="1444284" y="2252397"/>
                  <a:pt x="1443027" y="2243325"/>
                  <a:pt x="1439334" y="2235200"/>
                </a:cubicBezTo>
                <a:cubicBezTo>
                  <a:pt x="1428889" y="2212220"/>
                  <a:pt x="1413449" y="2191414"/>
                  <a:pt x="1405467" y="2167466"/>
                </a:cubicBezTo>
                <a:cubicBezTo>
                  <a:pt x="1366921" y="2051827"/>
                  <a:pt x="1408977" y="2170012"/>
                  <a:pt x="1371600" y="2082800"/>
                </a:cubicBezTo>
                <a:cubicBezTo>
                  <a:pt x="1356705" y="2048045"/>
                  <a:pt x="1367914" y="2059221"/>
                  <a:pt x="1354667" y="2015066"/>
                </a:cubicBezTo>
                <a:cubicBezTo>
                  <a:pt x="1350300" y="2000509"/>
                  <a:pt x="1342540" y="1987151"/>
                  <a:pt x="1337734" y="1972733"/>
                </a:cubicBezTo>
                <a:cubicBezTo>
                  <a:pt x="1319510" y="1918060"/>
                  <a:pt x="1342096" y="1958110"/>
                  <a:pt x="1312334" y="1913466"/>
                </a:cubicBezTo>
                <a:cubicBezTo>
                  <a:pt x="1309512" y="1899355"/>
                  <a:pt x="1307653" y="1885016"/>
                  <a:pt x="1303867" y="1871133"/>
                </a:cubicBezTo>
                <a:cubicBezTo>
                  <a:pt x="1303862" y="1871114"/>
                  <a:pt x="1282704" y="1807642"/>
                  <a:pt x="1278467" y="1794933"/>
                </a:cubicBezTo>
                <a:cubicBezTo>
                  <a:pt x="1275645" y="1786466"/>
                  <a:pt x="1272164" y="1778191"/>
                  <a:pt x="1270000" y="1769533"/>
                </a:cubicBezTo>
                <a:cubicBezTo>
                  <a:pt x="1267286" y="1758677"/>
                  <a:pt x="1259142" y="1722416"/>
                  <a:pt x="1253067" y="1710266"/>
                </a:cubicBezTo>
                <a:cubicBezTo>
                  <a:pt x="1245708" y="1695547"/>
                  <a:pt x="1235659" y="1682318"/>
                  <a:pt x="1227667" y="1667933"/>
                </a:cubicBezTo>
                <a:cubicBezTo>
                  <a:pt x="1221538" y="1656900"/>
                  <a:pt x="1217228" y="1644889"/>
                  <a:pt x="1210734" y="1634066"/>
                </a:cubicBezTo>
                <a:cubicBezTo>
                  <a:pt x="1200263" y="1616615"/>
                  <a:pt x="1185968" y="1601469"/>
                  <a:pt x="1176867" y="1583266"/>
                </a:cubicBezTo>
                <a:cubicBezTo>
                  <a:pt x="1160329" y="1550189"/>
                  <a:pt x="1162948" y="1551927"/>
                  <a:pt x="1143000" y="1524000"/>
                </a:cubicBezTo>
                <a:cubicBezTo>
                  <a:pt x="1134798" y="1512517"/>
                  <a:pt x="1125079" y="1502099"/>
                  <a:pt x="1117600" y="1490133"/>
                </a:cubicBezTo>
                <a:cubicBezTo>
                  <a:pt x="1110911" y="1479430"/>
                  <a:pt x="1107356" y="1466969"/>
                  <a:pt x="1100667" y="1456266"/>
                </a:cubicBezTo>
                <a:cubicBezTo>
                  <a:pt x="1093188" y="1444300"/>
                  <a:pt x="1083469" y="1433883"/>
                  <a:pt x="1075267" y="1422400"/>
                </a:cubicBezTo>
                <a:cubicBezTo>
                  <a:pt x="1069353" y="1414120"/>
                  <a:pt x="1064691" y="1404946"/>
                  <a:pt x="1058334" y="1397000"/>
                </a:cubicBezTo>
                <a:cubicBezTo>
                  <a:pt x="1053347" y="1390766"/>
                  <a:pt x="1046387" y="1386300"/>
                  <a:pt x="1041400" y="1380066"/>
                </a:cubicBezTo>
                <a:cubicBezTo>
                  <a:pt x="1035043" y="1372120"/>
                  <a:pt x="1030381" y="1362946"/>
                  <a:pt x="1024467" y="1354666"/>
                </a:cubicBezTo>
                <a:cubicBezTo>
                  <a:pt x="1016265" y="1343183"/>
                  <a:pt x="1007534" y="1332089"/>
                  <a:pt x="999067" y="1320800"/>
                </a:cubicBezTo>
                <a:cubicBezTo>
                  <a:pt x="996245" y="1312333"/>
                  <a:pt x="994591" y="1303382"/>
                  <a:pt x="990600" y="1295400"/>
                </a:cubicBezTo>
                <a:cubicBezTo>
                  <a:pt x="986049" y="1286299"/>
                  <a:pt x="977675" y="1279353"/>
                  <a:pt x="973667" y="1270000"/>
                </a:cubicBezTo>
                <a:cubicBezTo>
                  <a:pt x="957401" y="1232047"/>
                  <a:pt x="973200" y="1243666"/>
                  <a:pt x="956734" y="1210733"/>
                </a:cubicBezTo>
                <a:cubicBezTo>
                  <a:pt x="952183" y="1201631"/>
                  <a:pt x="945445" y="1193800"/>
                  <a:pt x="939800" y="1185333"/>
                </a:cubicBezTo>
                <a:cubicBezTo>
                  <a:pt x="934156" y="1168400"/>
                  <a:pt x="932768" y="1149385"/>
                  <a:pt x="922867" y="1134533"/>
                </a:cubicBezTo>
                <a:cubicBezTo>
                  <a:pt x="917223" y="1126066"/>
                  <a:pt x="910067" y="1118432"/>
                  <a:pt x="905934" y="1109133"/>
                </a:cubicBezTo>
                <a:cubicBezTo>
                  <a:pt x="898685" y="1092822"/>
                  <a:pt x="893329" y="1075650"/>
                  <a:pt x="889000" y="1058333"/>
                </a:cubicBezTo>
                <a:cubicBezTo>
                  <a:pt x="886178" y="1047044"/>
                  <a:pt x="885009" y="1035207"/>
                  <a:pt x="880534" y="1024466"/>
                </a:cubicBezTo>
                <a:cubicBezTo>
                  <a:pt x="852520" y="957231"/>
                  <a:pt x="859200" y="969266"/>
                  <a:pt x="821267" y="931333"/>
                </a:cubicBezTo>
                <a:cubicBezTo>
                  <a:pt x="818445" y="922866"/>
                  <a:pt x="816316" y="914136"/>
                  <a:pt x="812800" y="905933"/>
                </a:cubicBezTo>
                <a:cubicBezTo>
                  <a:pt x="799909" y="875853"/>
                  <a:pt x="795941" y="872176"/>
                  <a:pt x="778934" y="846666"/>
                </a:cubicBezTo>
                <a:cubicBezTo>
                  <a:pt x="760603" y="773346"/>
                  <a:pt x="783050" y="852722"/>
                  <a:pt x="753534" y="778933"/>
                </a:cubicBezTo>
                <a:cubicBezTo>
                  <a:pt x="746905" y="762360"/>
                  <a:pt x="742244" y="745066"/>
                  <a:pt x="736600" y="728133"/>
                </a:cubicBezTo>
                <a:cubicBezTo>
                  <a:pt x="733778" y="719666"/>
                  <a:pt x="733085" y="710159"/>
                  <a:pt x="728134" y="702733"/>
                </a:cubicBezTo>
                <a:lnTo>
                  <a:pt x="711200" y="677333"/>
                </a:lnTo>
                <a:cubicBezTo>
                  <a:pt x="708378" y="668866"/>
                  <a:pt x="706250" y="660136"/>
                  <a:pt x="702734" y="651933"/>
                </a:cubicBezTo>
                <a:cubicBezTo>
                  <a:pt x="697762" y="640332"/>
                  <a:pt x="692062" y="629025"/>
                  <a:pt x="685800" y="618066"/>
                </a:cubicBezTo>
                <a:cubicBezTo>
                  <a:pt x="673938" y="597307"/>
                  <a:pt x="648417" y="565666"/>
                  <a:pt x="635000" y="550333"/>
                </a:cubicBezTo>
                <a:cubicBezTo>
                  <a:pt x="627115" y="541322"/>
                  <a:pt x="617265" y="534131"/>
                  <a:pt x="609600" y="524933"/>
                </a:cubicBezTo>
                <a:cubicBezTo>
                  <a:pt x="562324" y="468201"/>
                  <a:pt x="639512" y="529445"/>
                  <a:pt x="541867" y="431800"/>
                </a:cubicBezTo>
                <a:cubicBezTo>
                  <a:pt x="533400" y="423333"/>
                  <a:pt x="524132" y="415598"/>
                  <a:pt x="516467" y="406400"/>
                </a:cubicBezTo>
                <a:cubicBezTo>
                  <a:pt x="509953" y="398583"/>
                  <a:pt x="506729" y="388195"/>
                  <a:pt x="499534" y="381000"/>
                </a:cubicBezTo>
                <a:cubicBezTo>
                  <a:pt x="492339" y="373805"/>
                  <a:pt x="481792" y="370767"/>
                  <a:pt x="474134" y="364066"/>
                </a:cubicBezTo>
                <a:cubicBezTo>
                  <a:pt x="459115" y="350925"/>
                  <a:pt x="445911" y="335844"/>
                  <a:pt x="431800" y="321733"/>
                </a:cubicBezTo>
                <a:cubicBezTo>
                  <a:pt x="423333" y="313266"/>
                  <a:pt x="416363" y="302975"/>
                  <a:pt x="406400" y="296333"/>
                </a:cubicBezTo>
                <a:cubicBezTo>
                  <a:pt x="397933" y="290689"/>
                  <a:pt x="388946" y="285757"/>
                  <a:pt x="381000" y="279400"/>
                </a:cubicBezTo>
                <a:cubicBezTo>
                  <a:pt x="374767" y="274413"/>
                  <a:pt x="370453" y="267256"/>
                  <a:pt x="364067" y="262466"/>
                </a:cubicBezTo>
                <a:cubicBezTo>
                  <a:pt x="257296" y="182387"/>
                  <a:pt x="353863" y="253131"/>
                  <a:pt x="287867" y="220133"/>
                </a:cubicBezTo>
                <a:cubicBezTo>
                  <a:pt x="278766" y="215582"/>
                  <a:pt x="271766" y="207333"/>
                  <a:pt x="262467" y="203200"/>
                </a:cubicBezTo>
                <a:cubicBezTo>
                  <a:pt x="246156" y="195951"/>
                  <a:pt x="226519" y="196167"/>
                  <a:pt x="211667" y="186266"/>
                </a:cubicBezTo>
                <a:cubicBezTo>
                  <a:pt x="194734" y="174977"/>
                  <a:pt x="175257" y="166790"/>
                  <a:pt x="160867" y="152400"/>
                </a:cubicBezTo>
                <a:lnTo>
                  <a:pt x="127000" y="118533"/>
                </a:lnTo>
                <a:cubicBezTo>
                  <a:pt x="124178" y="110066"/>
                  <a:pt x="123721" y="100395"/>
                  <a:pt x="118534" y="93133"/>
                </a:cubicBezTo>
                <a:cubicBezTo>
                  <a:pt x="76634" y="34473"/>
                  <a:pt x="89846" y="81383"/>
                  <a:pt x="33867" y="25400"/>
                </a:cubicBezTo>
                <a:cubicBezTo>
                  <a:pt x="12472" y="4003"/>
                  <a:pt x="24074" y="1203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89" name="Freeform 288">
            <a:extLst>
              <a:ext uri="{FF2B5EF4-FFF2-40B4-BE49-F238E27FC236}">
                <a16:creationId xmlns:a16="http://schemas.microsoft.com/office/drawing/2014/main" id="{D52DD23D-CE6D-31B5-3041-37EB37F8C99B}"/>
              </a:ext>
            </a:extLst>
          </p:cNvPr>
          <p:cNvSpPr/>
          <p:nvPr/>
        </p:nvSpPr>
        <p:spPr>
          <a:xfrm>
            <a:off x="7571205" y="7644168"/>
            <a:ext cx="386893" cy="219998"/>
          </a:xfrm>
          <a:custGeom>
            <a:avLst/>
            <a:gdLst>
              <a:gd name="connsiteX0" fmla="*/ 0 w 431800"/>
              <a:gd name="connsiteY0" fmla="*/ 0 h 245533"/>
              <a:gd name="connsiteX1" fmla="*/ 67733 w 431800"/>
              <a:gd name="connsiteY1" fmla="*/ 8467 h 245533"/>
              <a:gd name="connsiteX2" fmla="*/ 127000 w 431800"/>
              <a:gd name="connsiteY2" fmla="*/ 42333 h 245533"/>
              <a:gd name="connsiteX3" fmla="*/ 143933 w 431800"/>
              <a:gd name="connsiteY3" fmla="*/ 59267 h 245533"/>
              <a:gd name="connsiteX4" fmla="*/ 177800 w 431800"/>
              <a:gd name="connsiteY4" fmla="*/ 76200 h 245533"/>
              <a:gd name="connsiteX5" fmla="*/ 228600 w 431800"/>
              <a:gd name="connsiteY5" fmla="*/ 118533 h 245533"/>
              <a:gd name="connsiteX6" fmla="*/ 279400 w 431800"/>
              <a:gd name="connsiteY6" fmla="*/ 135467 h 245533"/>
              <a:gd name="connsiteX7" fmla="*/ 304800 w 431800"/>
              <a:gd name="connsiteY7" fmla="*/ 143933 h 245533"/>
              <a:gd name="connsiteX8" fmla="*/ 321733 w 431800"/>
              <a:gd name="connsiteY8" fmla="*/ 160867 h 245533"/>
              <a:gd name="connsiteX9" fmla="*/ 338666 w 431800"/>
              <a:gd name="connsiteY9" fmla="*/ 186267 h 245533"/>
              <a:gd name="connsiteX10" fmla="*/ 364066 w 431800"/>
              <a:gd name="connsiteY10" fmla="*/ 194733 h 245533"/>
              <a:gd name="connsiteX11" fmla="*/ 381000 w 431800"/>
              <a:gd name="connsiteY11" fmla="*/ 211667 h 245533"/>
              <a:gd name="connsiteX12" fmla="*/ 431800 w 431800"/>
              <a:gd name="connsiteY12" fmla="*/ 245533 h 245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1800" h="245533">
                <a:moveTo>
                  <a:pt x="0" y="0"/>
                </a:moveTo>
                <a:cubicBezTo>
                  <a:pt x="22578" y="2822"/>
                  <a:pt x="45659" y="2948"/>
                  <a:pt x="67733" y="8467"/>
                </a:cubicBezTo>
                <a:cubicBezTo>
                  <a:pt x="80375" y="11627"/>
                  <a:pt x="115548" y="33171"/>
                  <a:pt x="127000" y="42333"/>
                </a:cubicBezTo>
                <a:cubicBezTo>
                  <a:pt x="133233" y="47320"/>
                  <a:pt x="137291" y="54839"/>
                  <a:pt x="143933" y="59267"/>
                </a:cubicBezTo>
                <a:cubicBezTo>
                  <a:pt x="154435" y="66268"/>
                  <a:pt x="166511" y="70556"/>
                  <a:pt x="177800" y="76200"/>
                </a:cubicBezTo>
                <a:cubicBezTo>
                  <a:pt x="193752" y="92152"/>
                  <a:pt x="207381" y="109102"/>
                  <a:pt x="228600" y="118533"/>
                </a:cubicBezTo>
                <a:cubicBezTo>
                  <a:pt x="244911" y="125782"/>
                  <a:pt x="262467" y="129823"/>
                  <a:pt x="279400" y="135467"/>
                </a:cubicBezTo>
                <a:lnTo>
                  <a:pt x="304800" y="143933"/>
                </a:lnTo>
                <a:cubicBezTo>
                  <a:pt x="310444" y="149578"/>
                  <a:pt x="316746" y="154634"/>
                  <a:pt x="321733" y="160867"/>
                </a:cubicBezTo>
                <a:cubicBezTo>
                  <a:pt x="328090" y="168813"/>
                  <a:pt x="330720" y="179910"/>
                  <a:pt x="338666" y="186267"/>
                </a:cubicBezTo>
                <a:cubicBezTo>
                  <a:pt x="345635" y="191842"/>
                  <a:pt x="355599" y="191911"/>
                  <a:pt x="364066" y="194733"/>
                </a:cubicBezTo>
                <a:cubicBezTo>
                  <a:pt x="369711" y="200378"/>
                  <a:pt x="374614" y="206877"/>
                  <a:pt x="381000" y="211667"/>
                </a:cubicBezTo>
                <a:cubicBezTo>
                  <a:pt x="397281" y="223878"/>
                  <a:pt x="431800" y="245533"/>
                  <a:pt x="431800" y="245533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90" name="Freeform 289">
            <a:extLst>
              <a:ext uri="{FF2B5EF4-FFF2-40B4-BE49-F238E27FC236}">
                <a16:creationId xmlns:a16="http://schemas.microsoft.com/office/drawing/2014/main" id="{11433AFA-18AC-63DE-3A3C-12F8C5B42AD2}"/>
              </a:ext>
            </a:extLst>
          </p:cNvPr>
          <p:cNvSpPr/>
          <p:nvPr/>
        </p:nvSpPr>
        <p:spPr>
          <a:xfrm>
            <a:off x="7574998" y="6261061"/>
            <a:ext cx="1014818" cy="1377933"/>
          </a:xfrm>
          <a:custGeom>
            <a:avLst/>
            <a:gdLst>
              <a:gd name="connsiteX0" fmla="*/ 0 w 1132609"/>
              <a:gd name="connsiteY0" fmla="*/ 1537872 h 1537872"/>
              <a:gd name="connsiteX1" fmla="*/ 20782 w 1132609"/>
              <a:gd name="connsiteY1" fmla="*/ 1423572 h 1537872"/>
              <a:gd name="connsiteX2" fmla="*/ 31173 w 1132609"/>
              <a:gd name="connsiteY2" fmla="*/ 1392400 h 1537872"/>
              <a:gd name="connsiteX3" fmla="*/ 51955 w 1132609"/>
              <a:gd name="connsiteY3" fmla="*/ 1361227 h 1537872"/>
              <a:gd name="connsiteX4" fmla="*/ 83127 w 1132609"/>
              <a:gd name="connsiteY4" fmla="*/ 1298881 h 1537872"/>
              <a:gd name="connsiteX5" fmla="*/ 93518 w 1132609"/>
              <a:gd name="connsiteY5" fmla="*/ 1257318 h 1537872"/>
              <a:gd name="connsiteX6" fmla="*/ 114300 w 1132609"/>
              <a:gd name="connsiteY6" fmla="*/ 1226145 h 1537872"/>
              <a:gd name="connsiteX7" fmla="*/ 176645 w 1132609"/>
              <a:gd name="connsiteY7" fmla="*/ 1122236 h 1537872"/>
              <a:gd name="connsiteX8" fmla="*/ 238991 w 1132609"/>
              <a:gd name="connsiteY8" fmla="*/ 1059890 h 1537872"/>
              <a:gd name="connsiteX9" fmla="*/ 270164 w 1132609"/>
              <a:gd name="connsiteY9" fmla="*/ 1028718 h 1537872"/>
              <a:gd name="connsiteX10" fmla="*/ 311727 w 1132609"/>
              <a:gd name="connsiteY10" fmla="*/ 997545 h 1537872"/>
              <a:gd name="connsiteX11" fmla="*/ 342900 w 1132609"/>
              <a:gd name="connsiteY11" fmla="*/ 955981 h 1537872"/>
              <a:gd name="connsiteX12" fmla="*/ 384464 w 1132609"/>
              <a:gd name="connsiteY12" fmla="*/ 924809 h 1537872"/>
              <a:gd name="connsiteX13" fmla="*/ 457200 w 1132609"/>
              <a:gd name="connsiteY13" fmla="*/ 831290 h 1537872"/>
              <a:gd name="connsiteX14" fmla="*/ 488373 w 1132609"/>
              <a:gd name="connsiteY14" fmla="*/ 800118 h 1537872"/>
              <a:gd name="connsiteX15" fmla="*/ 509155 w 1132609"/>
              <a:gd name="connsiteY15" fmla="*/ 748163 h 1537872"/>
              <a:gd name="connsiteX16" fmla="*/ 529936 w 1132609"/>
              <a:gd name="connsiteY16" fmla="*/ 716990 h 1537872"/>
              <a:gd name="connsiteX17" fmla="*/ 550718 w 1132609"/>
              <a:gd name="connsiteY17" fmla="*/ 675427 h 1537872"/>
              <a:gd name="connsiteX18" fmla="*/ 571500 w 1132609"/>
              <a:gd name="connsiteY18" fmla="*/ 644254 h 1537872"/>
              <a:gd name="connsiteX19" fmla="*/ 592282 w 1132609"/>
              <a:gd name="connsiteY19" fmla="*/ 602690 h 1537872"/>
              <a:gd name="connsiteX20" fmla="*/ 654627 w 1132609"/>
              <a:gd name="connsiteY20" fmla="*/ 550736 h 1537872"/>
              <a:gd name="connsiteX21" fmla="*/ 696191 w 1132609"/>
              <a:gd name="connsiteY21" fmla="*/ 519563 h 1537872"/>
              <a:gd name="connsiteX22" fmla="*/ 737755 w 1132609"/>
              <a:gd name="connsiteY22" fmla="*/ 457218 h 1537872"/>
              <a:gd name="connsiteX23" fmla="*/ 768927 w 1132609"/>
              <a:gd name="connsiteY23" fmla="*/ 394872 h 1537872"/>
              <a:gd name="connsiteX24" fmla="*/ 779318 w 1132609"/>
              <a:gd name="connsiteY24" fmla="*/ 363700 h 1537872"/>
              <a:gd name="connsiteX25" fmla="*/ 841664 w 1132609"/>
              <a:gd name="connsiteY25" fmla="*/ 322136 h 1537872"/>
              <a:gd name="connsiteX26" fmla="*/ 904009 w 1132609"/>
              <a:gd name="connsiteY26" fmla="*/ 280572 h 1537872"/>
              <a:gd name="connsiteX27" fmla="*/ 935182 w 1132609"/>
              <a:gd name="connsiteY27" fmla="*/ 259790 h 1537872"/>
              <a:gd name="connsiteX28" fmla="*/ 997527 w 1132609"/>
              <a:gd name="connsiteY28" fmla="*/ 166272 h 1537872"/>
              <a:gd name="connsiteX29" fmla="*/ 1018309 w 1132609"/>
              <a:gd name="connsiteY29" fmla="*/ 135100 h 1537872"/>
              <a:gd name="connsiteX30" fmla="*/ 1049482 w 1132609"/>
              <a:gd name="connsiteY30" fmla="*/ 72754 h 1537872"/>
              <a:gd name="connsiteX31" fmla="*/ 1080655 w 1132609"/>
              <a:gd name="connsiteY31" fmla="*/ 62363 h 1537872"/>
              <a:gd name="connsiteX32" fmla="*/ 1132609 w 1132609"/>
              <a:gd name="connsiteY32" fmla="*/ 18 h 1537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132609" h="1537872">
                <a:moveTo>
                  <a:pt x="0" y="1537872"/>
                </a:moveTo>
                <a:cubicBezTo>
                  <a:pt x="6927" y="1499772"/>
                  <a:pt x="12668" y="1461437"/>
                  <a:pt x="20782" y="1423572"/>
                </a:cubicBezTo>
                <a:cubicBezTo>
                  <a:pt x="23077" y="1412862"/>
                  <a:pt x="26275" y="1402196"/>
                  <a:pt x="31173" y="1392400"/>
                </a:cubicBezTo>
                <a:cubicBezTo>
                  <a:pt x="36758" y="1381230"/>
                  <a:pt x="45028" y="1371618"/>
                  <a:pt x="51955" y="1361227"/>
                </a:cubicBezTo>
                <a:cubicBezTo>
                  <a:pt x="95723" y="1229911"/>
                  <a:pt x="22715" y="1439841"/>
                  <a:pt x="83127" y="1298881"/>
                </a:cubicBezTo>
                <a:cubicBezTo>
                  <a:pt x="88753" y="1285755"/>
                  <a:pt x="87892" y="1270444"/>
                  <a:pt x="93518" y="1257318"/>
                </a:cubicBezTo>
                <a:cubicBezTo>
                  <a:pt x="98437" y="1245839"/>
                  <a:pt x="108235" y="1237062"/>
                  <a:pt x="114300" y="1226145"/>
                </a:cubicBezTo>
                <a:cubicBezTo>
                  <a:pt x="144989" y="1170906"/>
                  <a:pt x="137666" y="1165546"/>
                  <a:pt x="176645" y="1122236"/>
                </a:cubicBezTo>
                <a:cubicBezTo>
                  <a:pt x="196306" y="1100390"/>
                  <a:pt x="218209" y="1080672"/>
                  <a:pt x="238991" y="1059890"/>
                </a:cubicBezTo>
                <a:cubicBezTo>
                  <a:pt x="249382" y="1049499"/>
                  <a:pt x="258408" y="1037535"/>
                  <a:pt x="270164" y="1028718"/>
                </a:cubicBezTo>
                <a:cubicBezTo>
                  <a:pt x="284018" y="1018327"/>
                  <a:pt x="299481" y="1009791"/>
                  <a:pt x="311727" y="997545"/>
                </a:cubicBezTo>
                <a:cubicBezTo>
                  <a:pt x="323973" y="985299"/>
                  <a:pt x="330654" y="968227"/>
                  <a:pt x="342900" y="955981"/>
                </a:cubicBezTo>
                <a:cubicBezTo>
                  <a:pt x="355146" y="943735"/>
                  <a:pt x="372762" y="937575"/>
                  <a:pt x="384464" y="924809"/>
                </a:cubicBezTo>
                <a:cubicBezTo>
                  <a:pt x="411149" y="895698"/>
                  <a:pt x="429275" y="859214"/>
                  <a:pt x="457200" y="831290"/>
                </a:cubicBezTo>
                <a:lnTo>
                  <a:pt x="488373" y="800118"/>
                </a:lnTo>
                <a:cubicBezTo>
                  <a:pt x="495300" y="782800"/>
                  <a:pt x="500814" y="764846"/>
                  <a:pt x="509155" y="748163"/>
                </a:cubicBezTo>
                <a:cubicBezTo>
                  <a:pt x="514740" y="736993"/>
                  <a:pt x="523740" y="727833"/>
                  <a:pt x="529936" y="716990"/>
                </a:cubicBezTo>
                <a:cubicBezTo>
                  <a:pt x="537621" y="703541"/>
                  <a:pt x="543033" y="688876"/>
                  <a:pt x="550718" y="675427"/>
                </a:cubicBezTo>
                <a:cubicBezTo>
                  <a:pt x="556914" y="664584"/>
                  <a:pt x="565304" y="655097"/>
                  <a:pt x="571500" y="644254"/>
                </a:cubicBezTo>
                <a:cubicBezTo>
                  <a:pt x="579185" y="630805"/>
                  <a:pt x="583279" y="615295"/>
                  <a:pt x="592282" y="602690"/>
                </a:cubicBezTo>
                <a:cubicBezTo>
                  <a:pt x="612494" y="574393"/>
                  <a:pt x="628048" y="569721"/>
                  <a:pt x="654627" y="550736"/>
                </a:cubicBezTo>
                <a:cubicBezTo>
                  <a:pt x="668719" y="540670"/>
                  <a:pt x="684685" y="532507"/>
                  <a:pt x="696191" y="519563"/>
                </a:cubicBezTo>
                <a:cubicBezTo>
                  <a:pt x="712785" y="500895"/>
                  <a:pt x="737755" y="457218"/>
                  <a:pt x="737755" y="457218"/>
                </a:cubicBezTo>
                <a:cubicBezTo>
                  <a:pt x="763867" y="378874"/>
                  <a:pt x="728646" y="475433"/>
                  <a:pt x="768927" y="394872"/>
                </a:cubicBezTo>
                <a:cubicBezTo>
                  <a:pt x="773825" y="385076"/>
                  <a:pt x="773242" y="372813"/>
                  <a:pt x="779318" y="363700"/>
                </a:cubicBezTo>
                <a:cubicBezTo>
                  <a:pt x="801557" y="330342"/>
                  <a:pt x="808982" y="333030"/>
                  <a:pt x="841664" y="322136"/>
                </a:cubicBezTo>
                <a:lnTo>
                  <a:pt x="904009" y="280572"/>
                </a:lnTo>
                <a:lnTo>
                  <a:pt x="935182" y="259790"/>
                </a:lnTo>
                <a:lnTo>
                  <a:pt x="997527" y="166272"/>
                </a:lnTo>
                <a:lnTo>
                  <a:pt x="1018309" y="135100"/>
                </a:lnTo>
                <a:cubicBezTo>
                  <a:pt x="1025154" y="114564"/>
                  <a:pt x="1031170" y="87404"/>
                  <a:pt x="1049482" y="72754"/>
                </a:cubicBezTo>
                <a:cubicBezTo>
                  <a:pt x="1058035" y="65912"/>
                  <a:pt x="1070264" y="65827"/>
                  <a:pt x="1080655" y="62363"/>
                </a:cubicBezTo>
                <a:cubicBezTo>
                  <a:pt x="1124139" y="-2864"/>
                  <a:pt x="1097242" y="18"/>
                  <a:pt x="1132609" y="18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92" name="Freeform 291">
            <a:extLst>
              <a:ext uri="{FF2B5EF4-FFF2-40B4-BE49-F238E27FC236}">
                <a16:creationId xmlns:a16="http://schemas.microsoft.com/office/drawing/2014/main" id="{FE78FBD6-C173-98E9-E16D-3F618704C302}"/>
              </a:ext>
            </a:extLst>
          </p:cNvPr>
          <p:cNvSpPr/>
          <p:nvPr/>
        </p:nvSpPr>
        <p:spPr>
          <a:xfrm>
            <a:off x="8636371" y="6223837"/>
            <a:ext cx="2355494" cy="4329267"/>
          </a:xfrm>
          <a:custGeom>
            <a:avLst/>
            <a:gdLst>
              <a:gd name="connsiteX0" fmla="*/ 2628900 w 2628900"/>
              <a:gd name="connsiteY0" fmla="*/ 4831773 h 4831773"/>
              <a:gd name="connsiteX1" fmla="*/ 2524991 w 2628900"/>
              <a:gd name="connsiteY1" fmla="*/ 4665518 h 4831773"/>
              <a:gd name="connsiteX2" fmla="*/ 2431472 w 2628900"/>
              <a:gd name="connsiteY2" fmla="*/ 4509655 h 4831773"/>
              <a:gd name="connsiteX3" fmla="*/ 2369127 w 2628900"/>
              <a:gd name="connsiteY3" fmla="*/ 4374573 h 4831773"/>
              <a:gd name="connsiteX4" fmla="*/ 2327563 w 2628900"/>
              <a:gd name="connsiteY4" fmla="*/ 4312227 h 4831773"/>
              <a:gd name="connsiteX5" fmla="*/ 2296391 w 2628900"/>
              <a:gd name="connsiteY5" fmla="*/ 4239491 h 4831773"/>
              <a:gd name="connsiteX6" fmla="*/ 2275609 w 2628900"/>
              <a:gd name="connsiteY6" fmla="*/ 4197927 h 4831773"/>
              <a:gd name="connsiteX7" fmla="*/ 2254827 w 2628900"/>
              <a:gd name="connsiteY7" fmla="*/ 4145973 h 4831773"/>
              <a:gd name="connsiteX8" fmla="*/ 2234045 w 2628900"/>
              <a:gd name="connsiteY8" fmla="*/ 4114800 h 4831773"/>
              <a:gd name="connsiteX9" fmla="*/ 2213263 w 2628900"/>
              <a:gd name="connsiteY9" fmla="*/ 4062846 h 4831773"/>
              <a:gd name="connsiteX10" fmla="*/ 2192481 w 2628900"/>
              <a:gd name="connsiteY10" fmla="*/ 4021282 h 4831773"/>
              <a:gd name="connsiteX11" fmla="*/ 2182091 w 2628900"/>
              <a:gd name="connsiteY11" fmla="*/ 3990109 h 4831773"/>
              <a:gd name="connsiteX12" fmla="*/ 2161309 w 2628900"/>
              <a:gd name="connsiteY12" fmla="*/ 3958936 h 4831773"/>
              <a:gd name="connsiteX13" fmla="*/ 2109354 w 2628900"/>
              <a:gd name="connsiteY13" fmla="*/ 3865418 h 4831773"/>
              <a:gd name="connsiteX14" fmla="*/ 2088572 w 2628900"/>
              <a:gd name="connsiteY14" fmla="*/ 3834246 h 4831773"/>
              <a:gd name="connsiteX15" fmla="*/ 2057400 w 2628900"/>
              <a:gd name="connsiteY15" fmla="*/ 3782291 h 4831773"/>
              <a:gd name="connsiteX16" fmla="*/ 2036618 w 2628900"/>
              <a:gd name="connsiteY16" fmla="*/ 3740727 h 4831773"/>
              <a:gd name="connsiteX17" fmla="*/ 2005445 w 2628900"/>
              <a:gd name="connsiteY17" fmla="*/ 3688773 h 4831773"/>
              <a:gd name="connsiteX18" fmla="*/ 1984663 w 2628900"/>
              <a:gd name="connsiteY18" fmla="*/ 3647209 h 4831773"/>
              <a:gd name="connsiteX19" fmla="*/ 1953491 w 2628900"/>
              <a:gd name="connsiteY19" fmla="*/ 3605646 h 4831773"/>
              <a:gd name="connsiteX20" fmla="*/ 1922318 w 2628900"/>
              <a:gd name="connsiteY20" fmla="*/ 3532909 h 4831773"/>
              <a:gd name="connsiteX21" fmla="*/ 1901536 w 2628900"/>
              <a:gd name="connsiteY21" fmla="*/ 3470564 h 4831773"/>
              <a:gd name="connsiteX22" fmla="*/ 1859972 w 2628900"/>
              <a:gd name="connsiteY22" fmla="*/ 3387436 h 4831773"/>
              <a:gd name="connsiteX23" fmla="*/ 1828800 w 2628900"/>
              <a:gd name="connsiteY23" fmla="*/ 3293918 h 4831773"/>
              <a:gd name="connsiteX24" fmla="*/ 1818409 w 2628900"/>
              <a:gd name="connsiteY24" fmla="*/ 3252355 h 4831773"/>
              <a:gd name="connsiteX25" fmla="*/ 1797627 w 2628900"/>
              <a:gd name="connsiteY25" fmla="*/ 3158836 h 4831773"/>
              <a:gd name="connsiteX26" fmla="*/ 1776845 w 2628900"/>
              <a:gd name="connsiteY26" fmla="*/ 3096491 h 4831773"/>
              <a:gd name="connsiteX27" fmla="*/ 1745672 w 2628900"/>
              <a:gd name="connsiteY27" fmla="*/ 3106882 h 4831773"/>
              <a:gd name="connsiteX28" fmla="*/ 1735281 w 2628900"/>
              <a:gd name="connsiteY28" fmla="*/ 3075709 h 4831773"/>
              <a:gd name="connsiteX29" fmla="*/ 1693718 w 2628900"/>
              <a:gd name="connsiteY29" fmla="*/ 3023755 h 4831773"/>
              <a:gd name="connsiteX30" fmla="*/ 1631372 w 2628900"/>
              <a:gd name="connsiteY30" fmla="*/ 2961409 h 4831773"/>
              <a:gd name="connsiteX31" fmla="*/ 1610591 w 2628900"/>
              <a:gd name="connsiteY31" fmla="*/ 2919846 h 4831773"/>
              <a:gd name="connsiteX32" fmla="*/ 1548245 w 2628900"/>
              <a:gd name="connsiteY32" fmla="*/ 2857500 h 4831773"/>
              <a:gd name="connsiteX33" fmla="*/ 1465118 w 2628900"/>
              <a:gd name="connsiteY33" fmla="*/ 2732809 h 4831773"/>
              <a:gd name="connsiteX34" fmla="*/ 1444336 w 2628900"/>
              <a:gd name="connsiteY34" fmla="*/ 2701636 h 4831773"/>
              <a:gd name="connsiteX35" fmla="*/ 1381991 w 2628900"/>
              <a:gd name="connsiteY35" fmla="*/ 2618509 h 4831773"/>
              <a:gd name="connsiteX36" fmla="*/ 1350818 w 2628900"/>
              <a:gd name="connsiteY36" fmla="*/ 2576946 h 4831773"/>
              <a:gd name="connsiteX37" fmla="*/ 1298863 w 2628900"/>
              <a:gd name="connsiteY37" fmla="*/ 2483427 h 4831773"/>
              <a:gd name="connsiteX38" fmla="*/ 1288472 w 2628900"/>
              <a:gd name="connsiteY38" fmla="*/ 2441864 h 4831773"/>
              <a:gd name="connsiteX39" fmla="*/ 1278081 w 2628900"/>
              <a:gd name="connsiteY39" fmla="*/ 2410691 h 4831773"/>
              <a:gd name="connsiteX40" fmla="*/ 1257300 w 2628900"/>
              <a:gd name="connsiteY40" fmla="*/ 2327564 h 4831773"/>
              <a:gd name="connsiteX41" fmla="*/ 1246909 w 2628900"/>
              <a:gd name="connsiteY41" fmla="*/ 2286000 h 4831773"/>
              <a:gd name="connsiteX42" fmla="*/ 1236518 w 2628900"/>
              <a:gd name="connsiteY42" fmla="*/ 2244436 h 4831773"/>
              <a:gd name="connsiteX43" fmla="*/ 1226127 w 2628900"/>
              <a:gd name="connsiteY43" fmla="*/ 2171700 h 4831773"/>
              <a:gd name="connsiteX44" fmla="*/ 1215736 w 2628900"/>
              <a:gd name="connsiteY44" fmla="*/ 2130136 h 4831773"/>
              <a:gd name="connsiteX45" fmla="*/ 1132609 w 2628900"/>
              <a:gd name="connsiteY45" fmla="*/ 2026227 h 4831773"/>
              <a:gd name="connsiteX46" fmla="*/ 1101436 w 2628900"/>
              <a:gd name="connsiteY46" fmla="*/ 1963882 h 4831773"/>
              <a:gd name="connsiteX47" fmla="*/ 1091045 w 2628900"/>
              <a:gd name="connsiteY47" fmla="*/ 1932709 h 4831773"/>
              <a:gd name="connsiteX48" fmla="*/ 1049481 w 2628900"/>
              <a:gd name="connsiteY48" fmla="*/ 1859973 h 4831773"/>
              <a:gd name="connsiteX49" fmla="*/ 1028700 w 2628900"/>
              <a:gd name="connsiteY49" fmla="*/ 1797627 h 4831773"/>
              <a:gd name="connsiteX50" fmla="*/ 997527 w 2628900"/>
              <a:gd name="connsiteY50" fmla="*/ 1724891 h 4831773"/>
              <a:gd name="connsiteX51" fmla="*/ 976745 w 2628900"/>
              <a:gd name="connsiteY51" fmla="*/ 1683327 h 4831773"/>
              <a:gd name="connsiteX52" fmla="*/ 935181 w 2628900"/>
              <a:gd name="connsiteY52" fmla="*/ 1600200 h 4831773"/>
              <a:gd name="connsiteX53" fmla="*/ 924791 w 2628900"/>
              <a:gd name="connsiteY53" fmla="*/ 1558636 h 4831773"/>
              <a:gd name="connsiteX54" fmla="*/ 883227 w 2628900"/>
              <a:gd name="connsiteY54" fmla="*/ 1496291 h 4831773"/>
              <a:gd name="connsiteX55" fmla="*/ 862445 w 2628900"/>
              <a:gd name="connsiteY55" fmla="*/ 1465118 h 4831773"/>
              <a:gd name="connsiteX56" fmla="*/ 831272 w 2628900"/>
              <a:gd name="connsiteY56" fmla="*/ 1392382 h 4831773"/>
              <a:gd name="connsiteX57" fmla="*/ 810491 w 2628900"/>
              <a:gd name="connsiteY57" fmla="*/ 1350818 h 4831773"/>
              <a:gd name="connsiteX58" fmla="*/ 800100 w 2628900"/>
              <a:gd name="connsiteY58" fmla="*/ 1319646 h 4831773"/>
              <a:gd name="connsiteX59" fmla="*/ 779318 w 2628900"/>
              <a:gd name="connsiteY59" fmla="*/ 1288473 h 4831773"/>
              <a:gd name="connsiteX60" fmla="*/ 758536 w 2628900"/>
              <a:gd name="connsiteY60" fmla="*/ 1215736 h 4831773"/>
              <a:gd name="connsiteX61" fmla="*/ 737754 w 2628900"/>
              <a:gd name="connsiteY61" fmla="*/ 1174173 h 4831773"/>
              <a:gd name="connsiteX62" fmla="*/ 727363 w 2628900"/>
              <a:gd name="connsiteY62" fmla="*/ 1143000 h 4831773"/>
              <a:gd name="connsiteX63" fmla="*/ 654627 w 2628900"/>
              <a:gd name="connsiteY63" fmla="*/ 997527 h 4831773"/>
              <a:gd name="connsiteX64" fmla="*/ 633845 w 2628900"/>
              <a:gd name="connsiteY64" fmla="*/ 955964 h 4831773"/>
              <a:gd name="connsiteX65" fmla="*/ 613063 w 2628900"/>
              <a:gd name="connsiteY65" fmla="*/ 914400 h 4831773"/>
              <a:gd name="connsiteX66" fmla="*/ 581891 w 2628900"/>
              <a:gd name="connsiteY66" fmla="*/ 862446 h 4831773"/>
              <a:gd name="connsiteX67" fmla="*/ 561109 w 2628900"/>
              <a:gd name="connsiteY67" fmla="*/ 831273 h 4831773"/>
              <a:gd name="connsiteX68" fmla="*/ 519545 w 2628900"/>
              <a:gd name="connsiteY68" fmla="*/ 758536 h 4831773"/>
              <a:gd name="connsiteX69" fmla="*/ 509154 w 2628900"/>
              <a:gd name="connsiteY69" fmla="*/ 716973 h 4831773"/>
              <a:gd name="connsiteX70" fmla="*/ 488372 w 2628900"/>
              <a:gd name="connsiteY70" fmla="*/ 675409 h 4831773"/>
              <a:gd name="connsiteX71" fmla="*/ 436418 w 2628900"/>
              <a:gd name="connsiteY71" fmla="*/ 592282 h 4831773"/>
              <a:gd name="connsiteX72" fmla="*/ 405245 w 2628900"/>
              <a:gd name="connsiteY72" fmla="*/ 550718 h 4831773"/>
              <a:gd name="connsiteX73" fmla="*/ 384463 w 2628900"/>
              <a:gd name="connsiteY73" fmla="*/ 519546 h 4831773"/>
              <a:gd name="connsiteX74" fmla="*/ 353291 w 2628900"/>
              <a:gd name="connsiteY74" fmla="*/ 488373 h 4831773"/>
              <a:gd name="connsiteX75" fmla="*/ 311727 w 2628900"/>
              <a:gd name="connsiteY75" fmla="*/ 426027 h 4831773"/>
              <a:gd name="connsiteX76" fmla="*/ 259772 w 2628900"/>
              <a:gd name="connsiteY76" fmla="*/ 363682 h 4831773"/>
              <a:gd name="connsiteX77" fmla="*/ 228600 w 2628900"/>
              <a:gd name="connsiteY77" fmla="*/ 332509 h 4831773"/>
              <a:gd name="connsiteX78" fmla="*/ 187036 w 2628900"/>
              <a:gd name="connsiteY78" fmla="*/ 238991 h 4831773"/>
              <a:gd name="connsiteX79" fmla="*/ 155863 w 2628900"/>
              <a:gd name="connsiteY79" fmla="*/ 176646 h 4831773"/>
              <a:gd name="connsiteX80" fmla="*/ 124691 w 2628900"/>
              <a:gd name="connsiteY80" fmla="*/ 155864 h 4831773"/>
              <a:gd name="connsiteX81" fmla="*/ 83127 w 2628900"/>
              <a:gd name="connsiteY81" fmla="*/ 93518 h 4831773"/>
              <a:gd name="connsiteX82" fmla="*/ 62345 w 2628900"/>
              <a:gd name="connsiteY82" fmla="*/ 62346 h 4831773"/>
              <a:gd name="connsiteX83" fmla="*/ 31172 w 2628900"/>
              <a:gd name="connsiteY83" fmla="*/ 41564 h 4831773"/>
              <a:gd name="connsiteX84" fmla="*/ 0 w 2628900"/>
              <a:gd name="connsiteY84" fmla="*/ 0 h 483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2628900" h="4831773">
                <a:moveTo>
                  <a:pt x="2628900" y="4831773"/>
                </a:moveTo>
                <a:cubicBezTo>
                  <a:pt x="2594264" y="4776355"/>
                  <a:pt x="2554217" y="4723970"/>
                  <a:pt x="2524991" y="4665518"/>
                </a:cubicBezTo>
                <a:cubicBezTo>
                  <a:pt x="2456073" y="4527684"/>
                  <a:pt x="2495505" y="4573685"/>
                  <a:pt x="2431472" y="4509655"/>
                </a:cubicBezTo>
                <a:cubicBezTo>
                  <a:pt x="2413659" y="4468089"/>
                  <a:pt x="2392269" y="4414244"/>
                  <a:pt x="2369127" y="4374573"/>
                </a:cubicBezTo>
                <a:cubicBezTo>
                  <a:pt x="2356542" y="4352999"/>
                  <a:pt x="2339404" y="4334218"/>
                  <a:pt x="2327563" y="4312227"/>
                </a:cubicBezTo>
                <a:cubicBezTo>
                  <a:pt x="2315057" y="4289002"/>
                  <a:pt x="2307306" y="4263505"/>
                  <a:pt x="2296391" y="4239491"/>
                </a:cubicBezTo>
                <a:cubicBezTo>
                  <a:pt x="2289981" y="4225389"/>
                  <a:pt x="2281900" y="4212082"/>
                  <a:pt x="2275609" y="4197927"/>
                </a:cubicBezTo>
                <a:cubicBezTo>
                  <a:pt x="2268034" y="4180883"/>
                  <a:pt x="2263169" y="4162656"/>
                  <a:pt x="2254827" y="4145973"/>
                </a:cubicBezTo>
                <a:cubicBezTo>
                  <a:pt x="2249242" y="4134803"/>
                  <a:pt x="2239630" y="4125970"/>
                  <a:pt x="2234045" y="4114800"/>
                </a:cubicBezTo>
                <a:cubicBezTo>
                  <a:pt x="2225703" y="4098117"/>
                  <a:pt x="2220838" y="4079890"/>
                  <a:pt x="2213263" y="4062846"/>
                </a:cubicBezTo>
                <a:cubicBezTo>
                  <a:pt x="2206972" y="4048691"/>
                  <a:pt x="2198583" y="4035520"/>
                  <a:pt x="2192481" y="4021282"/>
                </a:cubicBezTo>
                <a:cubicBezTo>
                  <a:pt x="2188167" y="4011215"/>
                  <a:pt x="2186989" y="3999906"/>
                  <a:pt x="2182091" y="3990109"/>
                </a:cubicBezTo>
                <a:cubicBezTo>
                  <a:pt x="2176506" y="3978939"/>
                  <a:pt x="2167928" y="3969526"/>
                  <a:pt x="2161309" y="3958936"/>
                </a:cubicBezTo>
                <a:cubicBezTo>
                  <a:pt x="2074765" y="3820467"/>
                  <a:pt x="2175524" y="3981213"/>
                  <a:pt x="2109354" y="3865418"/>
                </a:cubicBezTo>
                <a:cubicBezTo>
                  <a:pt x="2103158" y="3854575"/>
                  <a:pt x="2095191" y="3844836"/>
                  <a:pt x="2088572" y="3834246"/>
                </a:cubicBezTo>
                <a:cubicBezTo>
                  <a:pt x="2077868" y="3817120"/>
                  <a:pt x="2067208" y="3799946"/>
                  <a:pt x="2057400" y="3782291"/>
                </a:cubicBezTo>
                <a:cubicBezTo>
                  <a:pt x="2049878" y="3768750"/>
                  <a:pt x="2044141" y="3754268"/>
                  <a:pt x="2036618" y="3740727"/>
                </a:cubicBezTo>
                <a:cubicBezTo>
                  <a:pt x="2026810" y="3723072"/>
                  <a:pt x="2015253" y="3706428"/>
                  <a:pt x="2005445" y="3688773"/>
                </a:cubicBezTo>
                <a:cubicBezTo>
                  <a:pt x="1997922" y="3675232"/>
                  <a:pt x="1992873" y="3660345"/>
                  <a:pt x="1984663" y="3647209"/>
                </a:cubicBezTo>
                <a:cubicBezTo>
                  <a:pt x="1975485" y="3632523"/>
                  <a:pt x="1963882" y="3619500"/>
                  <a:pt x="1953491" y="3605646"/>
                </a:cubicBezTo>
                <a:cubicBezTo>
                  <a:pt x="1920045" y="3505307"/>
                  <a:pt x="1973676" y="3661303"/>
                  <a:pt x="1922318" y="3532909"/>
                </a:cubicBezTo>
                <a:cubicBezTo>
                  <a:pt x="1914182" y="3512570"/>
                  <a:pt x="1911333" y="3490157"/>
                  <a:pt x="1901536" y="3470564"/>
                </a:cubicBezTo>
                <a:cubicBezTo>
                  <a:pt x="1887681" y="3442855"/>
                  <a:pt x="1867486" y="3417491"/>
                  <a:pt x="1859972" y="3387436"/>
                </a:cubicBezTo>
                <a:cubicBezTo>
                  <a:pt x="1835071" y="3287835"/>
                  <a:pt x="1867927" y="3411303"/>
                  <a:pt x="1828800" y="3293918"/>
                </a:cubicBezTo>
                <a:cubicBezTo>
                  <a:pt x="1824284" y="3280370"/>
                  <a:pt x="1821507" y="3266296"/>
                  <a:pt x="1818409" y="3252355"/>
                </a:cubicBezTo>
                <a:cubicBezTo>
                  <a:pt x="1809934" y="3214217"/>
                  <a:pt x="1808488" y="3195038"/>
                  <a:pt x="1797627" y="3158836"/>
                </a:cubicBezTo>
                <a:cubicBezTo>
                  <a:pt x="1791332" y="3137854"/>
                  <a:pt x="1776845" y="3096491"/>
                  <a:pt x="1776845" y="3096491"/>
                </a:cubicBezTo>
                <a:cubicBezTo>
                  <a:pt x="1766454" y="3099955"/>
                  <a:pt x="1755469" y="3111780"/>
                  <a:pt x="1745672" y="3106882"/>
                </a:cubicBezTo>
                <a:cubicBezTo>
                  <a:pt x="1735875" y="3101984"/>
                  <a:pt x="1741086" y="3084997"/>
                  <a:pt x="1735281" y="3075709"/>
                </a:cubicBezTo>
                <a:cubicBezTo>
                  <a:pt x="1723527" y="3056902"/>
                  <a:pt x="1708636" y="3040165"/>
                  <a:pt x="1693718" y="3023755"/>
                </a:cubicBezTo>
                <a:cubicBezTo>
                  <a:pt x="1673948" y="3002008"/>
                  <a:pt x="1631372" y="2961409"/>
                  <a:pt x="1631372" y="2961409"/>
                </a:cubicBezTo>
                <a:cubicBezTo>
                  <a:pt x="1624445" y="2947555"/>
                  <a:pt x="1620267" y="2931941"/>
                  <a:pt x="1610591" y="2919846"/>
                </a:cubicBezTo>
                <a:cubicBezTo>
                  <a:pt x="1592231" y="2896896"/>
                  <a:pt x="1564548" y="2881954"/>
                  <a:pt x="1548245" y="2857500"/>
                </a:cubicBezTo>
                <a:lnTo>
                  <a:pt x="1465118" y="2732809"/>
                </a:lnTo>
                <a:cubicBezTo>
                  <a:pt x="1458191" y="2722418"/>
                  <a:pt x="1453167" y="2710467"/>
                  <a:pt x="1444336" y="2701636"/>
                </a:cubicBezTo>
                <a:cubicBezTo>
                  <a:pt x="1389486" y="2646788"/>
                  <a:pt x="1433637" y="2695978"/>
                  <a:pt x="1381991" y="2618509"/>
                </a:cubicBezTo>
                <a:cubicBezTo>
                  <a:pt x="1372385" y="2604099"/>
                  <a:pt x="1360424" y="2591355"/>
                  <a:pt x="1350818" y="2576946"/>
                </a:cubicBezTo>
                <a:cubicBezTo>
                  <a:pt x="1339480" y="2559939"/>
                  <a:pt x="1307352" y="2506064"/>
                  <a:pt x="1298863" y="2483427"/>
                </a:cubicBezTo>
                <a:cubicBezTo>
                  <a:pt x="1293849" y="2470056"/>
                  <a:pt x="1292395" y="2455595"/>
                  <a:pt x="1288472" y="2441864"/>
                </a:cubicBezTo>
                <a:cubicBezTo>
                  <a:pt x="1285463" y="2431332"/>
                  <a:pt x="1280963" y="2421258"/>
                  <a:pt x="1278081" y="2410691"/>
                </a:cubicBezTo>
                <a:cubicBezTo>
                  <a:pt x="1270566" y="2383136"/>
                  <a:pt x="1264227" y="2355273"/>
                  <a:pt x="1257300" y="2327564"/>
                </a:cubicBezTo>
                <a:lnTo>
                  <a:pt x="1246909" y="2286000"/>
                </a:lnTo>
                <a:cubicBezTo>
                  <a:pt x="1243445" y="2272145"/>
                  <a:pt x="1238538" y="2258574"/>
                  <a:pt x="1236518" y="2244436"/>
                </a:cubicBezTo>
                <a:cubicBezTo>
                  <a:pt x="1233054" y="2220191"/>
                  <a:pt x="1230508" y="2195796"/>
                  <a:pt x="1226127" y="2171700"/>
                </a:cubicBezTo>
                <a:cubicBezTo>
                  <a:pt x="1223572" y="2157649"/>
                  <a:pt x="1223459" y="2142149"/>
                  <a:pt x="1215736" y="2130136"/>
                </a:cubicBezTo>
                <a:cubicBezTo>
                  <a:pt x="1191750" y="2092825"/>
                  <a:pt x="1152446" y="2065900"/>
                  <a:pt x="1132609" y="2026227"/>
                </a:cubicBezTo>
                <a:cubicBezTo>
                  <a:pt x="1122218" y="2005445"/>
                  <a:pt x="1110873" y="1985114"/>
                  <a:pt x="1101436" y="1963882"/>
                </a:cubicBezTo>
                <a:cubicBezTo>
                  <a:pt x="1096987" y="1953873"/>
                  <a:pt x="1095943" y="1942506"/>
                  <a:pt x="1091045" y="1932709"/>
                </a:cubicBezTo>
                <a:cubicBezTo>
                  <a:pt x="1053559" y="1857737"/>
                  <a:pt x="1085909" y="1951045"/>
                  <a:pt x="1049481" y="1859973"/>
                </a:cubicBezTo>
                <a:cubicBezTo>
                  <a:pt x="1041345" y="1839634"/>
                  <a:pt x="1038497" y="1817220"/>
                  <a:pt x="1028700" y="1797627"/>
                </a:cubicBezTo>
                <a:cubicBezTo>
                  <a:pt x="959782" y="1659794"/>
                  <a:pt x="1043390" y="1831906"/>
                  <a:pt x="997527" y="1724891"/>
                </a:cubicBezTo>
                <a:cubicBezTo>
                  <a:pt x="991425" y="1710653"/>
                  <a:pt x="983036" y="1697482"/>
                  <a:pt x="976745" y="1683327"/>
                </a:cubicBezTo>
                <a:cubicBezTo>
                  <a:pt x="942852" y="1607069"/>
                  <a:pt x="971982" y="1655402"/>
                  <a:pt x="935181" y="1600200"/>
                </a:cubicBezTo>
                <a:cubicBezTo>
                  <a:pt x="931718" y="1586345"/>
                  <a:pt x="931178" y="1571409"/>
                  <a:pt x="924791" y="1558636"/>
                </a:cubicBezTo>
                <a:cubicBezTo>
                  <a:pt x="913621" y="1536296"/>
                  <a:pt x="897082" y="1517073"/>
                  <a:pt x="883227" y="1496291"/>
                </a:cubicBezTo>
                <a:cubicBezTo>
                  <a:pt x="876300" y="1485900"/>
                  <a:pt x="868030" y="1476288"/>
                  <a:pt x="862445" y="1465118"/>
                </a:cubicBezTo>
                <a:cubicBezTo>
                  <a:pt x="793542" y="1327314"/>
                  <a:pt x="877125" y="1499376"/>
                  <a:pt x="831272" y="1392382"/>
                </a:cubicBezTo>
                <a:cubicBezTo>
                  <a:pt x="825170" y="1378145"/>
                  <a:pt x="816593" y="1365055"/>
                  <a:pt x="810491" y="1350818"/>
                </a:cubicBezTo>
                <a:cubicBezTo>
                  <a:pt x="806177" y="1340751"/>
                  <a:pt x="804998" y="1329442"/>
                  <a:pt x="800100" y="1319646"/>
                </a:cubicBezTo>
                <a:cubicBezTo>
                  <a:pt x="794515" y="1308476"/>
                  <a:pt x="784903" y="1299643"/>
                  <a:pt x="779318" y="1288473"/>
                </a:cubicBezTo>
                <a:cubicBezTo>
                  <a:pt x="766757" y="1263351"/>
                  <a:pt x="768524" y="1242371"/>
                  <a:pt x="758536" y="1215736"/>
                </a:cubicBezTo>
                <a:cubicBezTo>
                  <a:pt x="753097" y="1201233"/>
                  <a:pt x="743856" y="1188410"/>
                  <a:pt x="737754" y="1174173"/>
                </a:cubicBezTo>
                <a:cubicBezTo>
                  <a:pt x="733439" y="1164106"/>
                  <a:pt x="731953" y="1152945"/>
                  <a:pt x="727363" y="1143000"/>
                </a:cubicBezTo>
                <a:cubicBezTo>
                  <a:pt x="727361" y="1142997"/>
                  <a:pt x="669175" y="1026623"/>
                  <a:pt x="654627" y="997527"/>
                </a:cubicBezTo>
                <a:lnTo>
                  <a:pt x="633845" y="955964"/>
                </a:lnTo>
                <a:cubicBezTo>
                  <a:pt x="626918" y="942109"/>
                  <a:pt x="621032" y="927683"/>
                  <a:pt x="613063" y="914400"/>
                </a:cubicBezTo>
                <a:cubicBezTo>
                  <a:pt x="602672" y="897082"/>
                  <a:pt x="592595" y="879572"/>
                  <a:pt x="581891" y="862446"/>
                </a:cubicBezTo>
                <a:cubicBezTo>
                  <a:pt x="575272" y="851856"/>
                  <a:pt x="566694" y="842443"/>
                  <a:pt x="561109" y="831273"/>
                </a:cubicBezTo>
                <a:cubicBezTo>
                  <a:pt x="521440" y="751935"/>
                  <a:pt x="594923" y="859040"/>
                  <a:pt x="519545" y="758536"/>
                </a:cubicBezTo>
                <a:cubicBezTo>
                  <a:pt x="516081" y="744682"/>
                  <a:pt x="514168" y="730344"/>
                  <a:pt x="509154" y="716973"/>
                </a:cubicBezTo>
                <a:cubicBezTo>
                  <a:pt x="503715" y="702469"/>
                  <a:pt x="495895" y="688950"/>
                  <a:pt x="488372" y="675409"/>
                </a:cubicBezTo>
                <a:cubicBezTo>
                  <a:pt x="476237" y="653566"/>
                  <a:pt x="452658" y="615018"/>
                  <a:pt x="436418" y="592282"/>
                </a:cubicBezTo>
                <a:cubicBezTo>
                  <a:pt x="426352" y="578189"/>
                  <a:pt x="415311" y="564810"/>
                  <a:pt x="405245" y="550718"/>
                </a:cubicBezTo>
                <a:cubicBezTo>
                  <a:pt x="397986" y="540556"/>
                  <a:pt x="392458" y="529140"/>
                  <a:pt x="384463" y="519546"/>
                </a:cubicBezTo>
                <a:cubicBezTo>
                  <a:pt x="375056" y="508257"/>
                  <a:pt x="362313" y="499972"/>
                  <a:pt x="353291" y="488373"/>
                </a:cubicBezTo>
                <a:cubicBezTo>
                  <a:pt x="337957" y="468657"/>
                  <a:pt x="329389" y="443688"/>
                  <a:pt x="311727" y="426027"/>
                </a:cubicBezTo>
                <a:cubicBezTo>
                  <a:pt x="220674" y="334976"/>
                  <a:pt x="332090" y="450465"/>
                  <a:pt x="259772" y="363682"/>
                </a:cubicBezTo>
                <a:cubicBezTo>
                  <a:pt x="250365" y="352393"/>
                  <a:pt x="238007" y="343798"/>
                  <a:pt x="228600" y="332509"/>
                </a:cubicBezTo>
                <a:cubicBezTo>
                  <a:pt x="201156" y="299575"/>
                  <a:pt x="202140" y="284301"/>
                  <a:pt x="187036" y="238991"/>
                </a:cubicBezTo>
                <a:cubicBezTo>
                  <a:pt x="178584" y="213636"/>
                  <a:pt x="176007" y="196790"/>
                  <a:pt x="155863" y="176646"/>
                </a:cubicBezTo>
                <a:cubicBezTo>
                  <a:pt x="147033" y="167816"/>
                  <a:pt x="135082" y="162791"/>
                  <a:pt x="124691" y="155864"/>
                </a:cubicBezTo>
                <a:lnTo>
                  <a:pt x="83127" y="93518"/>
                </a:lnTo>
                <a:cubicBezTo>
                  <a:pt x="76200" y="83127"/>
                  <a:pt x="72736" y="69273"/>
                  <a:pt x="62345" y="62346"/>
                </a:cubicBezTo>
                <a:lnTo>
                  <a:pt x="31172" y="41564"/>
                </a:lnTo>
                <a:cubicBezTo>
                  <a:pt x="7674" y="6315"/>
                  <a:pt x="19222" y="19222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954713BF-FDC1-E504-15B6-8BC01875545C}"/>
              </a:ext>
            </a:extLst>
          </p:cNvPr>
          <p:cNvSpPr/>
          <p:nvPr/>
        </p:nvSpPr>
        <p:spPr>
          <a:xfrm>
            <a:off x="23522218" y="7544827"/>
            <a:ext cx="1584704" cy="2975360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636680C0-13E2-C4EA-F455-B1D7D4AE24BC}"/>
              </a:ext>
            </a:extLst>
          </p:cNvPr>
          <p:cNvSpPr/>
          <p:nvPr/>
        </p:nvSpPr>
        <p:spPr>
          <a:xfrm>
            <a:off x="23467768" y="751801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2048C3A9-A363-6FC4-DC59-962B55A19CDA}"/>
              </a:ext>
            </a:extLst>
          </p:cNvPr>
          <p:cNvSpPr/>
          <p:nvPr/>
        </p:nvSpPr>
        <p:spPr>
          <a:xfrm>
            <a:off x="24083146" y="609340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03" name="Freeform 302">
            <a:extLst>
              <a:ext uri="{FF2B5EF4-FFF2-40B4-BE49-F238E27FC236}">
                <a16:creationId xmlns:a16="http://schemas.microsoft.com/office/drawing/2014/main" id="{DF21701D-DA80-4C11-3BE4-3399158CAD57}"/>
              </a:ext>
            </a:extLst>
          </p:cNvPr>
          <p:cNvSpPr/>
          <p:nvPr/>
        </p:nvSpPr>
        <p:spPr>
          <a:xfrm>
            <a:off x="24242423" y="6595438"/>
            <a:ext cx="2225737" cy="3924224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2B421671-B952-6CFB-BC6B-5976C501A729}"/>
              </a:ext>
            </a:extLst>
          </p:cNvPr>
          <p:cNvSpPr/>
          <p:nvPr/>
        </p:nvSpPr>
        <p:spPr>
          <a:xfrm>
            <a:off x="24176816" y="655240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D93F428-14F2-33AA-03DF-867B97FC62A4}"/>
              </a:ext>
            </a:extLst>
          </p:cNvPr>
          <p:cNvCxnSpPr>
            <a:cxnSpLocks/>
          </p:cNvCxnSpPr>
          <p:nvPr/>
        </p:nvCxnSpPr>
        <p:spPr>
          <a:xfrm>
            <a:off x="23518780" y="7652133"/>
            <a:ext cx="0" cy="69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55574B6E-DE1B-A626-AE4C-8EADFDBD6AC0}"/>
              </a:ext>
            </a:extLst>
          </p:cNvPr>
          <p:cNvCxnSpPr>
            <a:cxnSpLocks/>
          </p:cNvCxnSpPr>
          <p:nvPr/>
        </p:nvCxnSpPr>
        <p:spPr>
          <a:xfrm>
            <a:off x="24272397" y="6663837"/>
            <a:ext cx="0" cy="59618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A289DEB-4950-673B-A1BD-19A23DC96B02}"/>
                  </a:ext>
                </a:extLst>
              </p:cNvPr>
              <p:cNvSpPr txBox="1"/>
              <p:nvPr/>
            </p:nvSpPr>
            <p:spPr>
              <a:xfrm>
                <a:off x="23099943" y="7797428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A289DEB-4950-673B-A1BD-19A23DC96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9943" y="7797428"/>
                <a:ext cx="568909" cy="478464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EE48D6E4-ACA6-B8B7-E596-9B05A79845F3}"/>
                  </a:ext>
                </a:extLst>
              </p:cNvPr>
              <p:cNvSpPr txBox="1"/>
              <p:nvPr/>
            </p:nvSpPr>
            <p:spPr>
              <a:xfrm>
                <a:off x="23949886" y="6829445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EE48D6E4-ACA6-B8B7-E596-9B05A798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9886" y="6829445"/>
                <a:ext cx="896111" cy="478464"/>
              </a:xfrm>
              <a:prstGeom prst="rect">
                <a:avLst/>
              </a:prstGeom>
              <a:blipFill>
                <a:blip r:embed="rId7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0BC6F38F-7992-88E5-09D6-727BFA26CBD5}"/>
                  </a:ext>
                </a:extLst>
              </p:cNvPr>
              <p:cNvSpPr txBox="1"/>
              <p:nvPr/>
            </p:nvSpPr>
            <p:spPr>
              <a:xfrm>
                <a:off x="23331112" y="629074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0BC6F38F-7992-88E5-09D6-727BFA26C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31112" y="6290740"/>
                <a:ext cx="896111" cy="478464"/>
              </a:xfrm>
              <a:prstGeom prst="rect">
                <a:avLst/>
              </a:prstGeom>
              <a:blipFill>
                <a:blip r:embed="rId7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E099DD60-85C8-9C1B-87F5-0CB395D7D3DF}"/>
                  </a:ext>
                </a:extLst>
              </p:cNvPr>
              <p:cNvSpPr txBox="1"/>
              <p:nvPr/>
            </p:nvSpPr>
            <p:spPr>
              <a:xfrm>
                <a:off x="20466681" y="5101541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E099DD60-85C8-9C1B-87F5-0CB395D7D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6681" y="5101541"/>
                <a:ext cx="896111" cy="588751"/>
              </a:xfrm>
              <a:prstGeom prst="rect">
                <a:avLst/>
              </a:prstGeom>
              <a:blipFill>
                <a:blip r:embed="rId7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Freeform 318">
            <a:extLst>
              <a:ext uri="{FF2B5EF4-FFF2-40B4-BE49-F238E27FC236}">
                <a16:creationId xmlns:a16="http://schemas.microsoft.com/office/drawing/2014/main" id="{A4462C02-4377-0C6F-6B26-B83647BD1D47}"/>
              </a:ext>
            </a:extLst>
          </p:cNvPr>
          <p:cNvSpPr/>
          <p:nvPr/>
        </p:nvSpPr>
        <p:spPr>
          <a:xfrm>
            <a:off x="22846654" y="7622914"/>
            <a:ext cx="799074" cy="2902959"/>
          </a:xfrm>
          <a:custGeom>
            <a:avLst/>
            <a:gdLst>
              <a:gd name="connsiteX0" fmla="*/ 891822 w 891822"/>
              <a:gd name="connsiteY0" fmla="*/ 3239912 h 3239912"/>
              <a:gd name="connsiteX1" fmla="*/ 835378 w 891822"/>
              <a:gd name="connsiteY1" fmla="*/ 3149600 h 3239912"/>
              <a:gd name="connsiteX2" fmla="*/ 801511 w 891822"/>
              <a:gd name="connsiteY2" fmla="*/ 3115734 h 3239912"/>
              <a:gd name="connsiteX3" fmla="*/ 790222 w 891822"/>
              <a:gd name="connsiteY3" fmla="*/ 3081867 h 3239912"/>
              <a:gd name="connsiteX4" fmla="*/ 767645 w 891822"/>
              <a:gd name="connsiteY4" fmla="*/ 3048000 h 3239912"/>
              <a:gd name="connsiteX5" fmla="*/ 745067 w 891822"/>
              <a:gd name="connsiteY5" fmla="*/ 3002845 h 3239912"/>
              <a:gd name="connsiteX6" fmla="*/ 699911 w 891822"/>
              <a:gd name="connsiteY6" fmla="*/ 2935112 h 3239912"/>
              <a:gd name="connsiteX7" fmla="*/ 654756 w 891822"/>
              <a:gd name="connsiteY7" fmla="*/ 2822223 h 3239912"/>
              <a:gd name="connsiteX8" fmla="*/ 632178 w 891822"/>
              <a:gd name="connsiteY8" fmla="*/ 2788356 h 3239912"/>
              <a:gd name="connsiteX9" fmla="*/ 598311 w 891822"/>
              <a:gd name="connsiteY9" fmla="*/ 2720623 h 3239912"/>
              <a:gd name="connsiteX10" fmla="*/ 564445 w 891822"/>
              <a:gd name="connsiteY10" fmla="*/ 2652889 h 3239912"/>
              <a:gd name="connsiteX11" fmla="*/ 553156 w 891822"/>
              <a:gd name="connsiteY11" fmla="*/ 2619023 h 3239912"/>
              <a:gd name="connsiteX12" fmla="*/ 508000 w 891822"/>
              <a:gd name="connsiteY12" fmla="*/ 2551289 h 3239912"/>
              <a:gd name="connsiteX13" fmla="*/ 474134 w 891822"/>
              <a:gd name="connsiteY13" fmla="*/ 2483556 h 3239912"/>
              <a:gd name="connsiteX14" fmla="*/ 428978 w 891822"/>
              <a:gd name="connsiteY14" fmla="*/ 2393245 h 3239912"/>
              <a:gd name="connsiteX15" fmla="*/ 406400 w 891822"/>
              <a:gd name="connsiteY15" fmla="*/ 2325512 h 3239912"/>
              <a:gd name="connsiteX16" fmla="*/ 395111 w 891822"/>
              <a:gd name="connsiteY16" fmla="*/ 2291645 h 3239912"/>
              <a:gd name="connsiteX17" fmla="*/ 383822 w 891822"/>
              <a:gd name="connsiteY17" fmla="*/ 2235200 h 3239912"/>
              <a:gd name="connsiteX18" fmla="*/ 349956 w 891822"/>
              <a:gd name="connsiteY18" fmla="*/ 2190045 h 3239912"/>
              <a:gd name="connsiteX19" fmla="*/ 327378 w 891822"/>
              <a:gd name="connsiteY19" fmla="*/ 2144889 h 3239912"/>
              <a:gd name="connsiteX20" fmla="*/ 293511 w 891822"/>
              <a:gd name="connsiteY20" fmla="*/ 2111023 h 3239912"/>
              <a:gd name="connsiteX21" fmla="*/ 259645 w 891822"/>
              <a:gd name="connsiteY21" fmla="*/ 2043289 h 3239912"/>
              <a:gd name="connsiteX22" fmla="*/ 214489 w 891822"/>
              <a:gd name="connsiteY22" fmla="*/ 1952978 h 3239912"/>
              <a:gd name="connsiteX23" fmla="*/ 203200 w 891822"/>
              <a:gd name="connsiteY23" fmla="*/ 1919112 h 3239912"/>
              <a:gd name="connsiteX24" fmla="*/ 158045 w 891822"/>
              <a:gd name="connsiteY24" fmla="*/ 1851378 h 3239912"/>
              <a:gd name="connsiteX25" fmla="*/ 135467 w 891822"/>
              <a:gd name="connsiteY25" fmla="*/ 1783645 h 3239912"/>
              <a:gd name="connsiteX26" fmla="*/ 124178 w 891822"/>
              <a:gd name="connsiteY26" fmla="*/ 1682045 h 3239912"/>
              <a:gd name="connsiteX27" fmla="*/ 79022 w 891822"/>
              <a:gd name="connsiteY27" fmla="*/ 1614312 h 3239912"/>
              <a:gd name="connsiteX28" fmla="*/ 67734 w 891822"/>
              <a:gd name="connsiteY28" fmla="*/ 1580445 h 3239912"/>
              <a:gd name="connsiteX29" fmla="*/ 45156 w 891822"/>
              <a:gd name="connsiteY29" fmla="*/ 1546578 h 3239912"/>
              <a:gd name="connsiteX30" fmla="*/ 33867 w 891822"/>
              <a:gd name="connsiteY30" fmla="*/ 1501423 h 3239912"/>
              <a:gd name="connsiteX31" fmla="*/ 11289 w 891822"/>
              <a:gd name="connsiteY31" fmla="*/ 1433689 h 3239912"/>
              <a:gd name="connsiteX32" fmla="*/ 0 w 891822"/>
              <a:gd name="connsiteY32" fmla="*/ 1399823 h 3239912"/>
              <a:gd name="connsiteX33" fmla="*/ 22578 w 891822"/>
              <a:gd name="connsiteY33" fmla="*/ 1196623 h 3239912"/>
              <a:gd name="connsiteX34" fmla="*/ 45156 w 891822"/>
              <a:gd name="connsiteY34" fmla="*/ 1128889 h 3239912"/>
              <a:gd name="connsiteX35" fmla="*/ 56445 w 891822"/>
              <a:gd name="connsiteY35" fmla="*/ 1095023 h 3239912"/>
              <a:gd name="connsiteX36" fmla="*/ 124178 w 891822"/>
              <a:gd name="connsiteY36" fmla="*/ 982134 h 3239912"/>
              <a:gd name="connsiteX37" fmla="*/ 146756 w 891822"/>
              <a:gd name="connsiteY37" fmla="*/ 948267 h 3239912"/>
              <a:gd name="connsiteX38" fmla="*/ 169334 w 891822"/>
              <a:gd name="connsiteY38" fmla="*/ 903112 h 3239912"/>
              <a:gd name="connsiteX39" fmla="*/ 180622 w 891822"/>
              <a:gd name="connsiteY39" fmla="*/ 869245 h 3239912"/>
              <a:gd name="connsiteX40" fmla="*/ 225778 w 891822"/>
              <a:gd name="connsiteY40" fmla="*/ 801512 h 3239912"/>
              <a:gd name="connsiteX41" fmla="*/ 293511 w 891822"/>
              <a:gd name="connsiteY41" fmla="*/ 699912 h 3239912"/>
              <a:gd name="connsiteX42" fmla="*/ 316089 w 891822"/>
              <a:gd name="connsiteY42" fmla="*/ 666045 h 3239912"/>
              <a:gd name="connsiteX43" fmla="*/ 338667 w 891822"/>
              <a:gd name="connsiteY43" fmla="*/ 632178 h 3239912"/>
              <a:gd name="connsiteX44" fmla="*/ 383822 w 891822"/>
              <a:gd name="connsiteY44" fmla="*/ 530578 h 3239912"/>
              <a:gd name="connsiteX45" fmla="*/ 417689 w 891822"/>
              <a:gd name="connsiteY45" fmla="*/ 508000 h 3239912"/>
              <a:gd name="connsiteX46" fmla="*/ 451556 w 891822"/>
              <a:gd name="connsiteY46" fmla="*/ 440267 h 3239912"/>
              <a:gd name="connsiteX47" fmla="*/ 462845 w 891822"/>
              <a:gd name="connsiteY47" fmla="*/ 406400 h 3239912"/>
              <a:gd name="connsiteX48" fmla="*/ 485422 w 891822"/>
              <a:gd name="connsiteY48" fmla="*/ 372534 h 3239912"/>
              <a:gd name="connsiteX49" fmla="*/ 519289 w 891822"/>
              <a:gd name="connsiteY49" fmla="*/ 304800 h 3239912"/>
              <a:gd name="connsiteX50" fmla="*/ 598311 w 891822"/>
              <a:gd name="connsiteY50" fmla="*/ 203200 h 3239912"/>
              <a:gd name="connsiteX51" fmla="*/ 609600 w 891822"/>
              <a:gd name="connsiteY51" fmla="*/ 169334 h 3239912"/>
              <a:gd name="connsiteX52" fmla="*/ 654756 w 891822"/>
              <a:gd name="connsiteY52" fmla="*/ 101600 h 3239912"/>
              <a:gd name="connsiteX53" fmla="*/ 666045 w 891822"/>
              <a:gd name="connsiteY53" fmla="*/ 67734 h 3239912"/>
              <a:gd name="connsiteX54" fmla="*/ 688622 w 891822"/>
              <a:gd name="connsiteY54" fmla="*/ 33867 h 3239912"/>
              <a:gd name="connsiteX55" fmla="*/ 733778 w 891822"/>
              <a:gd name="connsiteY55" fmla="*/ 0 h 3239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891822" h="3239912">
                <a:moveTo>
                  <a:pt x="891822" y="3239912"/>
                </a:moveTo>
                <a:cubicBezTo>
                  <a:pt x="873007" y="3209808"/>
                  <a:pt x="856258" y="3178310"/>
                  <a:pt x="835378" y="3149600"/>
                </a:cubicBezTo>
                <a:cubicBezTo>
                  <a:pt x="825988" y="3136689"/>
                  <a:pt x="810367" y="3129017"/>
                  <a:pt x="801511" y="3115734"/>
                </a:cubicBezTo>
                <a:cubicBezTo>
                  <a:pt x="794910" y="3105833"/>
                  <a:pt x="795544" y="3092510"/>
                  <a:pt x="790222" y="3081867"/>
                </a:cubicBezTo>
                <a:cubicBezTo>
                  <a:pt x="784155" y="3069732"/>
                  <a:pt x="774376" y="3059780"/>
                  <a:pt x="767645" y="3048000"/>
                </a:cubicBezTo>
                <a:cubicBezTo>
                  <a:pt x="759296" y="3033389"/>
                  <a:pt x="753725" y="3017275"/>
                  <a:pt x="745067" y="3002845"/>
                </a:cubicBezTo>
                <a:cubicBezTo>
                  <a:pt x="731106" y="2979577"/>
                  <a:pt x="699911" y="2935112"/>
                  <a:pt x="699911" y="2935112"/>
                </a:cubicBezTo>
                <a:cubicBezTo>
                  <a:pt x="681407" y="2879598"/>
                  <a:pt x="681335" y="2868735"/>
                  <a:pt x="654756" y="2822223"/>
                </a:cubicBezTo>
                <a:cubicBezTo>
                  <a:pt x="648024" y="2810443"/>
                  <a:pt x="638246" y="2800491"/>
                  <a:pt x="632178" y="2788356"/>
                </a:cubicBezTo>
                <a:cubicBezTo>
                  <a:pt x="585443" y="2694885"/>
                  <a:pt x="663012" y="2817672"/>
                  <a:pt x="598311" y="2720623"/>
                </a:cubicBezTo>
                <a:cubicBezTo>
                  <a:pt x="569937" y="2635500"/>
                  <a:pt x="608211" y="2740422"/>
                  <a:pt x="564445" y="2652889"/>
                </a:cubicBezTo>
                <a:cubicBezTo>
                  <a:pt x="559124" y="2642246"/>
                  <a:pt x="558935" y="2629425"/>
                  <a:pt x="553156" y="2619023"/>
                </a:cubicBezTo>
                <a:cubicBezTo>
                  <a:pt x="539978" y="2595302"/>
                  <a:pt x="516581" y="2577032"/>
                  <a:pt x="508000" y="2551289"/>
                </a:cubicBezTo>
                <a:cubicBezTo>
                  <a:pt x="492420" y="2504552"/>
                  <a:pt x="503311" y="2527324"/>
                  <a:pt x="474134" y="2483556"/>
                </a:cubicBezTo>
                <a:cubicBezTo>
                  <a:pt x="446414" y="2372676"/>
                  <a:pt x="486546" y="2508379"/>
                  <a:pt x="428978" y="2393245"/>
                </a:cubicBezTo>
                <a:cubicBezTo>
                  <a:pt x="418335" y="2371959"/>
                  <a:pt x="413926" y="2348090"/>
                  <a:pt x="406400" y="2325512"/>
                </a:cubicBezTo>
                <a:cubicBezTo>
                  <a:pt x="402637" y="2314223"/>
                  <a:pt x="397445" y="2303314"/>
                  <a:pt x="395111" y="2291645"/>
                </a:cubicBezTo>
                <a:cubicBezTo>
                  <a:pt x="391348" y="2272830"/>
                  <a:pt x="391615" y="2252734"/>
                  <a:pt x="383822" y="2235200"/>
                </a:cubicBezTo>
                <a:cubicBezTo>
                  <a:pt x="376181" y="2218007"/>
                  <a:pt x="359928" y="2206000"/>
                  <a:pt x="349956" y="2190045"/>
                </a:cubicBezTo>
                <a:cubicBezTo>
                  <a:pt x="341037" y="2175774"/>
                  <a:pt x="337160" y="2158583"/>
                  <a:pt x="327378" y="2144889"/>
                </a:cubicBezTo>
                <a:cubicBezTo>
                  <a:pt x="318099" y="2131898"/>
                  <a:pt x="303731" y="2123288"/>
                  <a:pt x="293511" y="2111023"/>
                </a:cubicBezTo>
                <a:cubicBezTo>
                  <a:pt x="258878" y="2069463"/>
                  <a:pt x="280010" y="2088091"/>
                  <a:pt x="259645" y="2043289"/>
                </a:cubicBezTo>
                <a:cubicBezTo>
                  <a:pt x="245718" y="2012649"/>
                  <a:pt x="225133" y="1984908"/>
                  <a:pt x="214489" y="1952978"/>
                </a:cubicBezTo>
                <a:cubicBezTo>
                  <a:pt x="210726" y="1941689"/>
                  <a:pt x="208979" y="1929514"/>
                  <a:pt x="203200" y="1919112"/>
                </a:cubicBezTo>
                <a:cubicBezTo>
                  <a:pt x="190022" y="1895392"/>
                  <a:pt x="166626" y="1877121"/>
                  <a:pt x="158045" y="1851378"/>
                </a:cubicBezTo>
                <a:lnTo>
                  <a:pt x="135467" y="1783645"/>
                </a:lnTo>
                <a:cubicBezTo>
                  <a:pt x="131704" y="1749778"/>
                  <a:pt x="134954" y="1714371"/>
                  <a:pt x="124178" y="1682045"/>
                </a:cubicBezTo>
                <a:cubicBezTo>
                  <a:pt x="115597" y="1656302"/>
                  <a:pt x="79022" y="1614312"/>
                  <a:pt x="79022" y="1614312"/>
                </a:cubicBezTo>
                <a:cubicBezTo>
                  <a:pt x="75259" y="1603023"/>
                  <a:pt x="73056" y="1591088"/>
                  <a:pt x="67734" y="1580445"/>
                </a:cubicBezTo>
                <a:cubicBezTo>
                  <a:pt x="61666" y="1568310"/>
                  <a:pt x="50501" y="1559049"/>
                  <a:pt x="45156" y="1546578"/>
                </a:cubicBezTo>
                <a:cubicBezTo>
                  <a:pt x="39044" y="1532318"/>
                  <a:pt x="38325" y="1516284"/>
                  <a:pt x="33867" y="1501423"/>
                </a:cubicBezTo>
                <a:cubicBezTo>
                  <a:pt x="27028" y="1478627"/>
                  <a:pt x="18815" y="1456267"/>
                  <a:pt x="11289" y="1433689"/>
                </a:cubicBezTo>
                <a:lnTo>
                  <a:pt x="0" y="1399823"/>
                </a:lnTo>
                <a:cubicBezTo>
                  <a:pt x="3916" y="1352828"/>
                  <a:pt x="8524" y="1252838"/>
                  <a:pt x="22578" y="1196623"/>
                </a:cubicBezTo>
                <a:cubicBezTo>
                  <a:pt x="28350" y="1173534"/>
                  <a:pt x="37630" y="1151467"/>
                  <a:pt x="45156" y="1128889"/>
                </a:cubicBezTo>
                <a:cubicBezTo>
                  <a:pt x="48919" y="1117600"/>
                  <a:pt x="49845" y="1104924"/>
                  <a:pt x="56445" y="1095023"/>
                </a:cubicBezTo>
                <a:cubicBezTo>
                  <a:pt x="166916" y="929312"/>
                  <a:pt x="54747" y="1103638"/>
                  <a:pt x="124178" y="982134"/>
                </a:cubicBezTo>
                <a:cubicBezTo>
                  <a:pt x="130910" y="970354"/>
                  <a:pt x="140024" y="960047"/>
                  <a:pt x="146756" y="948267"/>
                </a:cubicBezTo>
                <a:cubicBezTo>
                  <a:pt x="155105" y="933656"/>
                  <a:pt x="162705" y="918580"/>
                  <a:pt x="169334" y="903112"/>
                </a:cubicBezTo>
                <a:cubicBezTo>
                  <a:pt x="174021" y="892175"/>
                  <a:pt x="174843" y="879647"/>
                  <a:pt x="180622" y="869245"/>
                </a:cubicBezTo>
                <a:cubicBezTo>
                  <a:pt x="193800" y="845525"/>
                  <a:pt x="210726" y="824090"/>
                  <a:pt x="225778" y="801512"/>
                </a:cubicBezTo>
                <a:lnTo>
                  <a:pt x="293511" y="699912"/>
                </a:lnTo>
                <a:lnTo>
                  <a:pt x="316089" y="666045"/>
                </a:lnTo>
                <a:cubicBezTo>
                  <a:pt x="323615" y="654756"/>
                  <a:pt x="334376" y="645049"/>
                  <a:pt x="338667" y="632178"/>
                </a:cubicBezTo>
                <a:cubicBezTo>
                  <a:pt x="349844" y="598648"/>
                  <a:pt x="356990" y="557411"/>
                  <a:pt x="383822" y="530578"/>
                </a:cubicBezTo>
                <a:cubicBezTo>
                  <a:pt x="393416" y="520984"/>
                  <a:pt x="406400" y="515526"/>
                  <a:pt x="417689" y="508000"/>
                </a:cubicBezTo>
                <a:cubicBezTo>
                  <a:pt x="446065" y="422874"/>
                  <a:pt x="407787" y="527805"/>
                  <a:pt x="451556" y="440267"/>
                </a:cubicBezTo>
                <a:cubicBezTo>
                  <a:pt x="456878" y="429624"/>
                  <a:pt x="457523" y="417043"/>
                  <a:pt x="462845" y="406400"/>
                </a:cubicBezTo>
                <a:cubicBezTo>
                  <a:pt x="468912" y="394265"/>
                  <a:pt x="479355" y="384669"/>
                  <a:pt x="485422" y="372534"/>
                </a:cubicBezTo>
                <a:cubicBezTo>
                  <a:pt x="510877" y="321623"/>
                  <a:pt x="478850" y="353326"/>
                  <a:pt x="519289" y="304800"/>
                </a:cubicBezTo>
                <a:cubicBezTo>
                  <a:pt x="551760" y="265836"/>
                  <a:pt x="579287" y="260271"/>
                  <a:pt x="598311" y="203200"/>
                </a:cubicBezTo>
                <a:cubicBezTo>
                  <a:pt x="602074" y="191911"/>
                  <a:pt x="603821" y="179736"/>
                  <a:pt x="609600" y="169334"/>
                </a:cubicBezTo>
                <a:cubicBezTo>
                  <a:pt x="622778" y="145613"/>
                  <a:pt x="646175" y="127343"/>
                  <a:pt x="654756" y="101600"/>
                </a:cubicBezTo>
                <a:cubicBezTo>
                  <a:pt x="658519" y="90311"/>
                  <a:pt x="660724" y="78377"/>
                  <a:pt x="666045" y="67734"/>
                </a:cubicBezTo>
                <a:cubicBezTo>
                  <a:pt x="672113" y="55599"/>
                  <a:pt x="678028" y="42343"/>
                  <a:pt x="688622" y="33867"/>
                </a:cubicBezTo>
                <a:cubicBezTo>
                  <a:pt x="746747" y="-12634"/>
                  <a:pt x="705659" y="56238"/>
                  <a:pt x="73377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1" name="Freeform 320">
            <a:extLst>
              <a:ext uri="{FF2B5EF4-FFF2-40B4-BE49-F238E27FC236}">
                <a16:creationId xmlns:a16="http://schemas.microsoft.com/office/drawing/2014/main" id="{843AC23D-BF1C-E67A-5083-465CA9C3C2EC}"/>
              </a:ext>
            </a:extLst>
          </p:cNvPr>
          <p:cNvSpPr/>
          <p:nvPr/>
        </p:nvSpPr>
        <p:spPr>
          <a:xfrm>
            <a:off x="24161578" y="6176489"/>
            <a:ext cx="91034" cy="394479"/>
          </a:xfrm>
          <a:custGeom>
            <a:avLst/>
            <a:gdLst>
              <a:gd name="connsiteX0" fmla="*/ 101600 w 101600"/>
              <a:gd name="connsiteY0" fmla="*/ 440267 h 440267"/>
              <a:gd name="connsiteX1" fmla="*/ 90311 w 101600"/>
              <a:gd name="connsiteY1" fmla="*/ 349956 h 440267"/>
              <a:gd name="connsiteX2" fmla="*/ 79022 w 101600"/>
              <a:gd name="connsiteY2" fmla="*/ 112889 h 440267"/>
              <a:gd name="connsiteX3" fmla="*/ 67733 w 101600"/>
              <a:gd name="connsiteY3" fmla="*/ 79023 h 440267"/>
              <a:gd name="connsiteX4" fmla="*/ 11289 w 101600"/>
              <a:gd name="connsiteY4" fmla="*/ 22578 h 440267"/>
              <a:gd name="connsiteX5" fmla="*/ 0 w 101600"/>
              <a:gd name="connsiteY5" fmla="*/ 0 h 4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600" h="440267">
                <a:moveTo>
                  <a:pt x="101600" y="440267"/>
                </a:moveTo>
                <a:cubicBezTo>
                  <a:pt x="97837" y="410163"/>
                  <a:pt x="92398" y="380222"/>
                  <a:pt x="90311" y="349956"/>
                </a:cubicBezTo>
                <a:cubicBezTo>
                  <a:pt x="84868" y="271032"/>
                  <a:pt x="85592" y="191728"/>
                  <a:pt x="79022" y="112889"/>
                </a:cubicBezTo>
                <a:cubicBezTo>
                  <a:pt x="78034" y="101031"/>
                  <a:pt x="73055" y="89666"/>
                  <a:pt x="67733" y="79023"/>
                </a:cubicBezTo>
                <a:cubicBezTo>
                  <a:pt x="37628" y="18814"/>
                  <a:pt x="56445" y="67735"/>
                  <a:pt x="11289" y="22578"/>
                </a:cubicBezTo>
                <a:cubicBezTo>
                  <a:pt x="5339" y="16628"/>
                  <a:pt x="3763" y="7526"/>
                  <a:pt x="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2" name="Freeform 321">
            <a:extLst>
              <a:ext uri="{FF2B5EF4-FFF2-40B4-BE49-F238E27FC236}">
                <a16:creationId xmlns:a16="http://schemas.microsoft.com/office/drawing/2014/main" id="{F51C40C6-45A9-DFC3-7A00-B55D9BD1B9BD}"/>
              </a:ext>
            </a:extLst>
          </p:cNvPr>
          <p:cNvSpPr/>
          <p:nvPr/>
        </p:nvSpPr>
        <p:spPr>
          <a:xfrm>
            <a:off x="21308996" y="6636637"/>
            <a:ext cx="2931025" cy="3900339"/>
          </a:xfrm>
          <a:custGeom>
            <a:avLst/>
            <a:gdLst>
              <a:gd name="connsiteX0" fmla="*/ 0 w 3271234"/>
              <a:gd name="connsiteY0" fmla="*/ 4353059 h 4353059"/>
              <a:gd name="connsiteX1" fmla="*/ 257578 w 3271234"/>
              <a:gd name="connsiteY1" fmla="*/ 3747752 h 4353059"/>
              <a:gd name="connsiteX2" fmla="*/ 386366 w 3271234"/>
              <a:gd name="connsiteY2" fmla="*/ 3528811 h 4353059"/>
              <a:gd name="connsiteX3" fmla="*/ 695459 w 3271234"/>
              <a:gd name="connsiteY3" fmla="*/ 2871988 h 4353059"/>
              <a:gd name="connsiteX4" fmla="*/ 914400 w 3271234"/>
              <a:gd name="connsiteY4" fmla="*/ 2408349 h 4353059"/>
              <a:gd name="connsiteX5" fmla="*/ 1107583 w 3271234"/>
              <a:gd name="connsiteY5" fmla="*/ 2176529 h 4353059"/>
              <a:gd name="connsiteX6" fmla="*/ 1171978 w 3271234"/>
              <a:gd name="connsiteY6" fmla="*/ 2073498 h 4353059"/>
              <a:gd name="connsiteX7" fmla="*/ 1197735 w 3271234"/>
              <a:gd name="connsiteY7" fmla="*/ 2021983 h 4353059"/>
              <a:gd name="connsiteX8" fmla="*/ 1287887 w 3271234"/>
              <a:gd name="connsiteY8" fmla="*/ 1906073 h 4353059"/>
              <a:gd name="connsiteX9" fmla="*/ 1326524 w 3271234"/>
              <a:gd name="connsiteY9" fmla="*/ 1854557 h 4353059"/>
              <a:gd name="connsiteX10" fmla="*/ 1365161 w 3271234"/>
              <a:gd name="connsiteY10" fmla="*/ 1815921 h 4353059"/>
              <a:gd name="connsiteX11" fmla="*/ 1390918 w 3271234"/>
              <a:gd name="connsiteY11" fmla="*/ 1777284 h 4353059"/>
              <a:gd name="connsiteX12" fmla="*/ 1468192 w 3271234"/>
              <a:gd name="connsiteY12" fmla="*/ 1700011 h 4353059"/>
              <a:gd name="connsiteX13" fmla="*/ 1545465 w 3271234"/>
              <a:gd name="connsiteY13" fmla="*/ 1584101 h 4353059"/>
              <a:gd name="connsiteX14" fmla="*/ 1571223 w 3271234"/>
              <a:gd name="connsiteY14" fmla="*/ 1545464 h 4353059"/>
              <a:gd name="connsiteX15" fmla="*/ 1584102 w 3271234"/>
              <a:gd name="connsiteY15" fmla="*/ 1506828 h 4353059"/>
              <a:gd name="connsiteX16" fmla="*/ 1622738 w 3271234"/>
              <a:gd name="connsiteY16" fmla="*/ 1481070 h 4353059"/>
              <a:gd name="connsiteX17" fmla="*/ 1674254 w 3271234"/>
              <a:gd name="connsiteY17" fmla="*/ 1403797 h 4353059"/>
              <a:gd name="connsiteX18" fmla="*/ 1700011 w 3271234"/>
              <a:gd name="connsiteY18" fmla="*/ 1365160 h 4353059"/>
              <a:gd name="connsiteX19" fmla="*/ 1712890 w 3271234"/>
              <a:gd name="connsiteY19" fmla="*/ 1326524 h 4353059"/>
              <a:gd name="connsiteX20" fmla="*/ 1764406 w 3271234"/>
              <a:gd name="connsiteY20" fmla="*/ 1249250 h 4353059"/>
              <a:gd name="connsiteX21" fmla="*/ 1790163 w 3271234"/>
              <a:gd name="connsiteY21" fmla="*/ 1210614 h 4353059"/>
              <a:gd name="connsiteX22" fmla="*/ 1815921 w 3271234"/>
              <a:gd name="connsiteY22" fmla="*/ 1171977 h 4353059"/>
              <a:gd name="connsiteX23" fmla="*/ 1841679 w 3271234"/>
              <a:gd name="connsiteY23" fmla="*/ 1133340 h 4353059"/>
              <a:gd name="connsiteX24" fmla="*/ 1880316 w 3271234"/>
              <a:gd name="connsiteY24" fmla="*/ 1094704 h 4353059"/>
              <a:gd name="connsiteX25" fmla="*/ 1957589 w 3271234"/>
              <a:gd name="connsiteY25" fmla="*/ 1043188 h 4353059"/>
              <a:gd name="connsiteX26" fmla="*/ 2009104 w 3271234"/>
              <a:gd name="connsiteY26" fmla="*/ 1004552 h 4353059"/>
              <a:gd name="connsiteX27" fmla="*/ 2060620 w 3271234"/>
              <a:gd name="connsiteY27" fmla="*/ 927278 h 4353059"/>
              <a:gd name="connsiteX28" fmla="*/ 2086378 w 3271234"/>
              <a:gd name="connsiteY28" fmla="*/ 888642 h 4353059"/>
              <a:gd name="connsiteX29" fmla="*/ 2150772 w 3271234"/>
              <a:gd name="connsiteY29" fmla="*/ 811369 h 4353059"/>
              <a:gd name="connsiteX30" fmla="*/ 2240924 w 3271234"/>
              <a:gd name="connsiteY30" fmla="*/ 708338 h 4353059"/>
              <a:gd name="connsiteX31" fmla="*/ 2292440 w 3271234"/>
              <a:gd name="connsiteY31" fmla="*/ 656822 h 4353059"/>
              <a:gd name="connsiteX32" fmla="*/ 2382592 w 3271234"/>
              <a:gd name="connsiteY32" fmla="*/ 540912 h 4353059"/>
              <a:gd name="connsiteX33" fmla="*/ 2459865 w 3271234"/>
              <a:gd name="connsiteY33" fmla="*/ 463639 h 4353059"/>
              <a:gd name="connsiteX34" fmla="*/ 2537138 w 3271234"/>
              <a:gd name="connsiteY34" fmla="*/ 412124 h 4353059"/>
              <a:gd name="connsiteX35" fmla="*/ 2575775 w 3271234"/>
              <a:gd name="connsiteY35" fmla="*/ 386366 h 4353059"/>
              <a:gd name="connsiteX36" fmla="*/ 2653048 w 3271234"/>
              <a:gd name="connsiteY36" fmla="*/ 360608 h 4353059"/>
              <a:gd name="connsiteX37" fmla="*/ 2730321 w 3271234"/>
              <a:gd name="connsiteY37" fmla="*/ 309093 h 4353059"/>
              <a:gd name="connsiteX38" fmla="*/ 2794716 w 3271234"/>
              <a:gd name="connsiteY38" fmla="*/ 244698 h 4353059"/>
              <a:gd name="connsiteX39" fmla="*/ 2820473 w 3271234"/>
              <a:gd name="connsiteY39" fmla="*/ 206062 h 4353059"/>
              <a:gd name="connsiteX40" fmla="*/ 2975020 w 3271234"/>
              <a:gd name="connsiteY40" fmla="*/ 154546 h 4353059"/>
              <a:gd name="connsiteX41" fmla="*/ 3013656 w 3271234"/>
              <a:gd name="connsiteY41" fmla="*/ 141667 h 4353059"/>
              <a:gd name="connsiteX42" fmla="*/ 3052293 w 3271234"/>
              <a:gd name="connsiteY42" fmla="*/ 115909 h 4353059"/>
              <a:gd name="connsiteX43" fmla="*/ 3129566 w 3271234"/>
              <a:gd name="connsiteY43" fmla="*/ 90152 h 4353059"/>
              <a:gd name="connsiteX44" fmla="*/ 3168203 w 3271234"/>
              <a:gd name="connsiteY44" fmla="*/ 77273 h 4353059"/>
              <a:gd name="connsiteX45" fmla="*/ 3206840 w 3271234"/>
              <a:gd name="connsiteY45" fmla="*/ 64394 h 4353059"/>
              <a:gd name="connsiteX46" fmla="*/ 3271234 w 3271234"/>
              <a:gd name="connsiteY46" fmla="*/ 0 h 43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3271234" h="4353059">
                <a:moveTo>
                  <a:pt x="0" y="4353059"/>
                </a:moveTo>
                <a:cubicBezTo>
                  <a:pt x="85859" y="4151290"/>
                  <a:pt x="164509" y="3946299"/>
                  <a:pt x="257578" y="3747752"/>
                </a:cubicBezTo>
                <a:cubicBezTo>
                  <a:pt x="293515" y="3671087"/>
                  <a:pt x="350314" y="3605422"/>
                  <a:pt x="386366" y="3528811"/>
                </a:cubicBezTo>
                <a:lnTo>
                  <a:pt x="695459" y="2871988"/>
                </a:lnTo>
                <a:cubicBezTo>
                  <a:pt x="768318" y="2717384"/>
                  <a:pt x="804985" y="2539647"/>
                  <a:pt x="914400" y="2408349"/>
                </a:cubicBezTo>
                <a:cubicBezTo>
                  <a:pt x="978794" y="2331076"/>
                  <a:pt x="1044294" y="2254710"/>
                  <a:pt x="1107583" y="2176529"/>
                </a:cubicBezTo>
                <a:cubicBezTo>
                  <a:pt x="1121843" y="2158914"/>
                  <a:pt x="1166429" y="2083486"/>
                  <a:pt x="1171978" y="2073498"/>
                </a:cubicBezTo>
                <a:cubicBezTo>
                  <a:pt x="1181302" y="2056716"/>
                  <a:pt x="1186807" y="2037768"/>
                  <a:pt x="1197735" y="2021983"/>
                </a:cubicBezTo>
                <a:cubicBezTo>
                  <a:pt x="1225596" y="1981739"/>
                  <a:pt x="1258043" y="1944870"/>
                  <a:pt x="1287887" y="1906073"/>
                </a:cubicBezTo>
                <a:cubicBezTo>
                  <a:pt x="1300974" y="1889059"/>
                  <a:pt x="1311346" y="1869735"/>
                  <a:pt x="1326524" y="1854557"/>
                </a:cubicBezTo>
                <a:cubicBezTo>
                  <a:pt x="1339403" y="1841678"/>
                  <a:pt x="1353501" y="1829913"/>
                  <a:pt x="1365161" y="1815921"/>
                </a:cubicBezTo>
                <a:cubicBezTo>
                  <a:pt x="1375070" y="1804030"/>
                  <a:pt x="1380635" y="1788853"/>
                  <a:pt x="1390918" y="1777284"/>
                </a:cubicBezTo>
                <a:cubicBezTo>
                  <a:pt x="1415119" y="1750058"/>
                  <a:pt x="1447986" y="1730320"/>
                  <a:pt x="1468192" y="1700011"/>
                </a:cubicBezTo>
                <a:lnTo>
                  <a:pt x="1545465" y="1584101"/>
                </a:lnTo>
                <a:cubicBezTo>
                  <a:pt x="1554051" y="1571222"/>
                  <a:pt x="1566328" y="1560148"/>
                  <a:pt x="1571223" y="1545464"/>
                </a:cubicBezTo>
                <a:cubicBezTo>
                  <a:pt x="1575516" y="1532585"/>
                  <a:pt x="1575622" y="1517429"/>
                  <a:pt x="1584102" y="1506828"/>
                </a:cubicBezTo>
                <a:cubicBezTo>
                  <a:pt x="1593771" y="1494741"/>
                  <a:pt x="1609859" y="1489656"/>
                  <a:pt x="1622738" y="1481070"/>
                </a:cubicBezTo>
                <a:lnTo>
                  <a:pt x="1674254" y="1403797"/>
                </a:lnTo>
                <a:cubicBezTo>
                  <a:pt x="1682840" y="1390918"/>
                  <a:pt x="1695116" y="1379844"/>
                  <a:pt x="1700011" y="1365160"/>
                </a:cubicBezTo>
                <a:cubicBezTo>
                  <a:pt x="1704304" y="1352281"/>
                  <a:pt x="1706297" y="1338391"/>
                  <a:pt x="1712890" y="1326524"/>
                </a:cubicBezTo>
                <a:cubicBezTo>
                  <a:pt x="1727924" y="1299463"/>
                  <a:pt x="1747234" y="1275008"/>
                  <a:pt x="1764406" y="1249250"/>
                </a:cubicBezTo>
                <a:lnTo>
                  <a:pt x="1790163" y="1210614"/>
                </a:lnTo>
                <a:lnTo>
                  <a:pt x="1815921" y="1171977"/>
                </a:lnTo>
                <a:cubicBezTo>
                  <a:pt x="1824507" y="1159098"/>
                  <a:pt x="1830734" y="1144285"/>
                  <a:pt x="1841679" y="1133340"/>
                </a:cubicBezTo>
                <a:cubicBezTo>
                  <a:pt x="1854558" y="1120461"/>
                  <a:pt x="1865939" y="1105886"/>
                  <a:pt x="1880316" y="1094704"/>
                </a:cubicBezTo>
                <a:cubicBezTo>
                  <a:pt x="1904752" y="1075698"/>
                  <a:pt x="1932823" y="1061762"/>
                  <a:pt x="1957589" y="1043188"/>
                </a:cubicBezTo>
                <a:lnTo>
                  <a:pt x="2009104" y="1004552"/>
                </a:lnTo>
                <a:lnTo>
                  <a:pt x="2060620" y="927278"/>
                </a:lnTo>
                <a:lnTo>
                  <a:pt x="2086378" y="888642"/>
                </a:lnTo>
                <a:cubicBezTo>
                  <a:pt x="2108364" y="822679"/>
                  <a:pt x="2084726" y="869159"/>
                  <a:pt x="2150772" y="811369"/>
                </a:cubicBezTo>
                <a:cubicBezTo>
                  <a:pt x="2229141" y="742796"/>
                  <a:pt x="2177396" y="780941"/>
                  <a:pt x="2240924" y="708338"/>
                </a:cubicBezTo>
                <a:cubicBezTo>
                  <a:pt x="2256916" y="690062"/>
                  <a:pt x="2275268" y="673994"/>
                  <a:pt x="2292440" y="656822"/>
                </a:cubicBezTo>
                <a:cubicBezTo>
                  <a:pt x="2316837" y="583627"/>
                  <a:pt x="2295718" y="627785"/>
                  <a:pt x="2382592" y="540912"/>
                </a:cubicBezTo>
                <a:lnTo>
                  <a:pt x="2459865" y="463639"/>
                </a:lnTo>
                <a:lnTo>
                  <a:pt x="2537138" y="412124"/>
                </a:lnTo>
                <a:cubicBezTo>
                  <a:pt x="2550017" y="403538"/>
                  <a:pt x="2561091" y="391261"/>
                  <a:pt x="2575775" y="386366"/>
                </a:cubicBezTo>
                <a:cubicBezTo>
                  <a:pt x="2601533" y="377780"/>
                  <a:pt x="2630457" y="375669"/>
                  <a:pt x="2653048" y="360608"/>
                </a:cubicBezTo>
                <a:lnTo>
                  <a:pt x="2730321" y="309093"/>
                </a:lnTo>
                <a:cubicBezTo>
                  <a:pt x="2799009" y="206061"/>
                  <a:pt x="2708856" y="330558"/>
                  <a:pt x="2794716" y="244698"/>
                </a:cubicBezTo>
                <a:cubicBezTo>
                  <a:pt x="2805661" y="233753"/>
                  <a:pt x="2809528" y="217007"/>
                  <a:pt x="2820473" y="206062"/>
                </a:cubicBezTo>
                <a:cubicBezTo>
                  <a:pt x="2860402" y="166133"/>
                  <a:pt x="2923824" y="163079"/>
                  <a:pt x="2975020" y="154546"/>
                </a:cubicBezTo>
                <a:cubicBezTo>
                  <a:pt x="2987899" y="150253"/>
                  <a:pt x="3001514" y="147738"/>
                  <a:pt x="3013656" y="141667"/>
                </a:cubicBezTo>
                <a:cubicBezTo>
                  <a:pt x="3027500" y="134745"/>
                  <a:pt x="3038148" y="122195"/>
                  <a:pt x="3052293" y="115909"/>
                </a:cubicBezTo>
                <a:cubicBezTo>
                  <a:pt x="3077104" y="104882"/>
                  <a:pt x="3103808" y="98738"/>
                  <a:pt x="3129566" y="90152"/>
                </a:cubicBezTo>
                <a:lnTo>
                  <a:pt x="3168203" y="77273"/>
                </a:lnTo>
                <a:lnTo>
                  <a:pt x="3206840" y="64394"/>
                </a:lnTo>
                <a:lnTo>
                  <a:pt x="3271234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3" name="Freeform 322">
            <a:extLst>
              <a:ext uri="{FF2B5EF4-FFF2-40B4-BE49-F238E27FC236}">
                <a16:creationId xmlns:a16="http://schemas.microsoft.com/office/drawing/2014/main" id="{D128CE6C-166E-255B-C0C0-BACF9B69976D}"/>
              </a:ext>
            </a:extLst>
          </p:cNvPr>
          <p:cNvSpPr/>
          <p:nvPr/>
        </p:nvSpPr>
        <p:spPr>
          <a:xfrm>
            <a:off x="23547655" y="6209676"/>
            <a:ext cx="588548" cy="1350118"/>
          </a:xfrm>
          <a:custGeom>
            <a:avLst/>
            <a:gdLst>
              <a:gd name="connsiteX0" fmla="*/ 0 w 656860"/>
              <a:gd name="connsiteY0" fmla="*/ 1506828 h 1506828"/>
              <a:gd name="connsiteX1" fmla="*/ 12878 w 656860"/>
              <a:gd name="connsiteY1" fmla="*/ 1300766 h 1506828"/>
              <a:gd name="connsiteX2" fmla="*/ 51515 w 656860"/>
              <a:gd name="connsiteY2" fmla="*/ 1223493 h 1506828"/>
              <a:gd name="connsiteX3" fmla="*/ 64394 w 656860"/>
              <a:gd name="connsiteY3" fmla="*/ 1184857 h 1506828"/>
              <a:gd name="connsiteX4" fmla="*/ 141667 w 656860"/>
              <a:gd name="connsiteY4" fmla="*/ 1068947 h 1506828"/>
              <a:gd name="connsiteX5" fmla="*/ 167425 w 656860"/>
              <a:gd name="connsiteY5" fmla="*/ 1030310 h 1506828"/>
              <a:gd name="connsiteX6" fmla="*/ 206061 w 656860"/>
              <a:gd name="connsiteY6" fmla="*/ 953037 h 1506828"/>
              <a:gd name="connsiteX7" fmla="*/ 218940 w 656860"/>
              <a:gd name="connsiteY7" fmla="*/ 914400 h 1506828"/>
              <a:gd name="connsiteX8" fmla="*/ 244698 w 656860"/>
              <a:gd name="connsiteY8" fmla="*/ 862885 h 1506828"/>
              <a:gd name="connsiteX9" fmla="*/ 257577 w 656860"/>
              <a:gd name="connsiteY9" fmla="*/ 824248 h 1506828"/>
              <a:gd name="connsiteX10" fmla="*/ 309092 w 656860"/>
              <a:gd name="connsiteY10" fmla="*/ 746975 h 1506828"/>
              <a:gd name="connsiteX11" fmla="*/ 347729 w 656860"/>
              <a:gd name="connsiteY11" fmla="*/ 656823 h 1506828"/>
              <a:gd name="connsiteX12" fmla="*/ 386366 w 656860"/>
              <a:gd name="connsiteY12" fmla="*/ 579550 h 1506828"/>
              <a:gd name="connsiteX13" fmla="*/ 450760 w 656860"/>
              <a:gd name="connsiteY13" fmla="*/ 463640 h 1506828"/>
              <a:gd name="connsiteX14" fmla="*/ 476518 w 656860"/>
              <a:gd name="connsiteY14" fmla="*/ 425003 h 1506828"/>
              <a:gd name="connsiteX15" fmla="*/ 502276 w 656860"/>
              <a:gd name="connsiteY15" fmla="*/ 347730 h 1506828"/>
              <a:gd name="connsiteX16" fmla="*/ 566670 w 656860"/>
              <a:gd name="connsiteY16" fmla="*/ 231820 h 1506828"/>
              <a:gd name="connsiteX17" fmla="*/ 605307 w 656860"/>
              <a:gd name="connsiteY17" fmla="*/ 218941 h 1506828"/>
              <a:gd name="connsiteX18" fmla="*/ 631064 w 656860"/>
              <a:gd name="connsiteY18" fmla="*/ 141668 h 1506828"/>
              <a:gd name="connsiteX19" fmla="*/ 643943 w 656860"/>
              <a:gd name="connsiteY19" fmla="*/ 103031 h 1506828"/>
              <a:gd name="connsiteX20" fmla="*/ 656822 w 656860"/>
              <a:gd name="connsiteY20" fmla="*/ 0 h 1506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56860" h="1506828">
                <a:moveTo>
                  <a:pt x="0" y="1506828"/>
                </a:moveTo>
                <a:cubicBezTo>
                  <a:pt x="4293" y="1438141"/>
                  <a:pt x="5674" y="1369209"/>
                  <a:pt x="12878" y="1300766"/>
                </a:cubicBezTo>
                <a:cubicBezTo>
                  <a:pt x="17194" y="1259765"/>
                  <a:pt x="33572" y="1259379"/>
                  <a:pt x="51515" y="1223493"/>
                </a:cubicBezTo>
                <a:cubicBezTo>
                  <a:pt x="57586" y="1211351"/>
                  <a:pt x="57801" y="1196724"/>
                  <a:pt x="64394" y="1184857"/>
                </a:cubicBezTo>
                <a:cubicBezTo>
                  <a:pt x="64409" y="1184830"/>
                  <a:pt x="128779" y="1088279"/>
                  <a:pt x="141667" y="1068947"/>
                </a:cubicBezTo>
                <a:cubicBezTo>
                  <a:pt x="150253" y="1056068"/>
                  <a:pt x="162530" y="1044994"/>
                  <a:pt x="167425" y="1030310"/>
                </a:cubicBezTo>
                <a:cubicBezTo>
                  <a:pt x="199797" y="933194"/>
                  <a:pt x="156129" y="1052902"/>
                  <a:pt x="206061" y="953037"/>
                </a:cubicBezTo>
                <a:cubicBezTo>
                  <a:pt x="212132" y="940895"/>
                  <a:pt x="213592" y="926878"/>
                  <a:pt x="218940" y="914400"/>
                </a:cubicBezTo>
                <a:cubicBezTo>
                  <a:pt x="226503" y="896754"/>
                  <a:pt x="237135" y="880531"/>
                  <a:pt x="244698" y="862885"/>
                </a:cubicBezTo>
                <a:cubicBezTo>
                  <a:pt x="250046" y="850407"/>
                  <a:pt x="250984" y="836115"/>
                  <a:pt x="257577" y="824248"/>
                </a:cubicBezTo>
                <a:cubicBezTo>
                  <a:pt x="272611" y="797187"/>
                  <a:pt x="299303" y="776343"/>
                  <a:pt x="309092" y="746975"/>
                </a:cubicBezTo>
                <a:cubicBezTo>
                  <a:pt x="339296" y="656364"/>
                  <a:pt x="299985" y="768224"/>
                  <a:pt x="347729" y="656823"/>
                </a:cubicBezTo>
                <a:cubicBezTo>
                  <a:pt x="379722" y="582174"/>
                  <a:pt x="336865" y="653799"/>
                  <a:pt x="386366" y="579550"/>
                </a:cubicBezTo>
                <a:cubicBezTo>
                  <a:pt x="409034" y="511545"/>
                  <a:pt x="391715" y="552208"/>
                  <a:pt x="450760" y="463640"/>
                </a:cubicBezTo>
                <a:cubicBezTo>
                  <a:pt x="459346" y="450761"/>
                  <a:pt x="471623" y="439687"/>
                  <a:pt x="476518" y="425003"/>
                </a:cubicBezTo>
                <a:lnTo>
                  <a:pt x="502276" y="347730"/>
                </a:lnTo>
                <a:cubicBezTo>
                  <a:pt x="513616" y="313709"/>
                  <a:pt x="533452" y="242893"/>
                  <a:pt x="566670" y="231820"/>
                </a:cubicBezTo>
                <a:lnTo>
                  <a:pt x="605307" y="218941"/>
                </a:lnTo>
                <a:lnTo>
                  <a:pt x="631064" y="141668"/>
                </a:lnTo>
                <a:cubicBezTo>
                  <a:pt x="635357" y="128789"/>
                  <a:pt x="641711" y="116422"/>
                  <a:pt x="643943" y="103031"/>
                </a:cubicBezTo>
                <a:cubicBezTo>
                  <a:pt x="658234" y="17289"/>
                  <a:pt x="656822" y="51871"/>
                  <a:pt x="656822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18359613-B57A-4927-0F27-893642927088}"/>
              </a:ext>
            </a:extLst>
          </p:cNvPr>
          <p:cNvSpPr/>
          <p:nvPr/>
        </p:nvSpPr>
        <p:spPr>
          <a:xfrm>
            <a:off x="7779406" y="1501713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C810C088-1497-3EE3-8421-4E31F173EFC2}"/>
              </a:ext>
            </a:extLst>
          </p:cNvPr>
          <p:cNvSpPr/>
          <p:nvPr/>
        </p:nvSpPr>
        <p:spPr>
          <a:xfrm>
            <a:off x="8719148" y="14877652"/>
            <a:ext cx="2029713" cy="388624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405AC822-2F9F-D2D4-6C2F-44F00F40C18B}"/>
              </a:ext>
            </a:extLst>
          </p:cNvPr>
          <p:cNvSpPr/>
          <p:nvPr/>
        </p:nvSpPr>
        <p:spPr>
          <a:xfrm>
            <a:off x="8438699" y="1432815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70A46111-A25C-07BD-ACF4-13B079DC9DDA}"/>
              </a:ext>
            </a:extLst>
          </p:cNvPr>
          <p:cNvCxnSpPr>
            <a:cxnSpLocks/>
          </p:cNvCxnSpPr>
          <p:nvPr/>
        </p:nvCxnSpPr>
        <p:spPr>
          <a:xfrm>
            <a:off x="8765474" y="14942602"/>
            <a:ext cx="0" cy="62118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0E427E65-BD65-90EC-9299-4A1105235B2D}"/>
              </a:ext>
            </a:extLst>
          </p:cNvPr>
          <p:cNvCxnSpPr>
            <a:cxnSpLocks/>
          </p:cNvCxnSpPr>
          <p:nvPr/>
        </p:nvCxnSpPr>
        <p:spPr>
          <a:xfrm>
            <a:off x="7865028" y="15136105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7EBA2D2F-048C-6BD8-16A0-34869429E5F9}"/>
                  </a:ext>
                </a:extLst>
              </p:cNvPr>
              <p:cNvSpPr txBox="1"/>
              <p:nvPr/>
            </p:nvSpPr>
            <p:spPr>
              <a:xfrm>
                <a:off x="7453377" y="1509964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7EBA2D2F-048C-6BD8-16A0-34869429E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3377" y="15099640"/>
                <a:ext cx="568909" cy="478464"/>
              </a:xfrm>
              <a:prstGeom prst="rect">
                <a:avLst/>
              </a:prstGeom>
              <a:blipFill>
                <a:blip r:embed="rId7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E098896-F961-2B4C-33B7-4AA5006428AD}"/>
                  </a:ext>
                </a:extLst>
              </p:cNvPr>
              <p:cNvSpPr txBox="1"/>
              <p:nvPr/>
            </p:nvSpPr>
            <p:spPr>
              <a:xfrm>
                <a:off x="8179538" y="150472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E098896-F961-2B4C-33B7-4AA500642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9538" y="15047242"/>
                <a:ext cx="896111" cy="478464"/>
              </a:xfrm>
              <a:prstGeom prst="rect">
                <a:avLst/>
              </a:prstGeom>
              <a:blipFill>
                <a:blip r:embed="rId74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8E13FBB1-5BD4-77E6-98E5-467EC265CA16}"/>
                  </a:ext>
                </a:extLst>
              </p:cNvPr>
              <p:cNvSpPr txBox="1"/>
              <p:nvPr/>
            </p:nvSpPr>
            <p:spPr>
              <a:xfrm>
                <a:off x="7644657" y="1431022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8E13FBB1-5BD4-77E6-98E5-467EC265C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4657" y="14310226"/>
                <a:ext cx="896111" cy="478464"/>
              </a:xfrm>
              <a:prstGeom prst="rect">
                <a:avLst/>
              </a:prstGeom>
              <a:blipFill>
                <a:blip r:embed="rId7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8F2604E8-CE84-C1CC-5532-81FDC04AD47C}"/>
                  </a:ext>
                </a:extLst>
              </p:cNvPr>
              <p:cNvSpPr txBox="1"/>
              <p:nvPr/>
            </p:nvSpPr>
            <p:spPr>
              <a:xfrm>
                <a:off x="5694152" y="19347785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=(2+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8F2604E8-CE84-C1CC-5532-81FDC04AD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152" y="19347785"/>
                <a:ext cx="4799945" cy="533544"/>
              </a:xfrm>
              <a:prstGeom prst="rect">
                <a:avLst/>
              </a:prstGeom>
              <a:blipFill>
                <a:blip r:embed="rId76"/>
                <a:stretch>
                  <a:fillRect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B3000FFF-E7C6-F23E-A373-A60A8FDBCECA}"/>
                  </a:ext>
                </a:extLst>
              </p:cNvPr>
              <p:cNvSpPr txBox="1"/>
              <p:nvPr/>
            </p:nvSpPr>
            <p:spPr>
              <a:xfrm>
                <a:off x="6380236" y="19922373"/>
                <a:ext cx="4172975" cy="71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B3000FFF-E7C6-F23E-A373-A60A8FDBC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236" y="19922373"/>
                <a:ext cx="4172975" cy="717376"/>
              </a:xfrm>
              <a:prstGeom prst="rect">
                <a:avLst/>
              </a:prstGeom>
              <a:blipFill>
                <a:blip r:embed="rId77"/>
                <a:stretch>
                  <a:fillRect l="-912" b="-5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8" name="Freeform 347">
            <a:extLst>
              <a:ext uri="{FF2B5EF4-FFF2-40B4-BE49-F238E27FC236}">
                <a16:creationId xmlns:a16="http://schemas.microsoft.com/office/drawing/2014/main" id="{C26DE569-D7E9-7735-C61B-7D0B978ED1D7}"/>
              </a:ext>
            </a:extLst>
          </p:cNvPr>
          <p:cNvSpPr/>
          <p:nvPr/>
        </p:nvSpPr>
        <p:spPr>
          <a:xfrm>
            <a:off x="7891982" y="14417598"/>
            <a:ext cx="574737" cy="66698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2D171106-C27C-BB8A-9C88-BE644128787D}"/>
              </a:ext>
            </a:extLst>
          </p:cNvPr>
          <p:cNvSpPr/>
          <p:nvPr/>
        </p:nvSpPr>
        <p:spPr>
          <a:xfrm>
            <a:off x="8682813" y="1484471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5736BBF1-F58F-DD79-6FD0-35337CB39894}"/>
              </a:ext>
            </a:extLst>
          </p:cNvPr>
          <p:cNvSpPr/>
          <p:nvPr/>
        </p:nvSpPr>
        <p:spPr>
          <a:xfrm>
            <a:off x="8543379" y="14441473"/>
            <a:ext cx="196241" cy="417011"/>
          </a:xfrm>
          <a:custGeom>
            <a:avLst/>
            <a:gdLst>
              <a:gd name="connsiteX0" fmla="*/ 0 w 219018"/>
              <a:gd name="connsiteY0" fmla="*/ 0 h 465413"/>
              <a:gd name="connsiteX1" fmla="*/ 27378 w 219018"/>
              <a:gd name="connsiteY1" fmla="*/ 93082 h 465413"/>
              <a:gd name="connsiteX2" fmla="*/ 49280 w 219018"/>
              <a:gd name="connsiteY2" fmla="*/ 153312 h 465413"/>
              <a:gd name="connsiteX3" fmla="*/ 76657 w 219018"/>
              <a:gd name="connsiteY3" fmla="*/ 197116 h 465413"/>
              <a:gd name="connsiteX4" fmla="*/ 98559 w 219018"/>
              <a:gd name="connsiteY4" fmla="*/ 240920 h 465413"/>
              <a:gd name="connsiteX5" fmla="*/ 114985 w 219018"/>
              <a:gd name="connsiteY5" fmla="*/ 257346 h 465413"/>
              <a:gd name="connsiteX6" fmla="*/ 142362 w 219018"/>
              <a:gd name="connsiteY6" fmla="*/ 290199 h 465413"/>
              <a:gd name="connsiteX7" fmla="*/ 147838 w 219018"/>
              <a:gd name="connsiteY7" fmla="*/ 306625 h 465413"/>
              <a:gd name="connsiteX8" fmla="*/ 169739 w 219018"/>
              <a:gd name="connsiteY8" fmla="*/ 339478 h 465413"/>
              <a:gd name="connsiteX9" fmla="*/ 175215 w 219018"/>
              <a:gd name="connsiteY9" fmla="*/ 355904 h 465413"/>
              <a:gd name="connsiteX10" fmla="*/ 197117 w 219018"/>
              <a:gd name="connsiteY10" fmla="*/ 388757 h 465413"/>
              <a:gd name="connsiteX11" fmla="*/ 208068 w 219018"/>
              <a:gd name="connsiteY11" fmla="*/ 421609 h 465413"/>
              <a:gd name="connsiteX12" fmla="*/ 213543 w 219018"/>
              <a:gd name="connsiteY12" fmla="*/ 438036 h 465413"/>
              <a:gd name="connsiteX13" fmla="*/ 219018 w 219018"/>
              <a:gd name="connsiteY13" fmla="*/ 454462 h 465413"/>
              <a:gd name="connsiteX14" fmla="*/ 219018 w 219018"/>
              <a:gd name="connsiteY14" fmla="*/ 465413 h 465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18" h="465413">
                <a:moveTo>
                  <a:pt x="0" y="0"/>
                </a:moveTo>
                <a:cubicBezTo>
                  <a:pt x="15151" y="60605"/>
                  <a:pt x="6190" y="29521"/>
                  <a:pt x="27378" y="93082"/>
                </a:cubicBezTo>
                <a:cubicBezTo>
                  <a:pt x="32490" y="108419"/>
                  <a:pt x="41660" y="138071"/>
                  <a:pt x="49280" y="153312"/>
                </a:cubicBezTo>
                <a:cubicBezTo>
                  <a:pt x="83990" y="222734"/>
                  <a:pt x="50590" y="149327"/>
                  <a:pt x="76657" y="197116"/>
                </a:cubicBezTo>
                <a:cubicBezTo>
                  <a:pt x="84474" y="211447"/>
                  <a:pt x="87016" y="229377"/>
                  <a:pt x="98559" y="240920"/>
                </a:cubicBezTo>
                <a:cubicBezTo>
                  <a:pt x="104034" y="246395"/>
                  <a:pt x="110484" y="251045"/>
                  <a:pt x="114985" y="257346"/>
                </a:cubicBezTo>
                <a:cubicBezTo>
                  <a:pt x="140247" y="292713"/>
                  <a:pt x="109980" y="268610"/>
                  <a:pt x="142362" y="290199"/>
                </a:cubicBezTo>
                <a:cubicBezTo>
                  <a:pt x="144187" y="295674"/>
                  <a:pt x="145035" y="301580"/>
                  <a:pt x="147838" y="306625"/>
                </a:cubicBezTo>
                <a:cubicBezTo>
                  <a:pt x="154230" y="318130"/>
                  <a:pt x="165577" y="326992"/>
                  <a:pt x="169739" y="339478"/>
                </a:cubicBezTo>
                <a:cubicBezTo>
                  <a:pt x="171564" y="344953"/>
                  <a:pt x="172412" y="350859"/>
                  <a:pt x="175215" y="355904"/>
                </a:cubicBezTo>
                <a:cubicBezTo>
                  <a:pt x="181607" y="367409"/>
                  <a:pt x="197117" y="388757"/>
                  <a:pt x="197117" y="388757"/>
                </a:cubicBezTo>
                <a:lnTo>
                  <a:pt x="208068" y="421609"/>
                </a:lnTo>
                <a:lnTo>
                  <a:pt x="213543" y="438036"/>
                </a:lnTo>
                <a:cubicBezTo>
                  <a:pt x="215368" y="443511"/>
                  <a:pt x="219018" y="448691"/>
                  <a:pt x="219018" y="454462"/>
                </a:cubicBezTo>
                <a:lnTo>
                  <a:pt x="219018" y="465413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1D795028-430F-51C3-35F9-C27239656541}"/>
                  </a:ext>
                </a:extLst>
              </p:cNvPr>
              <p:cNvSpPr txBox="1"/>
              <p:nvPr/>
            </p:nvSpPr>
            <p:spPr>
              <a:xfrm>
                <a:off x="4631985" y="1369445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1D795028-430F-51C3-35F9-C27239656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1985" y="13694455"/>
                <a:ext cx="896111" cy="588751"/>
              </a:xfrm>
              <a:prstGeom prst="rect">
                <a:avLst/>
              </a:prstGeom>
              <a:blipFill>
                <a:blip r:embed="rId78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1" name="Oval 360">
            <a:extLst>
              <a:ext uri="{FF2B5EF4-FFF2-40B4-BE49-F238E27FC236}">
                <a16:creationId xmlns:a16="http://schemas.microsoft.com/office/drawing/2014/main" id="{D9D3A978-A142-73BB-D3C4-4785ABD96B3E}"/>
              </a:ext>
            </a:extLst>
          </p:cNvPr>
          <p:cNvSpPr/>
          <p:nvPr/>
        </p:nvSpPr>
        <p:spPr>
          <a:xfrm>
            <a:off x="15876383" y="1500049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E07CC35E-5138-432A-B0EA-97723BFA6DE1}"/>
              </a:ext>
            </a:extLst>
          </p:cNvPr>
          <p:cNvSpPr/>
          <p:nvPr/>
        </p:nvSpPr>
        <p:spPr>
          <a:xfrm>
            <a:off x="16672497" y="14433608"/>
            <a:ext cx="2223497" cy="4313651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256D49B8-EF18-F268-C7EC-4F01C289CE47}"/>
              </a:ext>
            </a:extLst>
          </p:cNvPr>
          <p:cNvSpPr/>
          <p:nvPr/>
        </p:nvSpPr>
        <p:spPr>
          <a:xfrm>
            <a:off x="16535677" y="1431151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A91F117E-7E30-5C5C-3075-F1827D891F69}"/>
              </a:ext>
            </a:extLst>
          </p:cNvPr>
          <p:cNvCxnSpPr>
            <a:cxnSpLocks/>
          </p:cNvCxnSpPr>
          <p:nvPr/>
        </p:nvCxnSpPr>
        <p:spPr>
          <a:xfrm>
            <a:off x="16342806" y="14774382"/>
            <a:ext cx="0" cy="73538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7362E31E-62E6-9D4B-D4F9-151D0509740E}"/>
              </a:ext>
            </a:extLst>
          </p:cNvPr>
          <p:cNvCxnSpPr>
            <a:cxnSpLocks/>
          </p:cNvCxnSpPr>
          <p:nvPr/>
        </p:nvCxnSpPr>
        <p:spPr>
          <a:xfrm>
            <a:off x="15962006" y="15119469"/>
            <a:ext cx="0" cy="37993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F0310D10-F2F2-8A35-CDA9-47609898EBB7}"/>
                  </a:ext>
                </a:extLst>
              </p:cNvPr>
              <p:cNvSpPr txBox="1"/>
              <p:nvPr/>
            </p:nvSpPr>
            <p:spPr>
              <a:xfrm>
                <a:off x="15550350" y="15083005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F0310D10-F2F2-8A35-CDA9-47609898E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0350" y="15083005"/>
                <a:ext cx="568909" cy="478464"/>
              </a:xfrm>
              <a:prstGeom prst="rect">
                <a:avLst/>
              </a:prstGeom>
              <a:blipFill>
                <a:blip r:embed="rId7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86A8915-3C97-958D-E656-041E86F1EB25}"/>
                  </a:ext>
                </a:extLst>
              </p:cNvPr>
              <p:cNvSpPr txBox="1"/>
              <p:nvPr/>
            </p:nvSpPr>
            <p:spPr>
              <a:xfrm>
                <a:off x="15772341" y="148901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86A8915-3C97-958D-E656-041E86F1E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2341" y="14890142"/>
                <a:ext cx="896111" cy="478464"/>
              </a:xfrm>
              <a:prstGeom prst="rect">
                <a:avLst/>
              </a:prstGeom>
              <a:blipFill>
                <a:blip r:embed="rId8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56A08B7D-AA54-C8C1-BF86-33E6F2A2DAF4}"/>
                  </a:ext>
                </a:extLst>
              </p:cNvPr>
              <p:cNvSpPr txBox="1"/>
              <p:nvPr/>
            </p:nvSpPr>
            <p:spPr>
              <a:xfrm>
                <a:off x="15741634" y="14293591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56A08B7D-AA54-C8C1-BF86-33E6F2A2DA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634" y="14293591"/>
                <a:ext cx="896111" cy="478464"/>
              </a:xfrm>
              <a:prstGeom prst="rect">
                <a:avLst/>
              </a:prstGeom>
              <a:blipFill>
                <a:blip r:embed="rId8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974EEB0-80C9-DDE3-414C-5881AF7A3F56}"/>
                  </a:ext>
                </a:extLst>
              </p:cNvPr>
              <p:cNvSpPr txBox="1"/>
              <p:nvPr/>
            </p:nvSpPr>
            <p:spPr>
              <a:xfrm>
                <a:off x="14032511" y="19378353"/>
                <a:ext cx="479994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974EEB0-80C9-DDE3-414C-5881AF7A3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511" y="19378353"/>
                <a:ext cx="4799945" cy="533544"/>
              </a:xfrm>
              <a:prstGeom prst="rect">
                <a:avLst/>
              </a:prstGeom>
              <a:blipFill>
                <a:blip r:embed="rId82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8" name="TextBox 377">
                <a:extLst>
                  <a:ext uri="{FF2B5EF4-FFF2-40B4-BE49-F238E27FC236}">
                    <a16:creationId xmlns:a16="http://schemas.microsoft.com/office/drawing/2014/main" id="{01F3D1A7-1703-672D-3A4B-E2115C57A94C}"/>
                  </a:ext>
                </a:extLst>
              </p:cNvPr>
              <p:cNvSpPr txBox="1"/>
              <p:nvPr/>
            </p:nvSpPr>
            <p:spPr>
              <a:xfrm>
                <a:off x="14632242" y="19886699"/>
                <a:ext cx="4172975" cy="718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378" name="TextBox 377">
                <a:extLst>
                  <a:ext uri="{FF2B5EF4-FFF2-40B4-BE49-F238E27FC236}">
                    <a16:creationId xmlns:a16="http://schemas.microsoft.com/office/drawing/2014/main" id="{01F3D1A7-1703-672D-3A4B-E2115C57A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2242" y="19886699"/>
                <a:ext cx="4172975" cy="718274"/>
              </a:xfrm>
              <a:prstGeom prst="rect">
                <a:avLst/>
              </a:prstGeom>
              <a:blipFill>
                <a:blip r:embed="rId83"/>
                <a:stretch>
                  <a:fillRect l="-912" b="-5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9" name="Oval 378">
            <a:extLst>
              <a:ext uri="{FF2B5EF4-FFF2-40B4-BE49-F238E27FC236}">
                <a16:creationId xmlns:a16="http://schemas.microsoft.com/office/drawing/2014/main" id="{EC35C124-6669-476D-AFCE-910838B4D732}"/>
              </a:ext>
            </a:extLst>
          </p:cNvPr>
          <p:cNvSpPr/>
          <p:nvPr/>
        </p:nvSpPr>
        <p:spPr>
          <a:xfrm>
            <a:off x="16275261" y="1470693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83" name="Freeform 382">
            <a:extLst>
              <a:ext uri="{FF2B5EF4-FFF2-40B4-BE49-F238E27FC236}">
                <a16:creationId xmlns:a16="http://schemas.microsoft.com/office/drawing/2014/main" id="{A857D677-BCA1-9FE1-5C1F-57EEB07C2B69}"/>
              </a:ext>
            </a:extLst>
          </p:cNvPr>
          <p:cNvSpPr/>
          <p:nvPr/>
        </p:nvSpPr>
        <p:spPr>
          <a:xfrm>
            <a:off x="15990485" y="14797401"/>
            <a:ext cx="323913" cy="247697"/>
          </a:xfrm>
          <a:custGeom>
            <a:avLst/>
            <a:gdLst>
              <a:gd name="connsiteX0" fmla="*/ 0 w 361507"/>
              <a:gd name="connsiteY0" fmla="*/ 276446 h 276446"/>
              <a:gd name="connsiteX1" fmla="*/ 74428 w 361507"/>
              <a:gd name="connsiteY1" fmla="*/ 212651 h 276446"/>
              <a:gd name="connsiteX2" fmla="*/ 127591 w 361507"/>
              <a:gd name="connsiteY2" fmla="*/ 170120 h 276446"/>
              <a:gd name="connsiteX3" fmla="*/ 180754 w 361507"/>
              <a:gd name="connsiteY3" fmla="*/ 127590 h 276446"/>
              <a:gd name="connsiteX4" fmla="*/ 276447 w 361507"/>
              <a:gd name="connsiteY4" fmla="*/ 74427 h 276446"/>
              <a:gd name="connsiteX5" fmla="*/ 329610 w 361507"/>
              <a:gd name="connsiteY5" fmla="*/ 31897 h 276446"/>
              <a:gd name="connsiteX6" fmla="*/ 361507 w 361507"/>
              <a:gd name="connsiteY6" fmla="*/ 0 h 276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1507" h="276446">
                <a:moveTo>
                  <a:pt x="0" y="276446"/>
                </a:moveTo>
                <a:cubicBezTo>
                  <a:pt x="24809" y="255181"/>
                  <a:pt x="51323" y="235756"/>
                  <a:pt x="74428" y="212651"/>
                </a:cubicBezTo>
                <a:cubicBezTo>
                  <a:pt x="122523" y="164556"/>
                  <a:pt x="65491" y="190821"/>
                  <a:pt x="127591" y="170120"/>
                </a:cubicBezTo>
                <a:cubicBezTo>
                  <a:pt x="166882" y="111184"/>
                  <a:pt x="126376" y="157800"/>
                  <a:pt x="180754" y="127590"/>
                </a:cubicBezTo>
                <a:cubicBezTo>
                  <a:pt x="290435" y="66656"/>
                  <a:pt x="204270" y="98487"/>
                  <a:pt x="276447" y="74427"/>
                </a:cubicBezTo>
                <a:cubicBezTo>
                  <a:pt x="324005" y="3091"/>
                  <a:pt x="267981" y="72983"/>
                  <a:pt x="329610" y="31897"/>
                </a:cubicBezTo>
                <a:cubicBezTo>
                  <a:pt x="342121" y="23556"/>
                  <a:pt x="361507" y="0"/>
                  <a:pt x="361507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84" name="Freeform 383">
            <a:extLst>
              <a:ext uri="{FF2B5EF4-FFF2-40B4-BE49-F238E27FC236}">
                <a16:creationId xmlns:a16="http://schemas.microsoft.com/office/drawing/2014/main" id="{0580EEE1-0E47-2C63-624C-24261924705D}"/>
              </a:ext>
            </a:extLst>
          </p:cNvPr>
          <p:cNvSpPr/>
          <p:nvPr/>
        </p:nvSpPr>
        <p:spPr>
          <a:xfrm>
            <a:off x="16371556" y="14416334"/>
            <a:ext cx="247697" cy="323913"/>
          </a:xfrm>
          <a:custGeom>
            <a:avLst/>
            <a:gdLst>
              <a:gd name="connsiteX0" fmla="*/ 0 w 276446"/>
              <a:gd name="connsiteY0" fmla="*/ 361507 h 361507"/>
              <a:gd name="connsiteX1" fmla="*/ 276446 w 276446"/>
              <a:gd name="connsiteY1" fmla="*/ 0 h 3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76446" h="361507">
                <a:moveTo>
                  <a:pt x="0" y="361507"/>
                </a:moveTo>
                <a:lnTo>
                  <a:pt x="276446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A910FE2C-9A93-748B-584A-B0BD69A27891}"/>
                  </a:ext>
                </a:extLst>
              </p:cNvPr>
              <p:cNvSpPr txBox="1"/>
              <p:nvPr/>
            </p:nvSpPr>
            <p:spPr>
              <a:xfrm>
                <a:off x="12785252" y="13544447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A910FE2C-9A93-748B-584A-B0BD69A278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85252" y="13544447"/>
                <a:ext cx="896111" cy="588751"/>
              </a:xfrm>
              <a:prstGeom prst="rect">
                <a:avLst/>
              </a:prstGeom>
              <a:blipFill>
                <a:blip r:embed="rId84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6" name="Freeform 385">
            <a:extLst>
              <a:ext uri="{FF2B5EF4-FFF2-40B4-BE49-F238E27FC236}">
                <a16:creationId xmlns:a16="http://schemas.microsoft.com/office/drawing/2014/main" id="{61625B15-6B66-E550-7EC4-75A391EC0DCB}"/>
              </a:ext>
            </a:extLst>
          </p:cNvPr>
          <p:cNvSpPr/>
          <p:nvPr/>
        </p:nvSpPr>
        <p:spPr>
          <a:xfrm>
            <a:off x="7110884" y="15129621"/>
            <a:ext cx="824175" cy="3642970"/>
          </a:xfrm>
          <a:custGeom>
            <a:avLst/>
            <a:gdLst>
              <a:gd name="connsiteX0" fmla="*/ 919836 w 919836"/>
              <a:gd name="connsiteY0" fmla="*/ 4065815 h 4065815"/>
              <a:gd name="connsiteX1" fmla="*/ 805536 w 919836"/>
              <a:gd name="connsiteY1" fmla="*/ 3935186 h 4065815"/>
              <a:gd name="connsiteX2" fmla="*/ 756550 w 919836"/>
              <a:gd name="connsiteY2" fmla="*/ 3886200 h 4065815"/>
              <a:gd name="connsiteX3" fmla="*/ 723893 w 919836"/>
              <a:gd name="connsiteY3" fmla="*/ 3837215 h 4065815"/>
              <a:gd name="connsiteX4" fmla="*/ 674908 w 919836"/>
              <a:gd name="connsiteY4" fmla="*/ 3788229 h 4065815"/>
              <a:gd name="connsiteX5" fmla="*/ 609593 w 919836"/>
              <a:gd name="connsiteY5" fmla="*/ 3673929 h 4065815"/>
              <a:gd name="connsiteX6" fmla="*/ 576936 w 919836"/>
              <a:gd name="connsiteY6" fmla="*/ 3624943 h 4065815"/>
              <a:gd name="connsiteX7" fmla="*/ 544279 w 919836"/>
              <a:gd name="connsiteY7" fmla="*/ 3526972 h 4065815"/>
              <a:gd name="connsiteX8" fmla="*/ 527950 w 919836"/>
              <a:gd name="connsiteY8" fmla="*/ 3412672 h 4065815"/>
              <a:gd name="connsiteX9" fmla="*/ 462636 w 919836"/>
              <a:gd name="connsiteY9" fmla="*/ 3314700 h 4065815"/>
              <a:gd name="connsiteX10" fmla="*/ 429979 w 919836"/>
              <a:gd name="connsiteY10" fmla="*/ 3265715 h 4065815"/>
              <a:gd name="connsiteX11" fmla="*/ 397322 w 919836"/>
              <a:gd name="connsiteY11" fmla="*/ 3167743 h 4065815"/>
              <a:gd name="connsiteX12" fmla="*/ 364665 w 919836"/>
              <a:gd name="connsiteY12" fmla="*/ 3037115 h 4065815"/>
              <a:gd name="connsiteX13" fmla="*/ 332008 w 919836"/>
              <a:gd name="connsiteY13" fmla="*/ 2988129 h 4065815"/>
              <a:gd name="connsiteX14" fmla="*/ 299350 w 919836"/>
              <a:gd name="connsiteY14" fmla="*/ 2890157 h 4065815"/>
              <a:gd name="connsiteX15" fmla="*/ 201379 w 919836"/>
              <a:gd name="connsiteY15" fmla="*/ 2743200 h 4065815"/>
              <a:gd name="connsiteX16" fmla="*/ 168722 w 919836"/>
              <a:gd name="connsiteY16" fmla="*/ 2694215 h 4065815"/>
              <a:gd name="connsiteX17" fmla="*/ 136065 w 919836"/>
              <a:gd name="connsiteY17" fmla="*/ 2596243 h 4065815"/>
              <a:gd name="connsiteX18" fmla="*/ 119736 w 919836"/>
              <a:gd name="connsiteY18" fmla="*/ 2547257 h 4065815"/>
              <a:gd name="connsiteX19" fmla="*/ 103408 w 919836"/>
              <a:gd name="connsiteY19" fmla="*/ 2432957 h 4065815"/>
              <a:gd name="connsiteX20" fmla="*/ 70750 w 919836"/>
              <a:gd name="connsiteY20" fmla="*/ 2400300 h 4065815"/>
              <a:gd name="connsiteX21" fmla="*/ 38093 w 919836"/>
              <a:gd name="connsiteY21" fmla="*/ 2351315 h 4065815"/>
              <a:gd name="connsiteX22" fmla="*/ 5436 w 919836"/>
              <a:gd name="connsiteY22" fmla="*/ 1747157 h 4065815"/>
              <a:gd name="connsiteX23" fmla="*/ 21765 w 919836"/>
              <a:gd name="connsiteY23" fmla="*/ 1567543 h 4065815"/>
              <a:gd name="connsiteX24" fmla="*/ 87079 w 919836"/>
              <a:gd name="connsiteY24" fmla="*/ 1420586 h 4065815"/>
              <a:gd name="connsiteX25" fmla="*/ 119736 w 919836"/>
              <a:gd name="connsiteY25" fmla="*/ 1289957 h 4065815"/>
              <a:gd name="connsiteX26" fmla="*/ 152393 w 919836"/>
              <a:gd name="connsiteY26" fmla="*/ 1240972 h 4065815"/>
              <a:gd name="connsiteX27" fmla="*/ 185050 w 919836"/>
              <a:gd name="connsiteY27" fmla="*/ 1143000 h 4065815"/>
              <a:gd name="connsiteX28" fmla="*/ 234036 w 919836"/>
              <a:gd name="connsiteY28" fmla="*/ 996043 h 4065815"/>
              <a:gd name="connsiteX29" fmla="*/ 250365 w 919836"/>
              <a:gd name="connsiteY29" fmla="*/ 947057 h 4065815"/>
              <a:gd name="connsiteX30" fmla="*/ 266693 w 919836"/>
              <a:gd name="connsiteY30" fmla="*/ 898072 h 4065815"/>
              <a:gd name="connsiteX31" fmla="*/ 315679 w 919836"/>
              <a:gd name="connsiteY31" fmla="*/ 849086 h 4065815"/>
              <a:gd name="connsiteX32" fmla="*/ 364665 w 919836"/>
              <a:gd name="connsiteY32" fmla="*/ 685800 h 4065815"/>
              <a:gd name="connsiteX33" fmla="*/ 429979 w 919836"/>
              <a:gd name="connsiteY33" fmla="*/ 587829 h 4065815"/>
              <a:gd name="connsiteX34" fmla="*/ 462636 w 919836"/>
              <a:gd name="connsiteY34" fmla="*/ 473529 h 4065815"/>
              <a:gd name="connsiteX35" fmla="*/ 495293 w 919836"/>
              <a:gd name="connsiteY35" fmla="*/ 424543 h 4065815"/>
              <a:gd name="connsiteX36" fmla="*/ 527950 w 919836"/>
              <a:gd name="connsiteY36" fmla="*/ 326572 h 4065815"/>
              <a:gd name="connsiteX37" fmla="*/ 544279 w 919836"/>
              <a:gd name="connsiteY37" fmla="*/ 277586 h 4065815"/>
              <a:gd name="connsiteX38" fmla="*/ 560608 w 919836"/>
              <a:gd name="connsiteY38" fmla="*/ 228600 h 4065815"/>
              <a:gd name="connsiteX39" fmla="*/ 593265 w 919836"/>
              <a:gd name="connsiteY39" fmla="*/ 179615 h 4065815"/>
              <a:gd name="connsiteX40" fmla="*/ 642250 w 919836"/>
              <a:gd name="connsiteY40" fmla="*/ 81643 h 4065815"/>
              <a:gd name="connsiteX41" fmla="*/ 691236 w 919836"/>
              <a:gd name="connsiteY41" fmla="*/ 65315 h 4065815"/>
              <a:gd name="connsiteX42" fmla="*/ 723893 w 919836"/>
              <a:gd name="connsiteY42" fmla="*/ 16329 h 4065815"/>
              <a:gd name="connsiteX43" fmla="*/ 772879 w 919836"/>
              <a:gd name="connsiteY43" fmla="*/ 0 h 4065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919836" h="4065815">
                <a:moveTo>
                  <a:pt x="919836" y="4065815"/>
                </a:moveTo>
                <a:cubicBezTo>
                  <a:pt x="881736" y="4022272"/>
                  <a:pt x="844456" y="3977998"/>
                  <a:pt x="805536" y="3935186"/>
                </a:cubicBezTo>
                <a:cubicBezTo>
                  <a:pt x="790003" y="3918099"/>
                  <a:pt x="771333" y="3903940"/>
                  <a:pt x="756550" y="3886200"/>
                </a:cubicBezTo>
                <a:cubicBezTo>
                  <a:pt x="743987" y="3871124"/>
                  <a:pt x="736456" y="3852291"/>
                  <a:pt x="723893" y="3837215"/>
                </a:cubicBezTo>
                <a:cubicBezTo>
                  <a:pt x="709110" y="3819475"/>
                  <a:pt x="689691" y="3805969"/>
                  <a:pt x="674908" y="3788229"/>
                </a:cubicBezTo>
                <a:cubicBezTo>
                  <a:pt x="638739" y="3744826"/>
                  <a:pt x="638634" y="3724750"/>
                  <a:pt x="609593" y="3673929"/>
                </a:cubicBezTo>
                <a:cubicBezTo>
                  <a:pt x="599857" y="3656890"/>
                  <a:pt x="587822" y="3641272"/>
                  <a:pt x="576936" y="3624943"/>
                </a:cubicBezTo>
                <a:cubicBezTo>
                  <a:pt x="566050" y="3592286"/>
                  <a:pt x="549147" y="3561050"/>
                  <a:pt x="544279" y="3526972"/>
                </a:cubicBezTo>
                <a:cubicBezTo>
                  <a:pt x="538836" y="3488872"/>
                  <a:pt x="541766" y="3448594"/>
                  <a:pt x="527950" y="3412672"/>
                </a:cubicBezTo>
                <a:cubicBezTo>
                  <a:pt x="513860" y="3376039"/>
                  <a:pt x="484407" y="3347357"/>
                  <a:pt x="462636" y="3314700"/>
                </a:cubicBezTo>
                <a:cubicBezTo>
                  <a:pt x="451750" y="3298372"/>
                  <a:pt x="436185" y="3284332"/>
                  <a:pt x="429979" y="3265715"/>
                </a:cubicBezTo>
                <a:cubicBezTo>
                  <a:pt x="419093" y="3233058"/>
                  <a:pt x="405671" y="3201139"/>
                  <a:pt x="397322" y="3167743"/>
                </a:cubicBezTo>
                <a:cubicBezTo>
                  <a:pt x="386436" y="3124200"/>
                  <a:pt x="389561" y="3074460"/>
                  <a:pt x="364665" y="3037115"/>
                </a:cubicBezTo>
                <a:cubicBezTo>
                  <a:pt x="353779" y="3020786"/>
                  <a:pt x="339978" y="3006062"/>
                  <a:pt x="332008" y="2988129"/>
                </a:cubicBezTo>
                <a:cubicBezTo>
                  <a:pt x="318027" y="2956672"/>
                  <a:pt x="318445" y="2918799"/>
                  <a:pt x="299350" y="2890157"/>
                </a:cubicBezTo>
                <a:lnTo>
                  <a:pt x="201379" y="2743200"/>
                </a:lnTo>
                <a:cubicBezTo>
                  <a:pt x="190493" y="2726872"/>
                  <a:pt x="174928" y="2712832"/>
                  <a:pt x="168722" y="2694215"/>
                </a:cubicBezTo>
                <a:lnTo>
                  <a:pt x="136065" y="2596243"/>
                </a:lnTo>
                <a:lnTo>
                  <a:pt x="119736" y="2547257"/>
                </a:lnTo>
                <a:cubicBezTo>
                  <a:pt x="114293" y="2509157"/>
                  <a:pt x="115579" y="2469469"/>
                  <a:pt x="103408" y="2432957"/>
                </a:cubicBezTo>
                <a:cubicBezTo>
                  <a:pt x="98540" y="2418352"/>
                  <a:pt x="80367" y="2412321"/>
                  <a:pt x="70750" y="2400300"/>
                </a:cubicBezTo>
                <a:cubicBezTo>
                  <a:pt x="58491" y="2384976"/>
                  <a:pt x="48979" y="2367643"/>
                  <a:pt x="38093" y="2351315"/>
                </a:cubicBezTo>
                <a:cubicBezTo>
                  <a:pt x="-19692" y="2120165"/>
                  <a:pt x="5436" y="2240393"/>
                  <a:pt x="5436" y="1747157"/>
                </a:cubicBezTo>
                <a:cubicBezTo>
                  <a:pt x="5436" y="1687039"/>
                  <a:pt x="11317" y="1626746"/>
                  <a:pt x="21765" y="1567543"/>
                </a:cubicBezTo>
                <a:cubicBezTo>
                  <a:pt x="44743" y="1437337"/>
                  <a:pt x="44383" y="1505977"/>
                  <a:pt x="87079" y="1420586"/>
                </a:cubicBezTo>
                <a:cubicBezTo>
                  <a:pt x="117300" y="1360144"/>
                  <a:pt x="91784" y="1364496"/>
                  <a:pt x="119736" y="1289957"/>
                </a:cubicBezTo>
                <a:cubicBezTo>
                  <a:pt x="126626" y="1271582"/>
                  <a:pt x="144423" y="1258905"/>
                  <a:pt x="152393" y="1240972"/>
                </a:cubicBezTo>
                <a:cubicBezTo>
                  <a:pt x="166374" y="1209515"/>
                  <a:pt x="174164" y="1175657"/>
                  <a:pt x="185050" y="1143000"/>
                </a:cubicBezTo>
                <a:lnTo>
                  <a:pt x="234036" y="996043"/>
                </a:lnTo>
                <a:lnTo>
                  <a:pt x="250365" y="947057"/>
                </a:lnTo>
                <a:cubicBezTo>
                  <a:pt x="255808" y="930729"/>
                  <a:pt x="254523" y="910242"/>
                  <a:pt x="266693" y="898072"/>
                </a:cubicBezTo>
                <a:lnTo>
                  <a:pt x="315679" y="849086"/>
                </a:lnTo>
                <a:cubicBezTo>
                  <a:pt x="324807" y="812577"/>
                  <a:pt x="348765" y="709650"/>
                  <a:pt x="364665" y="685800"/>
                </a:cubicBezTo>
                <a:lnTo>
                  <a:pt x="429979" y="587829"/>
                </a:lnTo>
                <a:cubicBezTo>
                  <a:pt x="435209" y="566908"/>
                  <a:pt x="450926" y="496950"/>
                  <a:pt x="462636" y="473529"/>
                </a:cubicBezTo>
                <a:cubicBezTo>
                  <a:pt x="471412" y="455976"/>
                  <a:pt x="487323" y="442476"/>
                  <a:pt x="495293" y="424543"/>
                </a:cubicBezTo>
                <a:cubicBezTo>
                  <a:pt x="509274" y="393086"/>
                  <a:pt x="517064" y="359229"/>
                  <a:pt x="527950" y="326572"/>
                </a:cubicBezTo>
                <a:lnTo>
                  <a:pt x="544279" y="277586"/>
                </a:lnTo>
                <a:cubicBezTo>
                  <a:pt x="549722" y="261257"/>
                  <a:pt x="551060" y="242921"/>
                  <a:pt x="560608" y="228600"/>
                </a:cubicBezTo>
                <a:lnTo>
                  <a:pt x="593265" y="179615"/>
                </a:lnTo>
                <a:cubicBezTo>
                  <a:pt x="604021" y="147345"/>
                  <a:pt x="613474" y="104664"/>
                  <a:pt x="642250" y="81643"/>
                </a:cubicBezTo>
                <a:cubicBezTo>
                  <a:pt x="655690" y="70891"/>
                  <a:pt x="674907" y="70758"/>
                  <a:pt x="691236" y="65315"/>
                </a:cubicBezTo>
                <a:cubicBezTo>
                  <a:pt x="702122" y="48986"/>
                  <a:pt x="708569" y="28588"/>
                  <a:pt x="723893" y="16329"/>
                </a:cubicBezTo>
                <a:cubicBezTo>
                  <a:pt x="737333" y="5577"/>
                  <a:pt x="772879" y="0"/>
                  <a:pt x="77287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88" name="Freeform 387">
            <a:extLst>
              <a:ext uri="{FF2B5EF4-FFF2-40B4-BE49-F238E27FC236}">
                <a16:creationId xmlns:a16="http://schemas.microsoft.com/office/drawing/2014/main" id="{338DBCE6-6CB5-8041-9C6F-7626A89A274C}"/>
              </a:ext>
            </a:extLst>
          </p:cNvPr>
          <p:cNvSpPr/>
          <p:nvPr/>
        </p:nvSpPr>
        <p:spPr>
          <a:xfrm>
            <a:off x="7832643" y="15114992"/>
            <a:ext cx="1594714" cy="3642970"/>
          </a:xfrm>
          <a:custGeom>
            <a:avLst/>
            <a:gdLst>
              <a:gd name="connsiteX0" fmla="*/ 1779814 w 1779814"/>
              <a:gd name="connsiteY0" fmla="*/ 4065814 h 4065814"/>
              <a:gd name="connsiteX1" fmla="*/ 1322614 w 1779814"/>
              <a:gd name="connsiteY1" fmla="*/ 3020785 h 4065814"/>
              <a:gd name="connsiteX2" fmla="*/ 930729 w 1779814"/>
              <a:gd name="connsiteY2" fmla="*/ 2400300 h 4065814"/>
              <a:gd name="connsiteX3" fmla="*/ 555172 w 1779814"/>
              <a:gd name="connsiteY3" fmla="*/ 1453243 h 4065814"/>
              <a:gd name="connsiteX4" fmla="*/ 538843 w 1779814"/>
              <a:gd name="connsiteY4" fmla="*/ 1371600 h 4065814"/>
              <a:gd name="connsiteX5" fmla="*/ 506186 w 1779814"/>
              <a:gd name="connsiteY5" fmla="*/ 1289957 h 4065814"/>
              <a:gd name="connsiteX6" fmla="*/ 489857 w 1779814"/>
              <a:gd name="connsiteY6" fmla="*/ 1240971 h 4065814"/>
              <a:gd name="connsiteX7" fmla="*/ 473529 w 1779814"/>
              <a:gd name="connsiteY7" fmla="*/ 1175657 h 4065814"/>
              <a:gd name="connsiteX8" fmla="*/ 440872 w 1779814"/>
              <a:gd name="connsiteY8" fmla="*/ 1094014 h 4065814"/>
              <a:gd name="connsiteX9" fmla="*/ 424543 w 1779814"/>
              <a:gd name="connsiteY9" fmla="*/ 1028700 h 4065814"/>
              <a:gd name="connsiteX10" fmla="*/ 391886 w 1779814"/>
              <a:gd name="connsiteY10" fmla="*/ 914400 h 4065814"/>
              <a:gd name="connsiteX11" fmla="*/ 375557 w 1779814"/>
              <a:gd name="connsiteY11" fmla="*/ 685800 h 4065814"/>
              <a:gd name="connsiteX12" fmla="*/ 326572 w 1779814"/>
              <a:gd name="connsiteY12" fmla="*/ 473528 h 4065814"/>
              <a:gd name="connsiteX13" fmla="*/ 310243 w 1779814"/>
              <a:gd name="connsiteY13" fmla="*/ 424543 h 4065814"/>
              <a:gd name="connsiteX14" fmla="*/ 293914 w 1779814"/>
              <a:gd name="connsiteY14" fmla="*/ 375557 h 4065814"/>
              <a:gd name="connsiteX15" fmla="*/ 228600 w 1779814"/>
              <a:gd name="connsiteY15" fmla="*/ 277585 h 4065814"/>
              <a:gd name="connsiteX16" fmla="*/ 195943 w 1779814"/>
              <a:gd name="connsiteY16" fmla="*/ 228600 h 4065814"/>
              <a:gd name="connsiteX17" fmla="*/ 146957 w 1779814"/>
              <a:gd name="connsiteY17" fmla="*/ 195943 h 4065814"/>
              <a:gd name="connsiteX18" fmla="*/ 81643 w 1779814"/>
              <a:gd name="connsiteY18" fmla="*/ 114300 h 4065814"/>
              <a:gd name="connsiteX19" fmla="*/ 65314 w 1779814"/>
              <a:gd name="connsiteY19" fmla="*/ 65314 h 4065814"/>
              <a:gd name="connsiteX20" fmla="*/ 0 w 1779814"/>
              <a:gd name="connsiteY20" fmla="*/ 0 h 406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779814" h="4065814">
                <a:moveTo>
                  <a:pt x="1779814" y="4065814"/>
                </a:moveTo>
                <a:cubicBezTo>
                  <a:pt x="1627414" y="3717471"/>
                  <a:pt x="1495870" y="3359239"/>
                  <a:pt x="1322614" y="3020785"/>
                </a:cubicBezTo>
                <a:cubicBezTo>
                  <a:pt x="938925" y="2271252"/>
                  <a:pt x="1197335" y="3085858"/>
                  <a:pt x="930729" y="2400300"/>
                </a:cubicBezTo>
                <a:cubicBezTo>
                  <a:pt x="513742" y="1328048"/>
                  <a:pt x="942990" y="2228878"/>
                  <a:pt x="555172" y="1453243"/>
                </a:cubicBezTo>
                <a:cubicBezTo>
                  <a:pt x="549729" y="1426029"/>
                  <a:pt x="546818" y="1398183"/>
                  <a:pt x="538843" y="1371600"/>
                </a:cubicBezTo>
                <a:cubicBezTo>
                  <a:pt x="530421" y="1343525"/>
                  <a:pt x="516478" y="1317401"/>
                  <a:pt x="506186" y="1289957"/>
                </a:cubicBezTo>
                <a:cubicBezTo>
                  <a:pt x="500142" y="1273841"/>
                  <a:pt x="494585" y="1257521"/>
                  <a:pt x="489857" y="1240971"/>
                </a:cubicBezTo>
                <a:cubicBezTo>
                  <a:pt x="483692" y="1219393"/>
                  <a:pt x="480625" y="1196947"/>
                  <a:pt x="473529" y="1175657"/>
                </a:cubicBezTo>
                <a:cubicBezTo>
                  <a:pt x="464260" y="1147850"/>
                  <a:pt x="450141" y="1121821"/>
                  <a:pt x="440872" y="1094014"/>
                </a:cubicBezTo>
                <a:cubicBezTo>
                  <a:pt x="433775" y="1072724"/>
                  <a:pt x="430708" y="1050278"/>
                  <a:pt x="424543" y="1028700"/>
                </a:cubicBezTo>
                <a:cubicBezTo>
                  <a:pt x="377703" y="864765"/>
                  <a:pt x="442916" y="1118528"/>
                  <a:pt x="391886" y="914400"/>
                </a:cubicBezTo>
                <a:cubicBezTo>
                  <a:pt x="386443" y="838200"/>
                  <a:pt x="382800" y="761850"/>
                  <a:pt x="375557" y="685800"/>
                </a:cubicBezTo>
                <a:cubicBezTo>
                  <a:pt x="364252" y="567098"/>
                  <a:pt x="362552" y="581469"/>
                  <a:pt x="326572" y="473528"/>
                </a:cubicBezTo>
                <a:lnTo>
                  <a:pt x="310243" y="424543"/>
                </a:lnTo>
                <a:cubicBezTo>
                  <a:pt x="304800" y="408214"/>
                  <a:pt x="303461" y="389878"/>
                  <a:pt x="293914" y="375557"/>
                </a:cubicBezTo>
                <a:lnTo>
                  <a:pt x="228600" y="277585"/>
                </a:lnTo>
                <a:cubicBezTo>
                  <a:pt x="217714" y="261257"/>
                  <a:pt x="212271" y="239486"/>
                  <a:pt x="195943" y="228600"/>
                </a:cubicBezTo>
                <a:lnTo>
                  <a:pt x="146957" y="195943"/>
                </a:lnTo>
                <a:cubicBezTo>
                  <a:pt x="105917" y="72818"/>
                  <a:pt x="166051" y="219809"/>
                  <a:pt x="81643" y="114300"/>
                </a:cubicBezTo>
                <a:cubicBezTo>
                  <a:pt x="70891" y="100860"/>
                  <a:pt x="73011" y="80709"/>
                  <a:pt x="65314" y="65314"/>
                </a:cubicBezTo>
                <a:cubicBezTo>
                  <a:pt x="39042" y="12769"/>
                  <a:pt x="42064" y="21031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90" name="Freeform 389">
            <a:extLst>
              <a:ext uri="{FF2B5EF4-FFF2-40B4-BE49-F238E27FC236}">
                <a16:creationId xmlns:a16="http://schemas.microsoft.com/office/drawing/2014/main" id="{0124EE29-C57E-EA24-BD0C-4EC6631CFD86}"/>
              </a:ext>
            </a:extLst>
          </p:cNvPr>
          <p:cNvSpPr/>
          <p:nvPr/>
        </p:nvSpPr>
        <p:spPr>
          <a:xfrm>
            <a:off x="5550298" y="14866275"/>
            <a:ext cx="3160166" cy="3935578"/>
          </a:xfrm>
          <a:custGeom>
            <a:avLst/>
            <a:gdLst>
              <a:gd name="connsiteX0" fmla="*/ 0 w 3526971"/>
              <a:gd name="connsiteY0" fmla="*/ 4392386 h 4392386"/>
              <a:gd name="connsiteX1" fmla="*/ 16329 w 3526971"/>
              <a:gd name="connsiteY1" fmla="*/ 4261757 h 4392386"/>
              <a:gd name="connsiteX2" fmla="*/ 48986 w 3526971"/>
              <a:gd name="connsiteY2" fmla="*/ 4212771 h 4392386"/>
              <a:gd name="connsiteX3" fmla="*/ 81643 w 3526971"/>
              <a:gd name="connsiteY3" fmla="*/ 4114800 h 4392386"/>
              <a:gd name="connsiteX4" fmla="*/ 146957 w 3526971"/>
              <a:gd name="connsiteY4" fmla="*/ 4016829 h 4392386"/>
              <a:gd name="connsiteX5" fmla="*/ 179614 w 3526971"/>
              <a:gd name="connsiteY5" fmla="*/ 3984171 h 4392386"/>
              <a:gd name="connsiteX6" fmla="*/ 212271 w 3526971"/>
              <a:gd name="connsiteY6" fmla="*/ 3935186 h 4392386"/>
              <a:gd name="connsiteX7" fmla="*/ 244929 w 3526971"/>
              <a:gd name="connsiteY7" fmla="*/ 3902529 h 4392386"/>
              <a:gd name="connsiteX8" fmla="*/ 310243 w 3526971"/>
              <a:gd name="connsiteY8" fmla="*/ 3804557 h 4392386"/>
              <a:gd name="connsiteX9" fmla="*/ 342900 w 3526971"/>
              <a:gd name="connsiteY9" fmla="*/ 3706586 h 4392386"/>
              <a:gd name="connsiteX10" fmla="*/ 359229 w 3526971"/>
              <a:gd name="connsiteY10" fmla="*/ 3657600 h 4392386"/>
              <a:gd name="connsiteX11" fmla="*/ 424543 w 3526971"/>
              <a:gd name="connsiteY11" fmla="*/ 3559629 h 4392386"/>
              <a:gd name="connsiteX12" fmla="*/ 457200 w 3526971"/>
              <a:gd name="connsiteY12" fmla="*/ 3510643 h 4392386"/>
              <a:gd name="connsiteX13" fmla="*/ 489857 w 3526971"/>
              <a:gd name="connsiteY13" fmla="*/ 3412671 h 4392386"/>
              <a:gd name="connsiteX14" fmla="*/ 506186 w 3526971"/>
              <a:gd name="connsiteY14" fmla="*/ 3363686 h 4392386"/>
              <a:gd name="connsiteX15" fmla="*/ 538843 w 3526971"/>
              <a:gd name="connsiteY15" fmla="*/ 3200400 h 4392386"/>
              <a:gd name="connsiteX16" fmla="*/ 571500 w 3526971"/>
              <a:gd name="connsiteY16" fmla="*/ 3151414 h 4392386"/>
              <a:gd name="connsiteX17" fmla="*/ 587829 w 3526971"/>
              <a:gd name="connsiteY17" fmla="*/ 3102429 h 4392386"/>
              <a:gd name="connsiteX18" fmla="*/ 653143 w 3526971"/>
              <a:gd name="connsiteY18" fmla="*/ 3004457 h 4392386"/>
              <a:gd name="connsiteX19" fmla="*/ 734786 w 3526971"/>
              <a:gd name="connsiteY19" fmla="*/ 2857500 h 4392386"/>
              <a:gd name="connsiteX20" fmla="*/ 800100 w 3526971"/>
              <a:gd name="connsiteY20" fmla="*/ 2759529 h 4392386"/>
              <a:gd name="connsiteX21" fmla="*/ 832757 w 3526971"/>
              <a:gd name="connsiteY21" fmla="*/ 2726871 h 4392386"/>
              <a:gd name="connsiteX22" fmla="*/ 881743 w 3526971"/>
              <a:gd name="connsiteY22" fmla="*/ 2579914 h 4392386"/>
              <a:gd name="connsiteX23" fmla="*/ 898071 w 3526971"/>
              <a:gd name="connsiteY23" fmla="*/ 2530929 h 4392386"/>
              <a:gd name="connsiteX24" fmla="*/ 996043 w 3526971"/>
              <a:gd name="connsiteY24" fmla="*/ 2400300 h 4392386"/>
              <a:gd name="connsiteX25" fmla="*/ 1028700 w 3526971"/>
              <a:gd name="connsiteY25" fmla="*/ 2351314 h 4392386"/>
              <a:gd name="connsiteX26" fmla="*/ 1061357 w 3526971"/>
              <a:gd name="connsiteY26" fmla="*/ 2302329 h 4392386"/>
              <a:gd name="connsiteX27" fmla="*/ 1126671 w 3526971"/>
              <a:gd name="connsiteY27" fmla="*/ 2155371 h 4392386"/>
              <a:gd name="connsiteX28" fmla="*/ 1143000 w 3526971"/>
              <a:gd name="connsiteY28" fmla="*/ 2106386 h 4392386"/>
              <a:gd name="connsiteX29" fmla="*/ 1191986 w 3526971"/>
              <a:gd name="connsiteY29" fmla="*/ 2057400 h 4392386"/>
              <a:gd name="connsiteX30" fmla="*/ 1224643 w 3526971"/>
              <a:gd name="connsiteY30" fmla="*/ 2008414 h 4392386"/>
              <a:gd name="connsiteX31" fmla="*/ 1306286 w 3526971"/>
              <a:gd name="connsiteY31" fmla="*/ 1926771 h 4392386"/>
              <a:gd name="connsiteX32" fmla="*/ 1371600 w 3526971"/>
              <a:gd name="connsiteY32" fmla="*/ 1828800 h 4392386"/>
              <a:gd name="connsiteX33" fmla="*/ 1469571 w 3526971"/>
              <a:gd name="connsiteY33" fmla="*/ 1730829 h 4392386"/>
              <a:gd name="connsiteX34" fmla="*/ 1518557 w 3526971"/>
              <a:gd name="connsiteY34" fmla="*/ 1632857 h 4392386"/>
              <a:gd name="connsiteX35" fmla="*/ 1534886 w 3526971"/>
              <a:gd name="connsiteY35" fmla="*/ 1583871 h 4392386"/>
              <a:gd name="connsiteX36" fmla="*/ 1600200 w 3526971"/>
              <a:gd name="connsiteY36" fmla="*/ 1485900 h 4392386"/>
              <a:gd name="connsiteX37" fmla="*/ 1632857 w 3526971"/>
              <a:gd name="connsiteY37" fmla="*/ 1436914 h 4392386"/>
              <a:gd name="connsiteX38" fmla="*/ 1649186 w 3526971"/>
              <a:gd name="connsiteY38" fmla="*/ 1387929 h 4392386"/>
              <a:gd name="connsiteX39" fmla="*/ 1730829 w 3526971"/>
              <a:gd name="connsiteY39" fmla="*/ 1306286 h 4392386"/>
              <a:gd name="connsiteX40" fmla="*/ 1747157 w 3526971"/>
              <a:gd name="connsiteY40" fmla="*/ 1257300 h 4392386"/>
              <a:gd name="connsiteX41" fmla="*/ 1779814 w 3526971"/>
              <a:gd name="connsiteY41" fmla="*/ 1208314 h 4392386"/>
              <a:gd name="connsiteX42" fmla="*/ 1796143 w 3526971"/>
              <a:gd name="connsiteY42" fmla="*/ 1110343 h 4392386"/>
              <a:gd name="connsiteX43" fmla="*/ 1845129 w 3526971"/>
              <a:gd name="connsiteY43" fmla="*/ 947057 h 4392386"/>
              <a:gd name="connsiteX44" fmla="*/ 1877786 w 3526971"/>
              <a:gd name="connsiteY44" fmla="*/ 898071 h 4392386"/>
              <a:gd name="connsiteX45" fmla="*/ 1943100 w 3526971"/>
              <a:gd name="connsiteY45" fmla="*/ 702129 h 4392386"/>
              <a:gd name="connsiteX46" fmla="*/ 1959429 w 3526971"/>
              <a:gd name="connsiteY46" fmla="*/ 653143 h 4392386"/>
              <a:gd name="connsiteX47" fmla="*/ 1975757 w 3526971"/>
              <a:gd name="connsiteY47" fmla="*/ 604157 h 4392386"/>
              <a:gd name="connsiteX48" fmla="*/ 2008414 w 3526971"/>
              <a:gd name="connsiteY48" fmla="*/ 522514 h 4392386"/>
              <a:gd name="connsiteX49" fmla="*/ 2024743 w 3526971"/>
              <a:gd name="connsiteY49" fmla="*/ 473529 h 4392386"/>
              <a:gd name="connsiteX50" fmla="*/ 2057400 w 3526971"/>
              <a:gd name="connsiteY50" fmla="*/ 440871 h 4392386"/>
              <a:gd name="connsiteX51" fmla="*/ 2090057 w 3526971"/>
              <a:gd name="connsiteY51" fmla="*/ 391886 h 4392386"/>
              <a:gd name="connsiteX52" fmla="*/ 2139043 w 3526971"/>
              <a:gd name="connsiteY52" fmla="*/ 342900 h 4392386"/>
              <a:gd name="connsiteX53" fmla="*/ 2171700 w 3526971"/>
              <a:gd name="connsiteY53" fmla="*/ 293914 h 4392386"/>
              <a:gd name="connsiteX54" fmla="*/ 2220686 w 3526971"/>
              <a:gd name="connsiteY54" fmla="*/ 277586 h 4392386"/>
              <a:gd name="connsiteX55" fmla="*/ 2269671 w 3526971"/>
              <a:gd name="connsiteY55" fmla="*/ 244929 h 4392386"/>
              <a:gd name="connsiteX56" fmla="*/ 2302329 w 3526971"/>
              <a:gd name="connsiteY56" fmla="*/ 195943 h 4392386"/>
              <a:gd name="connsiteX57" fmla="*/ 2351314 w 3526971"/>
              <a:gd name="connsiteY57" fmla="*/ 179614 h 4392386"/>
              <a:gd name="connsiteX58" fmla="*/ 2449286 w 3526971"/>
              <a:gd name="connsiteY58" fmla="*/ 114300 h 4392386"/>
              <a:gd name="connsiteX59" fmla="*/ 2498271 w 3526971"/>
              <a:gd name="connsiteY59" fmla="*/ 81643 h 4392386"/>
              <a:gd name="connsiteX60" fmla="*/ 2661557 w 3526971"/>
              <a:gd name="connsiteY60" fmla="*/ 48986 h 4392386"/>
              <a:gd name="connsiteX61" fmla="*/ 2759529 w 3526971"/>
              <a:gd name="connsiteY61" fmla="*/ 16329 h 4392386"/>
              <a:gd name="connsiteX62" fmla="*/ 2808514 w 3526971"/>
              <a:gd name="connsiteY62" fmla="*/ 0 h 4392386"/>
              <a:gd name="connsiteX63" fmla="*/ 3461657 w 3526971"/>
              <a:gd name="connsiteY63" fmla="*/ 16329 h 4392386"/>
              <a:gd name="connsiteX64" fmla="*/ 3526971 w 3526971"/>
              <a:gd name="connsiteY64" fmla="*/ 48986 h 4392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526971" h="4392386">
                <a:moveTo>
                  <a:pt x="0" y="4392386"/>
                </a:moveTo>
                <a:cubicBezTo>
                  <a:pt x="5443" y="4348843"/>
                  <a:pt x="4783" y="4304093"/>
                  <a:pt x="16329" y="4261757"/>
                </a:cubicBezTo>
                <a:cubicBezTo>
                  <a:pt x="21493" y="4242824"/>
                  <a:pt x="41016" y="4230704"/>
                  <a:pt x="48986" y="4212771"/>
                </a:cubicBezTo>
                <a:cubicBezTo>
                  <a:pt x="62967" y="4181314"/>
                  <a:pt x="62548" y="4143442"/>
                  <a:pt x="81643" y="4114800"/>
                </a:cubicBezTo>
                <a:cubicBezTo>
                  <a:pt x="103414" y="4082143"/>
                  <a:pt x="119204" y="4044583"/>
                  <a:pt x="146957" y="4016829"/>
                </a:cubicBezTo>
                <a:cubicBezTo>
                  <a:pt x="157843" y="4005943"/>
                  <a:pt x="169997" y="3996192"/>
                  <a:pt x="179614" y="3984171"/>
                </a:cubicBezTo>
                <a:cubicBezTo>
                  <a:pt x="191873" y="3968847"/>
                  <a:pt x="200012" y="3950510"/>
                  <a:pt x="212271" y="3935186"/>
                </a:cubicBezTo>
                <a:cubicBezTo>
                  <a:pt x="221888" y="3923165"/>
                  <a:pt x="235692" y="3914845"/>
                  <a:pt x="244929" y="3902529"/>
                </a:cubicBezTo>
                <a:cubicBezTo>
                  <a:pt x="268479" y="3871130"/>
                  <a:pt x="310243" y="3804557"/>
                  <a:pt x="310243" y="3804557"/>
                </a:cubicBezTo>
                <a:lnTo>
                  <a:pt x="342900" y="3706586"/>
                </a:lnTo>
                <a:cubicBezTo>
                  <a:pt x="348343" y="3690257"/>
                  <a:pt x="349682" y="3671921"/>
                  <a:pt x="359229" y="3657600"/>
                </a:cubicBezTo>
                <a:lnTo>
                  <a:pt x="424543" y="3559629"/>
                </a:lnTo>
                <a:cubicBezTo>
                  <a:pt x="435429" y="3543300"/>
                  <a:pt x="450994" y="3529261"/>
                  <a:pt x="457200" y="3510643"/>
                </a:cubicBezTo>
                <a:lnTo>
                  <a:pt x="489857" y="3412671"/>
                </a:lnTo>
                <a:lnTo>
                  <a:pt x="506186" y="3363686"/>
                </a:lnTo>
                <a:cubicBezTo>
                  <a:pt x="509870" y="3341578"/>
                  <a:pt x="525555" y="3231406"/>
                  <a:pt x="538843" y="3200400"/>
                </a:cubicBezTo>
                <a:cubicBezTo>
                  <a:pt x="546574" y="3182362"/>
                  <a:pt x="562724" y="3168967"/>
                  <a:pt x="571500" y="3151414"/>
                </a:cubicBezTo>
                <a:cubicBezTo>
                  <a:pt x="579197" y="3136019"/>
                  <a:pt x="579470" y="3117475"/>
                  <a:pt x="587829" y="3102429"/>
                </a:cubicBezTo>
                <a:cubicBezTo>
                  <a:pt x="606890" y="3068119"/>
                  <a:pt x="653143" y="3004457"/>
                  <a:pt x="653143" y="3004457"/>
                </a:cubicBezTo>
                <a:cubicBezTo>
                  <a:pt x="681882" y="2918235"/>
                  <a:pt x="659923" y="2969794"/>
                  <a:pt x="734786" y="2857500"/>
                </a:cubicBezTo>
                <a:lnTo>
                  <a:pt x="800100" y="2759529"/>
                </a:lnTo>
                <a:lnTo>
                  <a:pt x="832757" y="2726871"/>
                </a:lnTo>
                <a:lnTo>
                  <a:pt x="881743" y="2579914"/>
                </a:lnTo>
                <a:cubicBezTo>
                  <a:pt x="887186" y="2563586"/>
                  <a:pt x="885901" y="2543099"/>
                  <a:pt x="898071" y="2530929"/>
                </a:cubicBezTo>
                <a:cubicBezTo>
                  <a:pt x="958482" y="2470518"/>
                  <a:pt x="922190" y="2511080"/>
                  <a:pt x="996043" y="2400300"/>
                </a:cubicBezTo>
                <a:lnTo>
                  <a:pt x="1028700" y="2351314"/>
                </a:lnTo>
                <a:cubicBezTo>
                  <a:pt x="1039586" y="2334986"/>
                  <a:pt x="1055151" y="2320946"/>
                  <a:pt x="1061357" y="2302329"/>
                </a:cubicBezTo>
                <a:cubicBezTo>
                  <a:pt x="1145604" y="2049587"/>
                  <a:pt x="1049047" y="2310618"/>
                  <a:pt x="1126671" y="2155371"/>
                </a:cubicBezTo>
                <a:cubicBezTo>
                  <a:pt x="1134368" y="2139976"/>
                  <a:pt x="1133453" y="2120707"/>
                  <a:pt x="1143000" y="2106386"/>
                </a:cubicBezTo>
                <a:cubicBezTo>
                  <a:pt x="1155809" y="2087172"/>
                  <a:pt x="1177203" y="2075140"/>
                  <a:pt x="1191986" y="2057400"/>
                </a:cubicBezTo>
                <a:cubicBezTo>
                  <a:pt x="1204549" y="2042324"/>
                  <a:pt x="1211720" y="2023183"/>
                  <a:pt x="1224643" y="2008414"/>
                </a:cubicBezTo>
                <a:cubicBezTo>
                  <a:pt x="1249987" y="1979450"/>
                  <a:pt x="1284937" y="1958794"/>
                  <a:pt x="1306286" y="1926771"/>
                </a:cubicBezTo>
                <a:cubicBezTo>
                  <a:pt x="1328057" y="1894114"/>
                  <a:pt x="1343847" y="1856553"/>
                  <a:pt x="1371600" y="1828800"/>
                </a:cubicBezTo>
                <a:lnTo>
                  <a:pt x="1469571" y="1730829"/>
                </a:lnTo>
                <a:cubicBezTo>
                  <a:pt x="1510614" y="1607701"/>
                  <a:pt x="1455250" y="1759472"/>
                  <a:pt x="1518557" y="1632857"/>
                </a:cubicBezTo>
                <a:cubicBezTo>
                  <a:pt x="1526254" y="1617462"/>
                  <a:pt x="1526527" y="1598917"/>
                  <a:pt x="1534886" y="1583871"/>
                </a:cubicBezTo>
                <a:cubicBezTo>
                  <a:pt x="1553947" y="1549561"/>
                  <a:pt x="1578429" y="1518557"/>
                  <a:pt x="1600200" y="1485900"/>
                </a:cubicBezTo>
                <a:cubicBezTo>
                  <a:pt x="1611086" y="1469571"/>
                  <a:pt x="1626651" y="1455531"/>
                  <a:pt x="1632857" y="1436914"/>
                </a:cubicBezTo>
                <a:cubicBezTo>
                  <a:pt x="1638300" y="1420586"/>
                  <a:pt x="1638859" y="1401698"/>
                  <a:pt x="1649186" y="1387929"/>
                </a:cubicBezTo>
                <a:cubicBezTo>
                  <a:pt x="1672278" y="1357140"/>
                  <a:pt x="1730829" y="1306286"/>
                  <a:pt x="1730829" y="1306286"/>
                </a:cubicBezTo>
                <a:cubicBezTo>
                  <a:pt x="1736272" y="1289957"/>
                  <a:pt x="1739460" y="1272695"/>
                  <a:pt x="1747157" y="1257300"/>
                </a:cubicBezTo>
                <a:cubicBezTo>
                  <a:pt x="1755933" y="1239747"/>
                  <a:pt x="1773608" y="1226931"/>
                  <a:pt x="1779814" y="1208314"/>
                </a:cubicBezTo>
                <a:cubicBezTo>
                  <a:pt x="1790284" y="1176905"/>
                  <a:pt x="1789650" y="1142808"/>
                  <a:pt x="1796143" y="1110343"/>
                </a:cubicBezTo>
                <a:cubicBezTo>
                  <a:pt x="1802664" y="1077740"/>
                  <a:pt x="1833225" y="964913"/>
                  <a:pt x="1845129" y="947057"/>
                </a:cubicBezTo>
                <a:lnTo>
                  <a:pt x="1877786" y="898071"/>
                </a:lnTo>
                <a:lnTo>
                  <a:pt x="1943100" y="702129"/>
                </a:lnTo>
                <a:lnTo>
                  <a:pt x="1959429" y="653143"/>
                </a:lnTo>
                <a:cubicBezTo>
                  <a:pt x="1964872" y="636814"/>
                  <a:pt x="1969365" y="620138"/>
                  <a:pt x="1975757" y="604157"/>
                </a:cubicBezTo>
                <a:cubicBezTo>
                  <a:pt x="1986643" y="576943"/>
                  <a:pt x="1998122" y="549958"/>
                  <a:pt x="2008414" y="522514"/>
                </a:cubicBezTo>
                <a:cubicBezTo>
                  <a:pt x="2014457" y="506398"/>
                  <a:pt x="2015888" y="488288"/>
                  <a:pt x="2024743" y="473529"/>
                </a:cubicBezTo>
                <a:cubicBezTo>
                  <a:pt x="2032664" y="460328"/>
                  <a:pt x="2047783" y="452892"/>
                  <a:pt x="2057400" y="440871"/>
                </a:cubicBezTo>
                <a:cubicBezTo>
                  <a:pt x="2069659" y="425547"/>
                  <a:pt x="2077494" y="406962"/>
                  <a:pt x="2090057" y="391886"/>
                </a:cubicBezTo>
                <a:cubicBezTo>
                  <a:pt x="2104840" y="374146"/>
                  <a:pt x="2124260" y="360640"/>
                  <a:pt x="2139043" y="342900"/>
                </a:cubicBezTo>
                <a:cubicBezTo>
                  <a:pt x="2151606" y="327824"/>
                  <a:pt x="2156376" y="306173"/>
                  <a:pt x="2171700" y="293914"/>
                </a:cubicBezTo>
                <a:cubicBezTo>
                  <a:pt x="2185140" y="283162"/>
                  <a:pt x="2204357" y="283029"/>
                  <a:pt x="2220686" y="277586"/>
                </a:cubicBezTo>
                <a:cubicBezTo>
                  <a:pt x="2237014" y="266700"/>
                  <a:pt x="2255795" y="258805"/>
                  <a:pt x="2269671" y="244929"/>
                </a:cubicBezTo>
                <a:cubicBezTo>
                  <a:pt x="2283548" y="231052"/>
                  <a:pt x="2287005" y="208203"/>
                  <a:pt x="2302329" y="195943"/>
                </a:cubicBezTo>
                <a:cubicBezTo>
                  <a:pt x="2315769" y="185191"/>
                  <a:pt x="2336268" y="187973"/>
                  <a:pt x="2351314" y="179614"/>
                </a:cubicBezTo>
                <a:cubicBezTo>
                  <a:pt x="2385624" y="160553"/>
                  <a:pt x="2416629" y="136071"/>
                  <a:pt x="2449286" y="114300"/>
                </a:cubicBezTo>
                <a:cubicBezTo>
                  <a:pt x="2465614" y="103414"/>
                  <a:pt x="2479233" y="86403"/>
                  <a:pt x="2498271" y="81643"/>
                </a:cubicBezTo>
                <a:cubicBezTo>
                  <a:pt x="2595705" y="57284"/>
                  <a:pt x="2541450" y="69003"/>
                  <a:pt x="2661557" y="48986"/>
                </a:cubicBezTo>
                <a:lnTo>
                  <a:pt x="2759529" y="16329"/>
                </a:lnTo>
                <a:lnTo>
                  <a:pt x="2808514" y="0"/>
                </a:lnTo>
                <a:cubicBezTo>
                  <a:pt x="3026228" y="5443"/>
                  <a:pt x="3244110" y="6211"/>
                  <a:pt x="3461657" y="16329"/>
                </a:cubicBezTo>
                <a:cubicBezTo>
                  <a:pt x="3501015" y="18160"/>
                  <a:pt x="3506044" y="28058"/>
                  <a:pt x="3526971" y="48986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91" name="Freeform 390">
            <a:extLst>
              <a:ext uri="{FF2B5EF4-FFF2-40B4-BE49-F238E27FC236}">
                <a16:creationId xmlns:a16="http://schemas.microsoft.com/office/drawing/2014/main" id="{72988806-17A8-F254-BE3E-FF1E423ACE10}"/>
              </a:ext>
            </a:extLst>
          </p:cNvPr>
          <p:cNvSpPr/>
          <p:nvPr/>
        </p:nvSpPr>
        <p:spPr>
          <a:xfrm>
            <a:off x="15179598" y="15113409"/>
            <a:ext cx="819302" cy="3642970"/>
          </a:xfrm>
          <a:custGeom>
            <a:avLst/>
            <a:gdLst>
              <a:gd name="connsiteX0" fmla="*/ 914400 w 914400"/>
              <a:gd name="connsiteY0" fmla="*/ 4065814 h 4065814"/>
              <a:gd name="connsiteX1" fmla="*/ 881743 w 914400"/>
              <a:gd name="connsiteY1" fmla="*/ 3951514 h 4065814"/>
              <a:gd name="connsiteX2" fmla="*/ 849085 w 914400"/>
              <a:gd name="connsiteY2" fmla="*/ 3804557 h 4065814"/>
              <a:gd name="connsiteX3" fmla="*/ 816428 w 914400"/>
              <a:gd name="connsiteY3" fmla="*/ 3706586 h 4065814"/>
              <a:gd name="connsiteX4" fmla="*/ 767443 w 914400"/>
              <a:gd name="connsiteY4" fmla="*/ 3608614 h 4065814"/>
              <a:gd name="connsiteX5" fmla="*/ 751114 w 914400"/>
              <a:gd name="connsiteY5" fmla="*/ 3559628 h 4065814"/>
              <a:gd name="connsiteX6" fmla="*/ 702128 w 914400"/>
              <a:gd name="connsiteY6" fmla="*/ 3526971 h 4065814"/>
              <a:gd name="connsiteX7" fmla="*/ 620485 w 914400"/>
              <a:gd name="connsiteY7" fmla="*/ 3412671 h 4065814"/>
              <a:gd name="connsiteX8" fmla="*/ 555171 w 914400"/>
              <a:gd name="connsiteY8" fmla="*/ 3331028 h 4065814"/>
              <a:gd name="connsiteX9" fmla="*/ 506185 w 914400"/>
              <a:gd name="connsiteY9" fmla="*/ 3249386 h 4065814"/>
              <a:gd name="connsiteX10" fmla="*/ 489857 w 914400"/>
              <a:gd name="connsiteY10" fmla="*/ 3200400 h 4065814"/>
              <a:gd name="connsiteX11" fmla="*/ 457200 w 914400"/>
              <a:gd name="connsiteY11" fmla="*/ 3151414 h 4065814"/>
              <a:gd name="connsiteX12" fmla="*/ 440871 w 914400"/>
              <a:gd name="connsiteY12" fmla="*/ 3102428 h 4065814"/>
              <a:gd name="connsiteX13" fmla="*/ 408214 w 914400"/>
              <a:gd name="connsiteY13" fmla="*/ 3053443 h 4065814"/>
              <a:gd name="connsiteX14" fmla="*/ 375557 w 914400"/>
              <a:gd name="connsiteY14" fmla="*/ 2922814 h 4065814"/>
              <a:gd name="connsiteX15" fmla="*/ 342900 w 914400"/>
              <a:gd name="connsiteY15" fmla="*/ 2857500 h 4065814"/>
              <a:gd name="connsiteX16" fmla="*/ 326571 w 914400"/>
              <a:gd name="connsiteY16" fmla="*/ 2792186 h 4065814"/>
              <a:gd name="connsiteX17" fmla="*/ 293914 w 914400"/>
              <a:gd name="connsiteY17" fmla="*/ 2743200 h 4065814"/>
              <a:gd name="connsiteX18" fmla="*/ 261257 w 914400"/>
              <a:gd name="connsiteY18" fmla="*/ 2645228 h 4065814"/>
              <a:gd name="connsiteX19" fmla="*/ 228600 w 914400"/>
              <a:gd name="connsiteY19" fmla="*/ 2596243 h 4065814"/>
              <a:gd name="connsiteX20" fmla="*/ 195943 w 914400"/>
              <a:gd name="connsiteY20" fmla="*/ 2498271 h 4065814"/>
              <a:gd name="connsiteX21" fmla="*/ 163285 w 914400"/>
              <a:gd name="connsiteY21" fmla="*/ 2383971 h 4065814"/>
              <a:gd name="connsiteX22" fmla="*/ 130628 w 914400"/>
              <a:gd name="connsiteY22" fmla="*/ 2334986 h 4065814"/>
              <a:gd name="connsiteX23" fmla="*/ 97971 w 914400"/>
              <a:gd name="connsiteY23" fmla="*/ 2237014 h 4065814"/>
              <a:gd name="connsiteX24" fmla="*/ 32657 w 914400"/>
              <a:gd name="connsiteY24" fmla="*/ 2090057 h 4065814"/>
              <a:gd name="connsiteX25" fmla="*/ 16328 w 914400"/>
              <a:gd name="connsiteY25" fmla="*/ 2041071 h 4065814"/>
              <a:gd name="connsiteX26" fmla="*/ 0 w 914400"/>
              <a:gd name="connsiteY26" fmla="*/ 1992086 h 4065814"/>
              <a:gd name="connsiteX27" fmla="*/ 16328 w 914400"/>
              <a:gd name="connsiteY27" fmla="*/ 1894114 h 4065814"/>
              <a:gd name="connsiteX28" fmla="*/ 32657 w 914400"/>
              <a:gd name="connsiteY28" fmla="*/ 1828800 h 4065814"/>
              <a:gd name="connsiteX29" fmla="*/ 48985 w 914400"/>
              <a:gd name="connsiteY29" fmla="*/ 1730828 h 4065814"/>
              <a:gd name="connsiteX30" fmla="*/ 65314 w 914400"/>
              <a:gd name="connsiteY30" fmla="*/ 1681843 h 4065814"/>
              <a:gd name="connsiteX31" fmla="*/ 130628 w 914400"/>
              <a:gd name="connsiteY31" fmla="*/ 1518557 h 4065814"/>
              <a:gd name="connsiteX32" fmla="*/ 179614 w 914400"/>
              <a:gd name="connsiteY32" fmla="*/ 1485900 h 4065814"/>
              <a:gd name="connsiteX33" fmla="*/ 244928 w 914400"/>
              <a:gd name="connsiteY33" fmla="*/ 1387928 h 4065814"/>
              <a:gd name="connsiteX34" fmla="*/ 277585 w 914400"/>
              <a:gd name="connsiteY34" fmla="*/ 1289957 h 4065814"/>
              <a:gd name="connsiteX35" fmla="*/ 310243 w 914400"/>
              <a:gd name="connsiteY35" fmla="*/ 1159328 h 4065814"/>
              <a:gd name="connsiteX36" fmla="*/ 326571 w 914400"/>
              <a:gd name="connsiteY36" fmla="*/ 1110343 h 4065814"/>
              <a:gd name="connsiteX37" fmla="*/ 359228 w 914400"/>
              <a:gd name="connsiteY37" fmla="*/ 1061357 h 4065814"/>
              <a:gd name="connsiteX38" fmla="*/ 391885 w 914400"/>
              <a:gd name="connsiteY38" fmla="*/ 963386 h 4065814"/>
              <a:gd name="connsiteX39" fmla="*/ 408214 w 914400"/>
              <a:gd name="connsiteY39" fmla="*/ 914400 h 4065814"/>
              <a:gd name="connsiteX40" fmla="*/ 424543 w 914400"/>
              <a:gd name="connsiteY40" fmla="*/ 685800 h 4065814"/>
              <a:gd name="connsiteX41" fmla="*/ 440871 w 914400"/>
              <a:gd name="connsiteY41" fmla="*/ 620486 h 4065814"/>
              <a:gd name="connsiteX42" fmla="*/ 506185 w 914400"/>
              <a:gd name="connsiteY42" fmla="*/ 473528 h 4065814"/>
              <a:gd name="connsiteX43" fmla="*/ 538843 w 914400"/>
              <a:gd name="connsiteY43" fmla="*/ 440871 h 4065814"/>
              <a:gd name="connsiteX44" fmla="*/ 571500 w 914400"/>
              <a:gd name="connsiteY44" fmla="*/ 391886 h 4065814"/>
              <a:gd name="connsiteX45" fmla="*/ 685800 w 914400"/>
              <a:gd name="connsiteY45" fmla="*/ 261257 h 4065814"/>
              <a:gd name="connsiteX46" fmla="*/ 702128 w 914400"/>
              <a:gd name="connsiteY46" fmla="*/ 212271 h 4065814"/>
              <a:gd name="connsiteX47" fmla="*/ 734785 w 914400"/>
              <a:gd name="connsiteY47" fmla="*/ 163286 h 4065814"/>
              <a:gd name="connsiteX48" fmla="*/ 767443 w 914400"/>
              <a:gd name="connsiteY48" fmla="*/ 65314 h 4065814"/>
              <a:gd name="connsiteX49" fmla="*/ 800100 w 914400"/>
              <a:gd name="connsiteY49" fmla="*/ 0 h 406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914400" h="4065814">
                <a:moveTo>
                  <a:pt x="914400" y="4065814"/>
                </a:moveTo>
                <a:cubicBezTo>
                  <a:pt x="903514" y="4027714"/>
                  <a:pt x="891353" y="3989955"/>
                  <a:pt x="881743" y="3951514"/>
                </a:cubicBezTo>
                <a:cubicBezTo>
                  <a:pt x="858436" y="3858285"/>
                  <a:pt x="874229" y="3888370"/>
                  <a:pt x="849085" y="3804557"/>
                </a:cubicBezTo>
                <a:cubicBezTo>
                  <a:pt x="839193" y="3771585"/>
                  <a:pt x="827314" y="3739243"/>
                  <a:pt x="816428" y="3706586"/>
                </a:cubicBezTo>
                <a:cubicBezTo>
                  <a:pt x="775386" y="3583459"/>
                  <a:pt x="830750" y="3735228"/>
                  <a:pt x="767443" y="3608614"/>
                </a:cubicBezTo>
                <a:cubicBezTo>
                  <a:pt x="759746" y="3593219"/>
                  <a:pt x="761866" y="3573068"/>
                  <a:pt x="751114" y="3559628"/>
                </a:cubicBezTo>
                <a:cubicBezTo>
                  <a:pt x="738855" y="3544304"/>
                  <a:pt x="718457" y="3537857"/>
                  <a:pt x="702128" y="3526971"/>
                </a:cubicBezTo>
                <a:cubicBezTo>
                  <a:pt x="661627" y="3405464"/>
                  <a:pt x="723797" y="3567637"/>
                  <a:pt x="620485" y="3412671"/>
                </a:cubicBezTo>
                <a:cubicBezTo>
                  <a:pt x="579288" y="3350877"/>
                  <a:pt x="601704" y="3377563"/>
                  <a:pt x="555171" y="3331028"/>
                </a:cubicBezTo>
                <a:cubicBezTo>
                  <a:pt x="508916" y="3192260"/>
                  <a:pt x="573428" y="3361456"/>
                  <a:pt x="506185" y="3249386"/>
                </a:cubicBezTo>
                <a:cubicBezTo>
                  <a:pt x="497330" y="3234627"/>
                  <a:pt x="497554" y="3215795"/>
                  <a:pt x="489857" y="3200400"/>
                </a:cubicBezTo>
                <a:cubicBezTo>
                  <a:pt x="481081" y="3182847"/>
                  <a:pt x="465976" y="3168967"/>
                  <a:pt x="457200" y="3151414"/>
                </a:cubicBezTo>
                <a:cubicBezTo>
                  <a:pt x="449503" y="3136019"/>
                  <a:pt x="448568" y="3117823"/>
                  <a:pt x="440871" y="3102428"/>
                </a:cubicBezTo>
                <a:cubicBezTo>
                  <a:pt x="432095" y="3084876"/>
                  <a:pt x="416990" y="3070995"/>
                  <a:pt x="408214" y="3053443"/>
                </a:cubicBezTo>
                <a:cubicBezTo>
                  <a:pt x="383772" y="3004559"/>
                  <a:pt x="394191" y="2978716"/>
                  <a:pt x="375557" y="2922814"/>
                </a:cubicBezTo>
                <a:cubicBezTo>
                  <a:pt x="367860" y="2899722"/>
                  <a:pt x="351447" y="2880291"/>
                  <a:pt x="342900" y="2857500"/>
                </a:cubicBezTo>
                <a:cubicBezTo>
                  <a:pt x="335020" y="2836487"/>
                  <a:pt x="335411" y="2812813"/>
                  <a:pt x="326571" y="2792186"/>
                </a:cubicBezTo>
                <a:cubicBezTo>
                  <a:pt x="318840" y="2774148"/>
                  <a:pt x="301884" y="2761133"/>
                  <a:pt x="293914" y="2743200"/>
                </a:cubicBezTo>
                <a:cubicBezTo>
                  <a:pt x="279933" y="2711743"/>
                  <a:pt x="280352" y="2673870"/>
                  <a:pt x="261257" y="2645228"/>
                </a:cubicBezTo>
                <a:cubicBezTo>
                  <a:pt x="250371" y="2628900"/>
                  <a:pt x="236570" y="2614176"/>
                  <a:pt x="228600" y="2596243"/>
                </a:cubicBezTo>
                <a:cubicBezTo>
                  <a:pt x="214619" y="2564786"/>
                  <a:pt x="204292" y="2531667"/>
                  <a:pt x="195943" y="2498271"/>
                </a:cubicBezTo>
                <a:cubicBezTo>
                  <a:pt x="190711" y="2477344"/>
                  <a:pt x="174998" y="2407396"/>
                  <a:pt x="163285" y="2383971"/>
                </a:cubicBezTo>
                <a:cubicBezTo>
                  <a:pt x="154509" y="2366419"/>
                  <a:pt x="141514" y="2351314"/>
                  <a:pt x="130628" y="2334986"/>
                </a:cubicBezTo>
                <a:cubicBezTo>
                  <a:pt x="119742" y="2302329"/>
                  <a:pt x="117066" y="2265656"/>
                  <a:pt x="97971" y="2237014"/>
                </a:cubicBezTo>
                <a:cubicBezTo>
                  <a:pt x="46219" y="2159385"/>
                  <a:pt x="71520" y="2206646"/>
                  <a:pt x="32657" y="2090057"/>
                </a:cubicBezTo>
                <a:lnTo>
                  <a:pt x="16328" y="2041071"/>
                </a:lnTo>
                <a:lnTo>
                  <a:pt x="0" y="1992086"/>
                </a:lnTo>
                <a:cubicBezTo>
                  <a:pt x="5443" y="1959429"/>
                  <a:pt x="9835" y="1926579"/>
                  <a:pt x="16328" y="1894114"/>
                </a:cubicBezTo>
                <a:cubicBezTo>
                  <a:pt x="20729" y="1872108"/>
                  <a:pt x="28256" y="1850806"/>
                  <a:pt x="32657" y="1828800"/>
                </a:cubicBezTo>
                <a:cubicBezTo>
                  <a:pt x="39150" y="1796335"/>
                  <a:pt x="41803" y="1763147"/>
                  <a:pt x="48985" y="1730828"/>
                </a:cubicBezTo>
                <a:cubicBezTo>
                  <a:pt x="52719" y="1714026"/>
                  <a:pt x="60585" y="1698392"/>
                  <a:pt x="65314" y="1681843"/>
                </a:cubicBezTo>
                <a:cubicBezTo>
                  <a:pt x="81281" y="1625962"/>
                  <a:pt x="86905" y="1562280"/>
                  <a:pt x="130628" y="1518557"/>
                </a:cubicBezTo>
                <a:cubicBezTo>
                  <a:pt x="144505" y="1504680"/>
                  <a:pt x="163285" y="1496786"/>
                  <a:pt x="179614" y="1485900"/>
                </a:cubicBezTo>
                <a:cubicBezTo>
                  <a:pt x="201385" y="1453243"/>
                  <a:pt x="232516" y="1425163"/>
                  <a:pt x="244928" y="1387928"/>
                </a:cubicBezTo>
                <a:cubicBezTo>
                  <a:pt x="255814" y="1355271"/>
                  <a:pt x="269236" y="1323353"/>
                  <a:pt x="277585" y="1289957"/>
                </a:cubicBezTo>
                <a:cubicBezTo>
                  <a:pt x="288471" y="1246414"/>
                  <a:pt x="296050" y="1201908"/>
                  <a:pt x="310243" y="1159328"/>
                </a:cubicBezTo>
                <a:cubicBezTo>
                  <a:pt x="315686" y="1143000"/>
                  <a:pt x="318874" y="1125738"/>
                  <a:pt x="326571" y="1110343"/>
                </a:cubicBezTo>
                <a:cubicBezTo>
                  <a:pt x="335347" y="1092790"/>
                  <a:pt x="351258" y="1079290"/>
                  <a:pt x="359228" y="1061357"/>
                </a:cubicBezTo>
                <a:cubicBezTo>
                  <a:pt x="373209" y="1029900"/>
                  <a:pt x="380999" y="996043"/>
                  <a:pt x="391885" y="963386"/>
                </a:cubicBezTo>
                <a:lnTo>
                  <a:pt x="408214" y="914400"/>
                </a:lnTo>
                <a:cubicBezTo>
                  <a:pt x="413657" y="838200"/>
                  <a:pt x="416107" y="761727"/>
                  <a:pt x="424543" y="685800"/>
                </a:cubicBezTo>
                <a:cubicBezTo>
                  <a:pt x="427021" y="663496"/>
                  <a:pt x="434423" y="641981"/>
                  <a:pt x="440871" y="620486"/>
                </a:cubicBezTo>
                <a:cubicBezTo>
                  <a:pt x="462621" y="547984"/>
                  <a:pt x="464189" y="526023"/>
                  <a:pt x="506185" y="473528"/>
                </a:cubicBezTo>
                <a:cubicBezTo>
                  <a:pt x="515802" y="461507"/>
                  <a:pt x="529226" y="452892"/>
                  <a:pt x="538843" y="440871"/>
                </a:cubicBezTo>
                <a:cubicBezTo>
                  <a:pt x="551102" y="425547"/>
                  <a:pt x="558577" y="406655"/>
                  <a:pt x="571500" y="391886"/>
                </a:cubicBezTo>
                <a:cubicBezTo>
                  <a:pt x="705224" y="239059"/>
                  <a:pt x="612314" y="371487"/>
                  <a:pt x="685800" y="261257"/>
                </a:cubicBezTo>
                <a:cubicBezTo>
                  <a:pt x="691243" y="244928"/>
                  <a:pt x="694431" y="227666"/>
                  <a:pt x="702128" y="212271"/>
                </a:cubicBezTo>
                <a:cubicBezTo>
                  <a:pt x="710904" y="194718"/>
                  <a:pt x="726815" y="181219"/>
                  <a:pt x="734785" y="163286"/>
                </a:cubicBezTo>
                <a:cubicBezTo>
                  <a:pt x="748766" y="131829"/>
                  <a:pt x="756557" y="97971"/>
                  <a:pt x="767443" y="65314"/>
                </a:cubicBezTo>
                <a:cubicBezTo>
                  <a:pt x="786206" y="9024"/>
                  <a:pt x="771599" y="28499"/>
                  <a:pt x="80010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92" name="Freeform 391">
            <a:extLst>
              <a:ext uri="{FF2B5EF4-FFF2-40B4-BE49-F238E27FC236}">
                <a16:creationId xmlns:a16="http://schemas.microsoft.com/office/drawing/2014/main" id="{DBDA8993-6F1E-1088-A749-AB88A3CE3FE7}"/>
              </a:ext>
            </a:extLst>
          </p:cNvPr>
          <p:cNvSpPr/>
          <p:nvPr/>
        </p:nvSpPr>
        <p:spPr>
          <a:xfrm>
            <a:off x="15955015" y="15084146"/>
            <a:ext cx="1580138" cy="3686861"/>
          </a:xfrm>
          <a:custGeom>
            <a:avLst/>
            <a:gdLst>
              <a:gd name="connsiteX0" fmla="*/ 0 w 1763549"/>
              <a:gd name="connsiteY0" fmla="*/ 0 h 4114800"/>
              <a:gd name="connsiteX1" fmla="*/ 359229 w 1763549"/>
              <a:gd name="connsiteY1" fmla="*/ 767443 h 4114800"/>
              <a:gd name="connsiteX2" fmla="*/ 375557 w 1763549"/>
              <a:gd name="connsiteY2" fmla="*/ 898071 h 4114800"/>
              <a:gd name="connsiteX3" fmla="*/ 1028700 w 1763549"/>
              <a:gd name="connsiteY3" fmla="*/ 2775857 h 4114800"/>
              <a:gd name="connsiteX4" fmla="*/ 1045029 w 1763549"/>
              <a:gd name="connsiteY4" fmla="*/ 2824843 h 4114800"/>
              <a:gd name="connsiteX5" fmla="*/ 1061357 w 1763549"/>
              <a:gd name="connsiteY5" fmla="*/ 2873828 h 4114800"/>
              <a:gd name="connsiteX6" fmla="*/ 1322614 w 1763549"/>
              <a:gd name="connsiteY6" fmla="*/ 3331028 h 4114800"/>
              <a:gd name="connsiteX7" fmla="*/ 1420586 w 1763549"/>
              <a:gd name="connsiteY7" fmla="*/ 3429000 h 4114800"/>
              <a:gd name="connsiteX8" fmla="*/ 1632857 w 1763549"/>
              <a:gd name="connsiteY8" fmla="*/ 3771900 h 4114800"/>
              <a:gd name="connsiteX9" fmla="*/ 1730829 w 1763549"/>
              <a:gd name="connsiteY9" fmla="*/ 4049485 h 4114800"/>
              <a:gd name="connsiteX10" fmla="*/ 1763486 w 1763549"/>
              <a:gd name="connsiteY10" fmla="*/ 4114800 h 411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63549" h="4114800">
                <a:moveTo>
                  <a:pt x="0" y="0"/>
                </a:moveTo>
                <a:cubicBezTo>
                  <a:pt x="119743" y="255814"/>
                  <a:pt x="250257" y="506858"/>
                  <a:pt x="359229" y="767443"/>
                </a:cubicBezTo>
                <a:cubicBezTo>
                  <a:pt x="376159" y="807927"/>
                  <a:pt x="361680" y="856441"/>
                  <a:pt x="375557" y="898071"/>
                </a:cubicBezTo>
                <a:cubicBezTo>
                  <a:pt x="585125" y="1526774"/>
                  <a:pt x="811191" y="2149857"/>
                  <a:pt x="1028700" y="2775857"/>
                </a:cubicBezTo>
                <a:cubicBezTo>
                  <a:pt x="1034349" y="2792115"/>
                  <a:pt x="1039586" y="2808514"/>
                  <a:pt x="1045029" y="2824843"/>
                </a:cubicBezTo>
                <a:cubicBezTo>
                  <a:pt x="1050472" y="2841171"/>
                  <a:pt x="1052818" y="2858884"/>
                  <a:pt x="1061357" y="2873828"/>
                </a:cubicBezTo>
                <a:cubicBezTo>
                  <a:pt x="1148443" y="3026228"/>
                  <a:pt x="1227259" y="3183661"/>
                  <a:pt x="1322614" y="3331028"/>
                </a:cubicBezTo>
                <a:cubicBezTo>
                  <a:pt x="1347704" y="3369803"/>
                  <a:pt x="1394007" y="3391230"/>
                  <a:pt x="1420586" y="3429000"/>
                </a:cubicBezTo>
                <a:cubicBezTo>
                  <a:pt x="1497949" y="3538937"/>
                  <a:pt x="1572739" y="3651663"/>
                  <a:pt x="1632857" y="3771900"/>
                </a:cubicBezTo>
                <a:cubicBezTo>
                  <a:pt x="1676739" y="3859663"/>
                  <a:pt x="1676401" y="3967842"/>
                  <a:pt x="1730829" y="4049485"/>
                </a:cubicBezTo>
                <a:cubicBezTo>
                  <a:pt x="1766505" y="4103000"/>
                  <a:pt x="1763486" y="4078846"/>
                  <a:pt x="1763486" y="411480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93" name="Freeform 392">
            <a:extLst>
              <a:ext uri="{FF2B5EF4-FFF2-40B4-BE49-F238E27FC236}">
                <a16:creationId xmlns:a16="http://schemas.microsoft.com/office/drawing/2014/main" id="{467DC59B-3919-E3EB-9F23-FFA82EB9CA94}"/>
              </a:ext>
            </a:extLst>
          </p:cNvPr>
          <p:cNvSpPr/>
          <p:nvPr/>
        </p:nvSpPr>
        <p:spPr>
          <a:xfrm>
            <a:off x="13643406" y="14819940"/>
            <a:ext cx="2691994" cy="3936439"/>
          </a:xfrm>
          <a:custGeom>
            <a:avLst/>
            <a:gdLst>
              <a:gd name="connsiteX0" fmla="*/ 0 w 3004457"/>
              <a:gd name="connsiteY0" fmla="*/ 4393348 h 4393348"/>
              <a:gd name="connsiteX1" fmla="*/ 97971 w 3004457"/>
              <a:gd name="connsiteY1" fmla="*/ 4148420 h 4393348"/>
              <a:gd name="connsiteX2" fmla="*/ 163285 w 3004457"/>
              <a:gd name="connsiteY2" fmla="*/ 4050448 h 4393348"/>
              <a:gd name="connsiteX3" fmla="*/ 195943 w 3004457"/>
              <a:gd name="connsiteY3" fmla="*/ 4001462 h 4393348"/>
              <a:gd name="connsiteX4" fmla="*/ 212271 w 3004457"/>
              <a:gd name="connsiteY4" fmla="*/ 3952477 h 4393348"/>
              <a:gd name="connsiteX5" fmla="*/ 310243 w 3004457"/>
              <a:gd name="connsiteY5" fmla="*/ 3821848 h 4393348"/>
              <a:gd name="connsiteX6" fmla="*/ 359228 w 3004457"/>
              <a:gd name="connsiteY6" fmla="*/ 3707548 h 4393348"/>
              <a:gd name="connsiteX7" fmla="*/ 391885 w 3004457"/>
              <a:gd name="connsiteY7" fmla="*/ 3658562 h 4393348"/>
              <a:gd name="connsiteX8" fmla="*/ 424543 w 3004457"/>
              <a:gd name="connsiteY8" fmla="*/ 3593248 h 4393348"/>
              <a:gd name="connsiteX9" fmla="*/ 440871 w 3004457"/>
              <a:gd name="connsiteY9" fmla="*/ 3544262 h 4393348"/>
              <a:gd name="connsiteX10" fmla="*/ 489857 w 3004457"/>
              <a:gd name="connsiteY10" fmla="*/ 3495277 h 4393348"/>
              <a:gd name="connsiteX11" fmla="*/ 506185 w 3004457"/>
              <a:gd name="connsiteY11" fmla="*/ 3446291 h 4393348"/>
              <a:gd name="connsiteX12" fmla="*/ 538843 w 3004457"/>
              <a:gd name="connsiteY12" fmla="*/ 3413634 h 4393348"/>
              <a:gd name="connsiteX13" fmla="*/ 620485 w 3004457"/>
              <a:gd name="connsiteY13" fmla="*/ 3315662 h 4393348"/>
              <a:gd name="connsiteX14" fmla="*/ 636814 w 3004457"/>
              <a:gd name="connsiteY14" fmla="*/ 3266677 h 4393348"/>
              <a:gd name="connsiteX15" fmla="*/ 669471 w 3004457"/>
              <a:gd name="connsiteY15" fmla="*/ 3217691 h 4393348"/>
              <a:gd name="connsiteX16" fmla="*/ 702128 w 3004457"/>
              <a:gd name="connsiteY16" fmla="*/ 3119720 h 4393348"/>
              <a:gd name="connsiteX17" fmla="*/ 751114 w 3004457"/>
              <a:gd name="connsiteY17" fmla="*/ 2874791 h 4393348"/>
              <a:gd name="connsiteX18" fmla="*/ 816428 w 3004457"/>
              <a:gd name="connsiteY18" fmla="*/ 2776820 h 4393348"/>
              <a:gd name="connsiteX19" fmla="*/ 881743 w 3004457"/>
              <a:gd name="connsiteY19" fmla="*/ 2678848 h 4393348"/>
              <a:gd name="connsiteX20" fmla="*/ 930728 w 3004457"/>
              <a:gd name="connsiteY20" fmla="*/ 2580877 h 4393348"/>
              <a:gd name="connsiteX21" fmla="*/ 947057 w 3004457"/>
              <a:gd name="connsiteY21" fmla="*/ 2531891 h 4393348"/>
              <a:gd name="connsiteX22" fmla="*/ 979714 w 3004457"/>
              <a:gd name="connsiteY22" fmla="*/ 2482905 h 4393348"/>
              <a:gd name="connsiteX23" fmla="*/ 1028700 w 3004457"/>
              <a:gd name="connsiteY23" fmla="*/ 2401262 h 4393348"/>
              <a:gd name="connsiteX24" fmla="*/ 1045028 w 3004457"/>
              <a:gd name="connsiteY24" fmla="*/ 2352277 h 4393348"/>
              <a:gd name="connsiteX25" fmla="*/ 1110343 w 3004457"/>
              <a:gd name="connsiteY25" fmla="*/ 2254305 h 4393348"/>
              <a:gd name="connsiteX26" fmla="*/ 1159328 w 3004457"/>
              <a:gd name="connsiteY26" fmla="*/ 2107348 h 4393348"/>
              <a:gd name="connsiteX27" fmla="*/ 1175657 w 3004457"/>
              <a:gd name="connsiteY27" fmla="*/ 2058362 h 4393348"/>
              <a:gd name="connsiteX28" fmla="*/ 1257300 w 3004457"/>
              <a:gd name="connsiteY28" fmla="*/ 1960391 h 4393348"/>
              <a:gd name="connsiteX29" fmla="*/ 1322614 w 3004457"/>
              <a:gd name="connsiteY29" fmla="*/ 1878748 h 4393348"/>
              <a:gd name="connsiteX30" fmla="*/ 1355271 w 3004457"/>
              <a:gd name="connsiteY30" fmla="*/ 1829762 h 4393348"/>
              <a:gd name="connsiteX31" fmla="*/ 1404257 w 3004457"/>
              <a:gd name="connsiteY31" fmla="*/ 1780777 h 4393348"/>
              <a:gd name="connsiteX32" fmla="*/ 1436914 w 3004457"/>
              <a:gd name="connsiteY32" fmla="*/ 1731791 h 4393348"/>
              <a:gd name="connsiteX33" fmla="*/ 1485900 w 3004457"/>
              <a:gd name="connsiteY33" fmla="*/ 1666477 h 4393348"/>
              <a:gd name="connsiteX34" fmla="*/ 1534885 w 3004457"/>
              <a:gd name="connsiteY34" fmla="*/ 1617491 h 4393348"/>
              <a:gd name="connsiteX35" fmla="*/ 1583871 w 3004457"/>
              <a:gd name="connsiteY35" fmla="*/ 1519520 h 4393348"/>
              <a:gd name="connsiteX36" fmla="*/ 1665514 w 3004457"/>
              <a:gd name="connsiteY36" fmla="*/ 1372562 h 4393348"/>
              <a:gd name="connsiteX37" fmla="*/ 1714500 w 3004457"/>
              <a:gd name="connsiteY37" fmla="*/ 1339905 h 4393348"/>
              <a:gd name="connsiteX38" fmla="*/ 1796143 w 3004457"/>
              <a:gd name="connsiteY38" fmla="*/ 1241934 h 4393348"/>
              <a:gd name="connsiteX39" fmla="*/ 1812471 w 3004457"/>
              <a:gd name="connsiteY39" fmla="*/ 1192948 h 4393348"/>
              <a:gd name="connsiteX40" fmla="*/ 1845128 w 3004457"/>
              <a:gd name="connsiteY40" fmla="*/ 1143962 h 4393348"/>
              <a:gd name="connsiteX41" fmla="*/ 1910443 w 3004457"/>
              <a:gd name="connsiteY41" fmla="*/ 997005 h 4393348"/>
              <a:gd name="connsiteX42" fmla="*/ 2008414 w 3004457"/>
              <a:gd name="connsiteY42" fmla="*/ 588791 h 4393348"/>
              <a:gd name="connsiteX43" fmla="*/ 2041071 w 3004457"/>
              <a:gd name="connsiteY43" fmla="*/ 490820 h 4393348"/>
              <a:gd name="connsiteX44" fmla="*/ 2253343 w 3004457"/>
              <a:gd name="connsiteY44" fmla="*/ 245891 h 4393348"/>
              <a:gd name="connsiteX45" fmla="*/ 2465614 w 3004457"/>
              <a:gd name="connsiteY45" fmla="*/ 147920 h 4393348"/>
              <a:gd name="connsiteX46" fmla="*/ 2939143 w 3004457"/>
              <a:gd name="connsiteY46" fmla="*/ 962 h 4393348"/>
              <a:gd name="connsiteX47" fmla="*/ 3004457 w 3004457"/>
              <a:gd name="connsiteY47" fmla="*/ 962 h 4393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04457" h="4393348">
                <a:moveTo>
                  <a:pt x="0" y="4393348"/>
                </a:moveTo>
                <a:cubicBezTo>
                  <a:pt x="29135" y="4291375"/>
                  <a:pt x="35694" y="4241836"/>
                  <a:pt x="97971" y="4148420"/>
                </a:cubicBezTo>
                <a:lnTo>
                  <a:pt x="163285" y="4050448"/>
                </a:lnTo>
                <a:lnTo>
                  <a:pt x="195943" y="4001462"/>
                </a:lnTo>
                <a:cubicBezTo>
                  <a:pt x="201386" y="3985134"/>
                  <a:pt x="203912" y="3967523"/>
                  <a:pt x="212271" y="3952477"/>
                </a:cubicBezTo>
                <a:cubicBezTo>
                  <a:pt x="258431" y="3869388"/>
                  <a:pt x="260694" y="3871396"/>
                  <a:pt x="310243" y="3821848"/>
                </a:cubicBezTo>
                <a:cubicBezTo>
                  <a:pt x="328562" y="3766890"/>
                  <a:pt x="326944" y="3764046"/>
                  <a:pt x="359228" y="3707548"/>
                </a:cubicBezTo>
                <a:cubicBezTo>
                  <a:pt x="368964" y="3690509"/>
                  <a:pt x="382148" y="3675601"/>
                  <a:pt x="391885" y="3658562"/>
                </a:cubicBezTo>
                <a:cubicBezTo>
                  <a:pt x="403962" y="3637428"/>
                  <a:pt x="414954" y="3615621"/>
                  <a:pt x="424543" y="3593248"/>
                </a:cubicBezTo>
                <a:cubicBezTo>
                  <a:pt x="431323" y="3577428"/>
                  <a:pt x="431324" y="3558583"/>
                  <a:pt x="440871" y="3544262"/>
                </a:cubicBezTo>
                <a:cubicBezTo>
                  <a:pt x="453680" y="3525048"/>
                  <a:pt x="473528" y="3511605"/>
                  <a:pt x="489857" y="3495277"/>
                </a:cubicBezTo>
                <a:cubicBezTo>
                  <a:pt x="495300" y="3478948"/>
                  <a:pt x="497330" y="3461050"/>
                  <a:pt x="506185" y="3446291"/>
                </a:cubicBezTo>
                <a:cubicBezTo>
                  <a:pt x="514106" y="3433090"/>
                  <a:pt x="529226" y="3425655"/>
                  <a:pt x="538843" y="3413634"/>
                </a:cubicBezTo>
                <a:cubicBezTo>
                  <a:pt x="629786" y="3299957"/>
                  <a:pt x="504112" y="3432038"/>
                  <a:pt x="620485" y="3315662"/>
                </a:cubicBezTo>
                <a:cubicBezTo>
                  <a:pt x="625928" y="3299334"/>
                  <a:pt x="629117" y="3282072"/>
                  <a:pt x="636814" y="3266677"/>
                </a:cubicBezTo>
                <a:cubicBezTo>
                  <a:pt x="645590" y="3249124"/>
                  <a:pt x="661501" y="3235624"/>
                  <a:pt x="669471" y="3217691"/>
                </a:cubicBezTo>
                <a:cubicBezTo>
                  <a:pt x="683452" y="3186234"/>
                  <a:pt x="702128" y="3119720"/>
                  <a:pt x="702128" y="3119720"/>
                </a:cubicBezTo>
                <a:cubicBezTo>
                  <a:pt x="708443" y="3062883"/>
                  <a:pt x="712520" y="2932682"/>
                  <a:pt x="751114" y="2874791"/>
                </a:cubicBezTo>
                <a:cubicBezTo>
                  <a:pt x="772885" y="2842134"/>
                  <a:pt x="804016" y="2814055"/>
                  <a:pt x="816428" y="2776820"/>
                </a:cubicBezTo>
                <a:cubicBezTo>
                  <a:pt x="840060" y="2705927"/>
                  <a:pt x="820586" y="2740005"/>
                  <a:pt x="881743" y="2678848"/>
                </a:cubicBezTo>
                <a:cubicBezTo>
                  <a:pt x="922782" y="2555727"/>
                  <a:pt x="867424" y="2707483"/>
                  <a:pt x="930728" y="2580877"/>
                </a:cubicBezTo>
                <a:cubicBezTo>
                  <a:pt x="938425" y="2565482"/>
                  <a:pt x="939360" y="2547286"/>
                  <a:pt x="947057" y="2531891"/>
                </a:cubicBezTo>
                <a:cubicBezTo>
                  <a:pt x="955833" y="2514338"/>
                  <a:pt x="970938" y="2500458"/>
                  <a:pt x="979714" y="2482905"/>
                </a:cubicBezTo>
                <a:cubicBezTo>
                  <a:pt x="1022108" y="2398118"/>
                  <a:pt x="964914" y="2465050"/>
                  <a:pt x="1028700" y="2401262"/>
                </a:cubicBezTo>
                <a:cubicBezTo>
                  <a:pt x="1034143" y="2384934"/>
                  <a:pt x="1036669" y="2367323"/>
                  <a:pt x="1045028" y="2352277"/>
                </a:cubicBezTo>
                <a:cubicBezTo>
                  <a:pt x="1064089" y="2317967"/>
                  <a:pt x="1110343" y="2254305"/>
                  <a:pt x="1110343" y="2254305"/>
                </a:cubicBezTo>
                <a:lnTo>
                  <a:pt x="1159328" y="2107348"/>
                </a:lnTo>
                <a:cubicBezTo>
                  <a:pt x="1164771" y="2091019"/>
                  <a:pt x="1166109" y="2072683"/>
                  <a:pt x="1175657" y="2058362"/>
                </a:cubicBezTo>
                <a:cubicBezTo>
                  <a:pt x="1221123" y="1990163"/>
                  <a:pt x="1194438" y="2023253"/>
                  <a:pt x="1257300" y="1960391"/>
                </a:cubicBezTo>
                <a:cubicBezTo>
                  <a:pt x="1289087" y="1865025"/>
                  <a:pt x="1248756" y="1952606"/>
                  <a:pt x="1322614" y="1878748"/>
                </a:cubicBezTo>
                <a:cubicBezTo>
                  <a:pt x="1336491" y="1864871"/>
                  <a:pt x="1342708" y="1844838"/>
                  <a:pt x="1355271" y="1829762"/>
                </a:cubicBezTo>
                <a:cubicBezTo>
                  <a:pt x="1370054" y="1812022"/>
                  <a:pt x="1389474" y="1798517"/>
                  <a:pt x="1404257" y="1780777"/>
                </a:cubicBezTo>
                <a:cubicBezTo>
                  <a:pt x="1416820" y="1765701"/>
                  <a:pt x="1425507" y="1747760"/>
                  <a:pt x="1436914" y="1731791"/>
                </a:cubicBezTo>
                <a:cubicBezTo>
                  <a:pt x="1452732" y="1709646"/>
                  <a:pt x="1468189" y="1687140"/>
                  <a:pt x="1485900" y="1666477"/>
                </a:cubicBezTo>
                <a:cubicBezTo>
                  <a:pt x="1500928" y="1648944"/>
                  <a:pt x="1518557" y="1633820"/>
                  <a:pt x="1534885" y="1617491"/>
                </a:cubicBezTo>
                <a:cubicBezTo>
                  <a:pt x="1575929" y="1494362"/>
                  <a:pt x="1520564" y="1646134"/>
                  <a:pt x="1583871" y="1519520"/>
                </a:cubicBezTo>
                <a:cubicBezTo>
                  <a:pt x="1613648" y="1459967"/>
                  <a:pt x="1588290" y="1424044"/>
                  <a:pt x="1665514" y="1372562"/>
                </a:cubicBezTo>
                <a:cubicBezTo>
                  <a:pt x="1681843" y="1361676"/>
                  <a:pt x="1699424" y="1352468"/>
                  <a:pt x="1714500" y="1339905"/>
                </a:cubicBezTo>
                <a:cubicBezTo>
                  <a:pt x="1761645" y="1300618"/>
                  <a:pt x="1764033" y="1290099"/>
                  <a:pt x="1796143" y="1241934"/>
                </a:cubicBezTo>
                <a:cubicBezTo>
                  <a:pt x="1801586" y="1225605"/>
                  <a:pt x="1804774" y="1208343"/>
                  <a:pt x="1812471" y="1192948"/>
                </a:cubicBezTo>
                <a:cubicBezTo>
                  <a:pt x="1821247" y="1175395"/>
                  <a:pt x="1837158" y="1161895"/>
                  <a:pt x="1845128" y="1143962"/>
                </a:cubicBezTo>
                <a:cubicBezTo>
                  <a:pt x="1922851" y="969084"/>
                  <a:pt x="1836536" y="1107864"/>
                  <a:pt x="1910443" y="997005"/>
                </a:cubicBezTo>
                <a:cubicBezTo>
                  <a:pt x="1941726" y="809300"/>
                  <a:pt x="1926822" y="880192"/>
                  <a:pt x="2008414" y="588791"/>
                </a:cubicBezTo>
                <a:cubicBezTo>
                  <a:pt x="2017696" y="555642"/>
                  <a:pt x="2021063" y="518832"/>
                  <a:pt x="2041071" y="490820"/>
                </a:cubicBezTo>
                <a:cubicBezTo>
                  <a:pt x="2103867" y="402906"/>
                  <a:pt x="2169296" y="313775"/>
                  <a:pt x="2253343" y="245891"/>
                </a:cubicBezTo>
                <a:cubicBezTo>
                  <a:pt x="2313968" y="196925"/>
                  <a:pt x="2392983" y="176165"/>
                  <a:pt x="2465614" y="147920"/>
                </a:cubicBezTo>
                <a:cubicBezTo>
                  <a:pt x="2603316" y="94369"/>
                  <a:pt x="2777657" y="17111"/>
                  <a:pt x="2939143" y="962"/>
                </a:cubicBezTo>
                <a:cubicBezTo>
                  <a:pt x="2960806" y="-1204"/>
                  <a:pt x="2982686" y="962"/>
                  <a:pt x="3004457" y="962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4042E40-A004-5E6E-8462-7AB1D7302D04}"/>
              </a:ext>
            </a:extLst>
          </p:cNvPr>
          <p:cNvSpPr/>
          <p:nvPr/>
        </p:nvSpPr>
        <p:spPr>
          <a:xfrm>
            <a:off x="8537341" y="622896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FD8B209-C9C6-0EB2-9E7A-2CE22779DD51}"/>
                  </a:ext>
                </a:extLst>
              </p:cNvPr>
              <p:cNvSpPr txBox="1"/>
              <p:nvPr/>
            </p:nvSpPr>
            <p:spPr>
              <a:xfrm>
                <a:off x="4850814" y="5121279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FD8B209-C9C6-0EB2-9E7A-2CE22779D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0814" y="5121279"/>
                <a:ext cx="896111" cy="588751"/>
              </a:xfrm>
              <a:prstGeom prst="rect">
                <a:avLst/>
              </a:prstGeom>
              <a:blipFill>
                <a:blip r:embed="rId85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27083C-4582-57D2-3371-0B7128096F69}"/>
                  </a:ext>
                </a:extLst>
              </p:cNvPr>
              <p:cNvSpPr txBox="1"/>
              <p:nvPr/>
            </p:nvSpPr>
            <p:spPr>
              <a:xfrm>
                <a:off x="15627244" y="6860711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27083C-4582-57D2-3371-0B712809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7244" y="6860711"/>
                <a:ext cx="896111" cy="478464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525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1532341" y="8978079"/>
            <a:ext cx="7187410" cy="5859901"/>
            <a:chOff x="26065361" y="17237100"/>
            <a:chExt cx="8984262" cy="7324876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Parallelogram 1">
            <a:extLst>
              <a:ext uri="{FF2B5EF4-FFF2-40B4-BE49-F238E27FC236}">
                <a16:creationId xmlns:a16="http://schemas.microsoft.com/office/drawing/2014/main" id="{A3BC7498-4D75-5E77-DF2B-26906431DCD0}"/>
              </a:ext>
            </a:extLst>
          </p:cNvPr>
          <p:cNvSpPr/>
          <p:nvPr/>
        </p:nvSpPr>
        <p:spPr>
          <a:xfrm>
            <a:off x="13240847" y="12208775"/>
            <a:ext cx="1946626" cy="525711"/>
          </a:xfrm>
          <a:prstGeom prst="parallelogram">
            <a:avLst>
              <a:gd name="adj" fmla="val 79237"/>
            </a:avLst>
          </a:prstGeom>
          <a:pattFill prst="dk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E7FC9-945D-2A01-4A42-906466E4EB7B}"/>
                  </a:ext>
                </a:extLst>
              </p:cNvPr>
              <p:cNvSpPr txBox="1"/>
              <p:nvPr/>
            </p:nvSpPr>
            <p:spPr>
              <a:xfrm>
                <a:off x="11211856" y="15914222"/>
                <a:ext cx="8976332" cy="2822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ea typeface="Cambria Math" panose="02040503050406030204" pitchFamily="18" charset="0"/>
                  </a:rPr>
                  <a:t>		          	Substitution rate per coalescent units</a:t>
                </a:r>
                <a:endParaRPr lang="en-US" sz="3200" i="1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ea typeface="Cambria Math" panose="02040503050406030204" pitchFamily="18" charset="0"/>
                  </a:rPr>
                  <a:t>	 		        Branch length in coalescent units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840" dirty="0">
                    <a:ea typeface="Cambria Math" panose="020405030504060302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84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840" dirty="0">
                    <a:ea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84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4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84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ea typeface="Cambria Math" panose="02040503050406030204" pitchFamily="18" charset="0"/>
                  </a:rPr>
                  <a:t>	 	Branch length in substitution units</a:t>
                </a:r>
              </a:p>
              <a:p>
                <a:endParaRPr lang="en-US" sz="32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E7FC9-945D-2A01-4A42-906466E4E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1856" y="15914222"/>
                <a:ext cx="8976332" cy="2822824"/>
              </a:xfrm>
              <a:prstGeom prst="rect">
                <a:avLst/>
              </a:prstGeom>
              <a:blipFill>
                <a:blip r:embed="rId15"/>
                <a:stretch>
                  <a:fillRect l="-1695" t="-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127B633-AED4-95AD-37AE-70D94B33B373}"/>
              </a:ext>
            </a:extLst>
          </p:cNvPr>
          <p:cNvSpPr txBox="1"/>
          <p:nvPr/>
        </p:nvSpPr>
        <p:spPr>
          <a:xfrm>
            <a:off x="12580697" y="15347548"/>
            <a:ext cx="56221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ea typeface="Cambria Math" panose="02040503050406030204" pitchFamily="18" charset="0"/>
              </a:rPr>
              <a:t>Parameters of branch 1: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C54B2A-EBA1-3788-7D5F-CDB5B7B8137E}"/>
              </a:ext>
            </a:extLst>
          </p:cNvPr>
          <p:cNvGrpSpPr/>
          <p:nvPr/>
        </p:nvGrpSpPr>
        <p:grpSpPr>
          <a:xfrm>
            <a:off x="26254667" y="8950497"/>
            <a:ext cx="7187410" cy="6228545"/>
            <a:chOff x="26065361" y="17237100"/>
            <a:chExt cx="8984262" cy="778568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46C036-82C5-0A3B-8248-E1364142497D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785682"/>
              <a:chOff x="26432895" y="15082907"/>
              <a:chExt cx="8984262" cy="778568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BD591F2C-FE44-15E4-9D6B-B69CB8EDEBDA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BD591F2C-FE44-15E4-9D6B-B69CB8EDEB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2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4906B441-0D2C-397C-48A4-536E348B6D6D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4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4906B441-0D2C-397C-48A4-536E348B6D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4"/>
                    <a:ext cx="1120139" cy="59808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5E9D3D3-5ED4-8404-1260-1CCD22266A16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5E9D3D3-5ED4-8404-1260-1CCD22266A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008A34-D60C-9340-F18F-0FF5944152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A1468E4-412F-EF44-2A24-0F3E9F9908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3D35D4-B3F1-6FD9-F4C8-9E2371201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722095" y="19788627"/>
                <a:ext cx="761661" cy="1538239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1DA9586-D60D-C341-0BB8-0E0C14808C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737199" y="19788627"/>
                <a:ext cx="785834" cy="15849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6EA47B0-5469-9D63-03E6-829340469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43341" y="21326866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8612243-8617-7C2F-36B8-7F9E8EBE96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1447145" cy="307996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8D021FD-BCC3-A994-BE40-25B4FFCAE0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1514376" cy="306890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4A8CF77-D079-BC38-6B85-B72B15452C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39382" y="22847322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7F254186-890F-D570-89C1-05FB05D42F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0D78707F-15B7-E965-E489-BFC21228AA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A43DBFED-AE80-081E-196F-2873F3229B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DF5069E-3301-50AD-4EEB-D30A06BA14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20503EC-A0B7-F1DC-6A11-FFD014E4E9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7C9AE78-55B2-F98C-AB04-5C6472D8AE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0237931-20DF-650C-66C9-6CF5C0BD76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063E456-1555-B32F-8AF5-A868EDB6E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A014208-6127-DCA7-1DAF-DFF96D9F4D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358ECC3-4D0C-4688-C618-03E8BDA8C4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AEB5F29D-340B-E2FA-B332-B63C227F57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F798C6E9-7CEC-38D1-BDA7-7010A7E6F5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168B5FB-B94F-7545-574A-75D728DD9F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81AA5B5E-ACEE-07E5-08FB-C142FCF7A4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9961143-489F-D8E3-7DC8-D17FED7E3F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F8838EA-B58B-0CE5-CAF5-4A1EDDCC4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F378AA-6275-1CA5-9921-AE45F050E9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519922" y="22112130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F378AA-6275-1CA5-9921-AE45F050E9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519922" y="22112130"/>
                    <a:ext cx="1120139" cy="66693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0F3D980A-4514-64F1-DE8E-D77BAD1B4BB5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0F3D980A-4514-64F1-DE8E-D77BAD1B4B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1"/>
                    <a:ext cx="1120139" cy="59808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24F2C0D-49CF-F4EB-C2C1-A8E795D15918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6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24F2C0D-49CF-F4EB-C2C1-A8E795D159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6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F84E894-83F3-E7A5-5EFB-6BBA406ED727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F84E894-83F3-E7A5-5EFB-6BBA406ED7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866915-176B-9F54-FBF9-F1C62B0EA8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F7751971-A589-4445-348B-2C5479533BFD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5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F7751971-A589-4445-348B-2C5479533B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5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799B1F1-4EDD-9C9C-E261-DC9B91C4CD88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799B1F1-4EDD-9C9C-E261-DC9B91C4CD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C9A92BA-703A-8CE9-AC0A-7A4F068E9AF7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C9A92BA-703A-8CE9-AC0A-7A4F068E9A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D3050EB-0026-59EF-8701-3DC7A81E2A42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D3050EB-0026-59EF-8701-3DC7A81E2A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80B15E4C-7B0B-BE7F-86DC-AACE06CEB863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80B15E4C-7B0B-BE7F-86DC-AACE06CEB8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004C1CC-5040-89F9-AD09-767ECB4D2884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004C1CC-5040-89F9-AD09-767ECB4D28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66693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C91788-DA48-992A-11F4-0256DDF992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Parallelogram 48">
            <a:extLst>
              <a:ext uri="{FF2B5EF4-FFF2-40B4-BE49-F238E27FC236}">
                <a16:creationId xmlns:a16="http://schemas.microsoft.com/office/drawing/2014/main" id="{6AF133F7-5F2F-D532-8C34-8DD71307DEBC}"/>
              </a:ext>
            </a:extLst>
          </p:cNvPr>
          <p:cNvSpPr/>
          <p:nvPr/>
        </p:nvSpPr>
        <p:spPr>
          <a:xfrm>
            <a:off x="27963174" y="12181196"/>
            <a:ext cx="1946626" cy="525711"/>
          </a:xfrm>
          <a:prstGeom prst="parallelogram">
            <a:avLst>
              <a:gd name="adj" fmla="val 79237"/>
            </a:avLst>
          </a:prstGeom>
          <a:pattFill prst="dk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</p:spTree>
    <p:extLst>
      <p:ext uri="{BB962C8B-B14F-4D97-AF65-F5344CB8AC3E}">
        <p14:creationId xmlns:p14="http://schemas.microsoft.com/office/powerpoint/2010/main" val="3422399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1532341" y="8978079"/>
            <a:ext cx="7187410" cy="5859901"/>
            <a:chOff x="26065361" y="17237100"/>
            <a:chExt cx="8984262" cy="7324876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5" name="Freeform 204">
            <a:extLst>
              <a:ext uri="{FF2B5EF4-FFF2-40B4-BE49-F238E27FC236}">
                <a16:creationId xmlns:a16="http://schemas.microsoft.com/office/drawing/2014/main" id="{7C7B1F9C-306C-CB0F-AA78-9132A454C166}"/>
              </a:ext>
            </a:extLst>
          </p:cNvPr>
          <p:cNvSpPr/>
          <p:nvPr/>
        </p:nvSpPr>
        <p:spPr>
          <a:xfrm>
            <a:off x="15092023" y="11159466"/>
            <a:ext cx="1542927" cy="3164722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E172CB8B-DF47-B87B-14C9-D27C5DF29607}"/>
              </a:ext>
            </a:extLst>
          </p:cNvPr>
          <p:cNvSpPr/>
          <p:nvPr/>
        </p:nvSpPr>
        <p:spPr>
          <a:xfrm>
            <a:off x="14518004" y="1163566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9A81C14B-D74D-6674-8311-D7CE9666CE9D}"/>
              </a:ext>
            </a:extLst>
          </p:cNvPr>
          <p:cNvSpPr/>
          <p:nvPr/>
        </p:nvSpPr>
        <p:spPr>
          <a:xfrm>
            <a:off x="15078638" y="9937315"/>
            <a:ext cx="689413" cy="147882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887626C-12C3-EBF1-B4B8-B9FB3169E6B6}"/>
              </a:ext>
            </a:extLst>
          </p:cNvPr>
          <p:cNvSpPr/>
          <p:nvPr/>
        </p:nvSpPr>
        <p:spPr>
          <a:xfrm>
            <a:off x="15758066" y="9977361"/>
            <a:ext cx="2238121" cy="4346299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F3F1530-E31F-7DB4-DE6D-4A5333766EC2}"/>
              </a:ext>
            </a:extLst>
          </p:cNvPr>
          <p:cNvSpPr/>
          <p:nvPr/>
        </p:nvSpPr>
        <p:spPr>
          <a:xfrm>
            <a:off x="15686019" y="988792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D653778-EBE0-DC35-C099-A0CE2810FCE7}"/>
              </a:ext>
            </a:extLst>
          </p:cNvPr>
          <p:cNvCxnSpPr>
            <a:cxnSpLocks/>
          </p:cNvCxnSpPr>
          <p:nvPr/>
        </p:nvCxnSpPr>
        <p:spPr>
          <a:xfrm>
            <a:off x="15078636" y="11456925"/>
            <a:ext cx="0" cy="6935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A422B2FA-7427-6AB2-C19D-3807ECC887DA}"/>
              </a:ext>
            </a:extLst>
          </p:cNvPr>
          <p:cNvCxnSpPr>
            <a:cxnSpLocks/>
          </p:cNvCxnSpPr>
          <p:nvPr/>
        </p:nvCxnSpPr>
        <p:spPr>
          <a:xfrm>
            <a:off x="14590042" y="11770581"/>
            <a:ext cx="0" cy="3799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/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/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blipFill>
                <a:blip r:embed="rId1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Freeform 224">
            <a:extLst>
              <a:ext uri="{FF2B5EF4-FFF2-40B4-BE49-F238E27FC236}">
                <a16:creationId xmlns:a16="http://schemas.microsoft.com/office/drawing/2014/main" id="{7A71C6DA-5701-8784-883E-0BDA2B097A94}"/>
              </a:ext>
            </a:extLst>
          </p:cNvPr>
          <p:cNvSpPr/>
          <p:nvPr/>
        </p:nvSpPr>
        <p:spPr>
          <a:xfrm>
            <a:off x="12813529" y="11716529"/>
            <a:ext cx="1757921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15CB9122-FDB5-5607-CEC0-3B1E045CCEDF}"/>
              </a:ext>
            </a:extLst>
          </p:cNvPr>
          <p:cNvSpPr/>
          <p:nvPr/>
        </p:nvSpPr>
        <p:spPr>
          <a:xfrm>
            <a:off x="14467742" y="11724478"/>
            <a:ext cx="708237" cy="2601086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E450F4FB-C17C-7685-4B27-826CA1457E02}"/>
              </a:ext>
            </a:extLst>
          </p:cNvPr>
          <p:cNvSpPr/>
          <p:nvPr/>
        </p:nvSpPr>
        <p:spPr>
          <a:xfrm>
            <a:off x="14603266" y="11239267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841E3BC-1148-2275-5444-E9C42649D63D}"/>
              </a:ext>
            </a:extLst>
          </p:cNvPr>
          <p:cNvSpPr/>
          <p:nvPr/>
        </p:nvSpPr>
        <p:spPr>
          <a:xfrm>
            <a:off x="15012618" y="1115478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048983B-BC19-B7B4-E651-386190820A54}"/>
              </a:ext>
            </a:extLst>
          </p:cNvPr>
          <p:cNvCxnSpPr>
            <a:cxnSpLocks/>
          </p:cNvCxnSpPr>
          <p:nvPr/>
        </p:nvCxnSpPr>
        <p:spPr>
          <a:xfrm>
            <a:off x="15760887" y="9966891"/>
            <a:ext cx="17434" cy="1122924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/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0" name="TextBox 349">
            <a:extLst>
              <a:ext uri="{FF2B5EF4-FFF2-40B4-BE49-F238E27FC236}">
                <a16:creationId xmlns:a16="http://schemas.microsoft.com/office/drawing/2014/main" id="{4AA37B75-744F-E536-51BA-CA28716999DE}"/>
              </a:ext>
            </a:extLst>
          </p:cNvPr>
          <p:cNvSpPr txBox="1"/>
          <p:nvPr/>
        </p:nvSpPr>
        <p:spPr>
          <a:xfrm>
            <a:off x="13508536" y="8398972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Unbalanced species tree</a:t>
            </a:r>
          </a:p>
        </p:txBody>
      </p:sp>
    </p:spTree>
    <p:extLst>
      <p:ext uri="{BB962C8B-B14F-4D97-AF65-F5344CB8AC3E}">
        <p14:creationId xmlns:p14="http://schemas.microsoft.com/office/powerpoint/2010/main" val="329202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roup 384">
            <a:extLst>
              <a:ext uri="{FF2B5EF4-FFF2-40B4-BE49-F238E27FC236}">
                <a16:creationId xmlns:a16="http://schemas.microsoft.com/office/drawing/2014/main" id="{0F183F7A-4CF6-E37C-AF4E-2AC103A2E377}"/>
              </a:ext>
            </a:extLst>
          </p:cNvPr>
          <p:cNvGrpSpPr/>
          <p:nvPr/>
        </p:nvGrpSpPr>
        <p:grpSpPr>
          <a:xfrm>
            <a:off x="3748260" y="8978076"/>
            <a:ext cx="7898462" cy="5817550"/>
            <a:chOff x="9476775" y="15464003"/>
            <a:chExt cx="8661380" cy="640673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EC1CD09-69AE-FED9-53B5-7D7D86FF6890}"/>
                </a:ext>
              </a:extLst>
            </p:cNvPr>
            <p:cNvGrpSpPr/>
            <p:nvPr/>
          </p:nvGrpSpPr>
          <p:grpSpPr>
            <a:xfrm>
              <a:off x="9476775" y="15464003"/>
              <a:ext cx="8661380" cy="6406737"/>
              <a:chOff x="16497732" y="9281963"/>
              <a:chExt cx="8661380" cy="6406737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C2EC489-2A42-1B7C-9CCB-1ADD2DFB1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98166" y="11585780"/>
                <a:ext cx="1011513" cy="19993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C53475FC-066F-E698-8B7C-0FA6BD7A33DB}"/>
                  </a:ext>
                </a:extLst>
              </p:cNvPr>
              <p:cNvGrpSpPr/>
              <p:nvPr/>
            </p:nvGrpSpPr>
            <p:grpSpPr>
              <a:xfrm>
                <a:off x="16497732" y="9281963"/>
                <a:ext cx="8661380" cy="6406737"/>
                <a:chOff x="16497732" y="9281963"/>
                <a:chExt cx="8661380" cy="640673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b="-25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16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1DEAF26C-A878-E0E9-E8BD-4375E8404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9" y="11620740"/>
                  <a:ext cx="0" cy="176642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5DF0A54-3F6A-7D43-CE93-76FD3A4701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399" y="11586775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7915849-AC29-B27E-B21C-C62B2B4627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225" y="13391537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EF4F526-A59A-7096-0CAE-12B496A96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741" y="11593562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756B8FB-4E38-AC2A-C5F6-F987488FB8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567" y="14485724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1D0E504-9ADF-B3C1-1E15-9F2E186593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203662" y="11593562"/>
                  <a:ext cx="0" cy="289216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945EDBD-9A4A-6482-DBE7-61E440967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277952" y="13387162"/>
                  <a:ext cx="18288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BBB3F21-B055-71A3-1227-F3822C9AC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25354" y="11586775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027536B-8A5F-2399-F6B7-60BFF1C27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58236" y="14480009"/>
                  <a:ext cx="1775014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B6151E3E-7A3A-AC85-53CC-B2512DC4F0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437623" y="13387162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B8F9C79-712B-58DE-E5A1-3CCCF0FE9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277952" y="11571156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0622B9C9-6386-721D-395B-97AED44EE5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0047844" y="11574012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A02F619-BC8F-1904-A31C-0CC9799035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353915" y="13396044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3D32B1D7-27C5-1BD8-0BCC-5A89CC0A5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87657" y="13416280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2ED2101-2CBE-028B-36F6-9B399DE8B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73583" y="13402275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2C47EEFD-AE59-BFB6-1C79-A851465B9E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8" y="1513932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E354A31-A94D-BC2A-0BC2-9D0BD7035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985167" y="1513125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E510F09-A4B6-A0FE-E7FB-C45DAB1AF5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601914" y="1513833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1E0712F-C195-ACE6-54EE-D1E7DF276A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081574" y="15132921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04DB82D-5691-25C9-33F5-143D28E371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617750" y="9293142"/>
                  <a:ext cx="16173" cy="229064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809FF35-2DEA-68D8-449A-6F9E8374C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91025" y="9281963"/>
                  <a:ext cx="8790" cy="230820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5E246F7-5789-7ADA-5010-DB6903331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68960" y="11571156"/>
                  <a:ext cx="1779474" cy="35960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64B0CBD6-C591-17CB-65A2-783E8DE384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657489" y="13567925"/>
                  <a:ext cx="754868" cy="157140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1ECE8FF-FFEA-057A-692A-62250391B6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54886" y="14469705"/>
                  <a:ext cx="300620" cy="6792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432CF4C8-3A1F-6219-5476-163D5E32DE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62623" y="14511440"/>
                  <a:ext cx="293460" cy="6246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C1DDCB46-CB12-113B-A9FB-13F5F2A244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17750" y="9301129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52711FB9-1E8A-526E-2D01-FE60E4FF6D1E}"/>
                </a:ext>
              </a:extLst>
            </p:cNvPr>
            <p:cNvCxnSpPr>
              <a:cxnSpLocks/>
            </p:cNvCxnSpPr>
            <p:nvPr/>
          </p:nvCxnSpPr>
          <p:spPr>
            <a:xfrm>
              <a:off x="13604375" y="17118556"/>
              <a:ext cx="0" cy="651812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/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81FF144D-5AE5-E919-922F-7CC9B732DEF2}"/>
                </a:ext>
              </a:extLst>
            </p:cNvPr>
            <p:cNvSpPr/>
            <p:nvPr/>
          </p:nvSpPr>
          <p:spPr>
            <a:xfrm>
              <a:off x="13928555" y="16134874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5F488F8B-8DB6-633F-1E96-FC35CDD95AC9}"/>
                </a:ext>
              </a:extLst>
            </p:cNvPr>
            <p:cNvSpPr/>
            <p:nvPr/>
          </p:nvSpPr>
          <p:spPr>
            <a:xfrm>
              <a:off x="13503933" y="17005675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</p:grpSp>
      <p:sp>
        <p:nvSpPr>
          <p:cNvPr id="386" name="TextBox 385">
            <a:extLst>
              <a:ext uri="{FF2B5EF4-FFF2-40B4-BE49-F238E27FC236}">
                <a16:creationId xmlns:a16="http://schemas.microsoft.com/office/drawing/2014/main" id="{083A76A2-B822-183A-4599-03A6DD5C3FE7}"/>
              </a:ext>
            </a:extLst>
          </p:cNvPr>
          <p:cNvSpPr txBox="1"/>
          <p:nvPr/>
        </p:nvSpPr>
        <p:spPr>
          <a:xfrm>
            <a:off x="6084050" y="8323767"/>
            <a:ext cx="4680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Balanced species tree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E30FB89F-3629-59F8-A1AA-ECF67489CF59}"/>
              </a:ext>
            </a:extLst>
          </p:cNvPr>
          <p:cNvSpPr txBox="1"/>
          <p:nvPr/>
        </p:nvSpPr>
        <p:spPr>
          <a:xfrm>
            <a:off x="3815703" y="8208345"/>
            <a:ext cx="598241" cy="708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2" b="1" dirty="0"/>
              <a:t>a)</a:t>
            </a:r>
          </a:p>
        </p:txBody>
      </p:sp>
    </p:spTree>
    <p:extLst>
      <p:ext uri="{BB962C8B-B14F-4D97-AF65-F5344CB8AC3E}">
        <p14:creationId xmlns:p14="http://schemas.microsoft.com/office/powerpoint/2010/main" val="1240705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2EC489-2A42-1B7C-9CCB-1ADD2DFB147B}"/>
              </a:ext>
            </a:extLst>
          </p:cNvPr>
          <p:cNvCxnSpPr>
            <a:cxnSpLocks/>
          </p:cNvCxnSpPr>
          <p:nvPr/>
        </p:nvCxnSpPr>
        <p:spPr>
          <a:xfrm>
            <a:off x="7791993" y="11071563"/>
            <a:ext cx="1532870" cy="171345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BBB3F21-B055-71A3-1227-F3822C9ACCC7}"/>
              </a:ext>
            </a:extLst>
          </p:cNvPr>
          <p:cNvCxnSpPr>
            <a:cxnSpLocks/>
          </p:cNvCxnSpPr>
          <p:nvPr/>
        </p:nvCxnSpPr>
        <p:spPr>
          <a:xfrm>
            <a:off x="5837356" y="11058023"/>
            <a:ext cx="3172133" cy="1291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B8F9C79-712B-58DE-E5A1-3CCCF0FE9356}"/>
              </a:ext>
            </a:extLst>
          </p:cNvPr>
          <p:cNvCxnSpPr>
            <a:cxnSpLocks/>
          </p:cNvCxnSpPr>
          <p:nvPr/>
        </p:nvCxnSpPr>
        <p:spPr>
          <a:xfrm flipH="1">
            <a:off x="3054490" y="11056752"/>
            <a:ext cx="2757671" cy="172080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622B9C9-6386-721D-395B-97AED44EE5C1}"/>
              </a:ext>
            </a:extLst>
          </p:cNvPr>
          <p:cNvCxnSpPr>
            <a:cxnSpLocks/>
          </p:cNvCxnSpPr>
          <p:nvPr/>
        </p:nvCxnSpPr>
        <p:spPr>
          <a:xfrm flipH="1">
            <a:off x="5426136" y="11077127"/>
            <a:ext cx="2355410" cy="169956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04DB82D-5691-25C9-33F5-143D28E37104}"/>
              </a:ext>
            </a:extLst>
          </p:cNvPr>
          <p:cNvCxnSpPr>
            <a:cxnSpLocks/>
          </p:cNvCxnSpPr>
          <p:nvPr/>
        </p:nvCxnSpPr>
        <p:spPr>
          <a:xfrm flipH="1">
            <a:off x="5822607" y="9001646"/>
            <a:ext cx="14749" cy="207999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2809FF35-2DEA-68D8-449A-6F9E8374C01D}"/>
              </a:ext>
            </a:extLst>
          </p:cNvPr>
          <p:cNvCxnSpPr>
            <a:cxnSpLocks/>
          </p:cNvCxnSpPr>
          <p:nvPr/>
        </p:nvCxnSpPr>
        <p:spPr>
          <a:xfrm>
            <a:off x="9031262" y="8978080"/>
            <a:ext cx="8016" cy="209593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5E246F7-5789-7ADA-5010-DB69033316B4}"/>
              </a:ext>
            </a:extLst>
          </p:cNvPr>
          <p:cNvCxnSpPr>
            <a:cxnSpLocks/>
          </p:cNvCxnSpPr>
          <p:nvPr/>
        </p:nvCxnSpPr>
        <p:spPr>
          <a:xfrm>
            <a:off x="9011143" y="11056752"/>
            <a:ext cx="2079920" cy="172343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DDCB46-CB12-113B-A9FB-13F5F2A24401}"/>
              </a:ext>
            </a:extLst>
          </p:cNvPr>
          <p:cNvCxnSpPr>
            <a:cxnSpLocks/>
          </p:cNvCxnSpPr>
          <p:nvPr/>
        </p:nvCxnSpPr>
        <p:spPr>
          <a:xfrm flipV="1">
            <a:off x="5847376" y="8995484"/>
            <a:ext cx="3155179" cy="23545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CA6D137-AB8D-D652-7A1E-811B866C051C}"/>
              </a:ext>
            </a:extLst>
          </p:cNvPr>
          <p:cNvCxnSpPr>
            <a:cxnSpLocks/>
          </p:cNvCxnSpPr>
          <p:nvPr/>
        </p:nvCxnSpPr>
        <p:spPr>
          <a:xfrm flipH="1">
            <a:off x="1091284" y="14407244"/>
            <a:ext cx="771066" cy="157083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02954EC-802B-F623-A340-04004890C6DA}"/>
              </a:ext>
            </a:extLst>
          </p:cNvPr>
          <p:cNvCxnSpPr>
            <a:cxnSpLocks/>
          </p:cNvCxnSpPr>
          <p:nvPr/>
        </p:nvCxnSpPr>
        <p:spPr>
          <a:xfrm flipH="1">
            <a:off x="1922705" y="14407244"/>
            <a:ext cx="771066" cy="157083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CCF7435-B587-70D6-956A-32A9F2449961}"/>
              </a:ext>
            </a:extLst>
          </p:cNvPr>
          <p:cNvCxnSpPr>
            <a:cxnSpLocks/>
          </p:cNvCxnSpPr>
          <p:nvPr/>
        </p:nvCxnSpPr>
        <p:spPr>
          <a:xfrm>
            <a:off x="1091284" y="15978077"/>
            <a:ext cx="83142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71CD5CD-8084-AF7A-0877-ABFC3FEE5F7B}"/>
              </a:ext>
            </a:extLst>
          </p:cNvPr>
          <p:cNvCxnSpPr>
            <a:cxnSpLocks/>
          </p:cNvCxnSpPr>
          <p:nvPr/>
        </p:nvCxnSpPr>
        <p:spPr>
          <a:xfrm>
            <a:off x="2654609" y="14407244"/>
            <a:ext cx="791554" cy="157083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E4B4AB6-8119-92D1-DBCB-50D6A362CF76}"/>
              </a:ext>
            </a:extLst>
          </p:cNvPr>
          <p:cNvCxnSpPr>
            <a:cxnSpLocks/>
          </p:cNvCxnSpPr>
          <p:nvPr/>
        </p:nvCxnSpPr>
        <p:spPr>
          <a:xfrm>
            <a:off x="3486029" y="14407243"/>
            <a:ext cx="749190" cy="1570835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2B0BC32-BD2B-388F-A9D1-486D4B25E1BF}"/>
              </a:ext>
            </a:extLst>
          </p:cNvPr>
          <p:cNvCxnSpPr>
            <a:cxnSpLocks/>
          </p:cNvCxnSpPr>
          <p:nvPr/>
        </p:nvCxnSpPr>
        <p:spPr>
          <a:xfrm>
            <a:off x="3430845" y="15978077"/>
            <a:ext cx="83142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DDE2CA2-B01B-A2D9-9678-5176CAFC8F4D}"/>
              </a:ext>
            </a:extLst>
          </p:cNvPr>
          <p:cNvCxnSpPr>
            <a:cxnSpLocks/>
          </p:cNvCxnSpPr>
          <p:nvPr/>
        </p:nvCxnSpPr>
        <p:spPr>
          <a:xfrm>
            <a:off x="1862351" y="14411992"/>
            <a:ext cx="1623679" cy="93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B55E58A-2329-9D0F-6F98-72ACECED2870}"/>
              </a:ext>
            </a:extLst>
          </p:cNvPr>
          <p:cNvCxnSpPr>
            <a:cxnSpLocks/>
          </p:cNvCxnSpPr>
          <p:nvPr/>
        </p:nvCxnSpPr>
        <p:spPr>
          <a:xfrm flipH="1">
            <a:off x="1862351" y="12744775"/>
            <a:ext cx="1238215" cy="1662468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95164001-5AE5-1061-54B0-E218634CA826}"/>
              </a:ext>
            </a:extLst>
          </p:cNvPr>
          <p:cNvCxnSpPr>
            <a:cxnSpLocks/>
          </p:cNvCxnSpPr>
          <p:nvPr/>
        </p:nvCxnSpPr>
        <p:spPr>
          <a:xfrm flipH="1">
            <a:off x="3462975" y="13856457"/>
            <a:ext cx="449446" cy="5860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B8AB317-3D63-CB81-9B58-FC05C42EA0FE}"/>
              </a:ext>
            </a:extLst>
          </p:cNvPr>
          <p:cNvCxnSpPr>
            <a:cxnSpLocks/>
          </p:cNvCxnSpPr>
          <p:nvPr/>
        </p:nvCxnSpPr>
        <p:spPr>
          <a:xfrm>
            <a:off x="3874149" y="13856456"/>
            <a:ext cx="1030394" cy="2121622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C8F5334F-DCB3-D584-011C-717F1599AF59}"/>
              </a:ext>
            </a:extLst>
          </p:cNvPr>
          <p:cNvCxnSpPr>
            <a:cxnSpLocks/>
          </p:cNvCxnSpPr>
          <p:nvPr/>
        </p:nvCxnSpPr>
        <p:spPr>
          <a:xfrm>
            <a:off x="4707509" y="13835662"/>
            <a:ext cx="1051505" cy="21424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958BCBE-F0D0-0F8E-861E-0E2A9D74FE83}"/>
              </a:ext>
            </a:extLst>
          </p:cNvPr>
          <p:cNvCxnSpPr>
            <a:cxnSpLocks/>
          </p:cNvCxnSpPr>
          <p:nvPr/>
        </p:nvCxnSpPr>
        <p:spPr>
          <a:xfrm>
            <a:off x="4904543" y="15978077"/>
            <a:ext cx="854471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6990033-A4AC-AF21-5E57-099E03EA118E}"/>
              </a:ext>
            </a:extLst>
          </p:cNvPr>
          <p:cNvCxnSpPr>
            <a:cxnSpLocks/>
          </p:cNvCxnSpPr>
          <p:nvPr/>
        </p:nvCxnSpPr>
        <p:spPr>
          <a:xfrm>
            <a:off x="4675381" y="12751808"/>
            <a:ext cx="42696" cy="1101705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9F72FA3A-A030-4C09-2AB0-558C5E7A29BE}"/>
              </a:ext>
            </a:extLst>
          </p:cNvPr>
          <p:cNvCxnSpPr>
            <a:cxnSpLocks/>
          </p:cNvCxnSpPr>
          <p:nvPr/>
        </p:nvCxnSpPr>
        <p:spPr>
          <a:xfrm>
            <a:off x="5477829" y="12780181"/>
            <a:ext cx="1610244" cy="31978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F389AE-CCC4-57B8-1626-A7974E0B1465}"/>
              </a:ext>
            </a:extLst>
          </p:cNvPr>
          <p:cNvCxnSpPr>
            <a:cxnSpLocks/>
          </p:cNvCxnSpPr>
          <p:nvPr/>
        </p:nvCxnSpPr>
        <p:spPr>
          <a:xfrm>
            <a:off x="2307593" y="13844762"/>
            <a:ext cx="1566555" cy="116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3C473A4-7873-A235-DE6F-6124D1AD06D2}"/>
              </a:ext>
            </a:extLst>
          </p:cNvPr>
          <p:cNvCxnSpPr>
            <a:cxnSpLocks/>
          </p:cNvCxnSpPr>
          <p:nvPr/>
        </p:nvCxnSpPr>
        <p:spPr>
          <a:xfrm flipV="1">
            <a:off x="3140874" y="12747896"/>
            <a:ext cx="2404094" cy="963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3F980B4-A26F-C2C3-17A1-B20A16885C3E}"/>
              </a:ext>
            </a:extLst>
          </p:cNvPr>
          <p:cNvCxnSpPr>
            <a:cxnSpLocks/>
          </p:cNvCxnSpPr>
          <p:nvPr/>
        </p:nvCxnSpPr>
        <p:spPr>
          <a:xfrm>
            <a:off x="4707509" y="12763816"/>
            <a:ext cx="1588698" cy="322626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80915E-5728-DDA6-BD72-04FB530B52A6}"/>
              </a:ext>
            </a:extLst>
          </p:cNvPr>
          <p:cNvCxnSpPr>
            <a:cxnSpLocks/>
          </p:cNvCxnSpPr>
          <p:nvPr/>
        </p:nvCxnSpPr>
        <p:spPr>
          <a:xfrm>
            <a:off x="6293725" y="15990084"/>
            <a:ext cx="854471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4B47F76-EE07-F3F3-E7BB-F7777A112FCE}"/>
              </a:ext>
            </a:extLst>
          </p:cNvPr>
          <p:cNvCxnSpPr>
            <a:cxnSpLocks/>
          </p:cNvCxnSpPr>
          <p:nvPr/>
        </p:nvCxnSpPr>
        <p:spPr>
          <a:xfrm flipH="1">
            <a:off x="3874148" y="13850609"/>
            <a:ext cx="871635" cy="584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65015CC9-E214-7E1D-61AC-F24C0867542E}"/>
              </a:ext>
            </a:extLst>
          </p:cNvPr>
          <p:cNvCxnSpPr>
            <a:cxnSpLocks/>
          </p:cNvCxnSpPr>
          <p:nvPr/>
        </p:nvCxnSpPr>
        <p:spPr>
          <a:xfrm>
            <a:off x="10276297" y="12763816"/>
            <a:ext cx="618007" cy="2578451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B8CAA4C-D12B-5E91-215F-471DE11F2904}"/>
              </a:ext>
            </a:extLst>
          </p:cNvPr>
          <p:cNvCxnSpPr>
            <a:cxnSpLocks/>
          </p:cNvCxnSpPr>
          <p:nvPr/>
        </p:nvCxnSpPr>
        <p:spPr>
          <a:xfrm>
            <a:off x="8309944" y="14389261"/>
            <a:ext cx="11440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590DA2FF-6133-7C9B-8332-BAB66B19A511}"/>
              </a:ext>
            </a:extLst>
          </p:cNvPr>
          <p:cNvCxnSpPr>
            <a:cxnSpLocks/>
          </p:cNvCxnSpPr>
          <p:nvPr/>
        </p:nvCxnSpPr>
        <p:spPr>
          <a:xfrm>
            <a:off x="9339464" y="12773916"/>
            <a:ext cx="173699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1847A3-4B32-6B1F-C9B6-A0FE8CCFA4DB}"/>
              </a:ext>
            </a:extLst>
          </p:cNvPr>
          <p:cNvCxnSpPr>
            <a:cxnSpLocks/>
          </p:cNvCxnSpPr>
          <p:nvPr/>
        </p:nvCxnSpPr>
        <p:spPr>
          <a:xfrm>
            <a:off x="10838016" y="15336700"/>
            <a:ext cx="970492" cy="1273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709D764-99D5-CECD-6B21-FEE051DB0940}"/>
              </a:ext>
            </a:extLst>
          </p:cNvPr>
          <p:cNvCxnSpPr>
            <a:cxnSpLocks/>
          </p:cNvCxnSpPr>
          <p:nvPr/>
        </p:nvCxnSpPr>
        <p:spPr>
          <a:xfrm flipH="1">
            <a:off x="7543633" y="14389262"/>
            <a:ext cx="766310" cy="1583701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6C2C96CF-61BB-6F24-1441-2AE9738F3B82}"/>
              </a:ext>
            </a:extLst>
          </p:cNvPr>
          <p:cNvCxnSpPr>
            <a:cxnSpLocks/>
          </p:cNvCxnSpPr>
          <p:nvPr/>
        </p:nvCxnSpPr>
        <p:spPr>
          <a:xfrm flipH="1">
            <a:off x="8309943" y="12762639"/>
            <a:ext cx="1014918" cy="164611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A900AA8-D53E-4481-79CF-F3E0DAF03952}"/>
              </a:ext>
            </a:extLst>
          </p:cNvPr>
          <p:cNvCxnSpPr>
            <a:cxnSpLocks/>
          </p:cNvCxnSpPr>
          <p:nvPr/>
        </p:nvCxnSpPr>
        <p:spPr>
          <a:xfrm flipH="1">
            <a:off x="9434452" y="12784482"/>
            <a:ext cx="841844" cy="162466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F4F38D2E-8AEF-4556-3BDB-0553C8A891B8}"/>
              </a:ext>
            </a:extLst>
          </p:cNvPr>
          <p:cNvCxnSpPr>
            <a:cxnSpLocks/>
          </p:cNvCxnSpPr>
          <p:nvPr/>
        </p:nvCxnSpPr>
        <p:spPr>
          <a:xfrm flipH="1">
            <a:off x="8167054" y="14398147"/>
            <a:ext cx="766310" cy="1583701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A793A374-232B-513B-92DB-037CC812C41B}"/>
              </a:ext>
            </a:extLst>
          </p:cNvPr>
          <p:cNvCxnSpPr>
            <a:cxnSpLocks/>
          </p:cNvCxnSpPr>
          <p:nvPr/>
        </p:nvCxnSpPr>
        <p:spPr>
          <a:xfrm>
            <a:off x="8915516" y="14390752"/>
            <a:ext cx="784419" cy="1569702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D1037653-E634-389D-51CF-0BCC2BB24C51}"/>
              </a:ext>
            </a:extLst>
          </p:cNvPr>
          <p:cNvCxnSpPr>
            <a:cxnSpLocks/>
          </p:cNvCxnSpPr>
          <p:nvPr/>
        </p:nvCxnSpPr>
        <p:spPr>
          <a:xfrm>
            <a:off x="9453980" y="14391464"/>
            <a:ext cx="784419" cy="1569702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26EF6496-FE0F-977A-7401-6A3A80323F40}"/>
              </a:ext>
            </a:extLst>
          </p:cNvPr>
          <p:cNvCxnSpPr>
            <a:cxnSpLocks/>
          </p:cNvCxnSpPr>
          <p:nvPr/>
        </p:nvCxnSpPr>
        <p:spPr>
          <a:xfrm>
            <a:off x="7567399" y="15967556"/>
            <a:ext cx="599654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E1E64F63-D0EB-CE9B-4D37-A1EB6F22CFA8}"/>
              </a:ext>
            </a:extLst>
          </p:cNvPr>
          <p:cNvCxnSpPr>
            <a:cxnSpLocks/>
          </p:cNvCxnSpPr>
          <p:nvPr/>
        </p:nvCxnSpPr>
        <p:spPr>
          <a:xfrm flipV="1">
            <a:off x="9638082" y="15938073"/>
            <a:ext cx="576100" cy="34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2C7C85C1-B232-DFD2-1BF3-C9CD016644C7}"/>
              </a:ext>
            </a:extLst>
          </p:cNvPr>
          <p:cNvCxnSpPr>
            <a:cxnSpLocks/>
          </p:cNvCxnSpPr>
          <p:nvPr/>
        </p:nvCxnSpPr>
        <p:spPr>
          <a:xfrm>
            <a:off x="10456793" y="15934251"/>
            <a:ext cx="619669" cy="723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765A928F-8555-5E50-138E-24A7576F95B7}"/>
              </a:ext>
            </a:extLst>
          </p:cNvPr>
          <p:cNvCxnSpPr>
            <a:cxnSpLocks/>
          </p:cNvCxnSpPr>
          <p:nvPr/>
        </p:nvCxnSpPr>
        <p:spPr>
          <a:xfrm>
            <a:off x="11621070" y="15920050"/>
            <a:ext cx="5337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09975A01-47B5-3C94-5D44-DEF63B4B921E}"/>
              </a:ext>
            </a:extLst>
          </p:cNvPr>
          <p:cNvCxnSpPr>
            <a:cxnSpLocks/>
          </p:cNvCxnSpPr>
          <p:nvPr/>
        </p:nvCxnSpPr>
        <p:spPr>
          <a:xfrm>
            <a:off x="11808509" y="15332166"/>
            <a:ext cx="346297" cy="60208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2225FD0D-2D6B-8709-9881-0F391973EAB7}"/>
              </a:ext>
            </a:extLst>
          </p:cNvPr>
          <p:cNvCxnSpPr>
            <a:cxnSpLocks/>
          </p:cNvCxnSpPr>
          <p:nvPr/>
        </p:nvCxnSpPr>
        <p:spPr>
          <a:xfrm flipH="1">
            <a:off x="10514646" y="15332194"/>
            <a:ext cx="371402" cy="59578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77DC75D5-5775-D5B0-018B-4715793B972F}"/>
              </a:ext>
            </a:extLst>
          </p:cNvPr>
          <p:cNvCxnSpPr>
            <a:cxnSpLocks/>
          </p:cNvCxnSpPr>
          <p:nvPr/>
        </p:nvCxnSpPr>
        <p:spPr>
          <a:xfrm flipH="1">
            <a:off x="11047221" y="15347718"/>
            <a:ext cx="283616" cy="59428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34F62BA-28ED-1FEE-DF34-DB600BEFEFA7}"/>
              </a:ext>
            </a:extLst>
          </p:cNvPr>
          <p:cNvCxnSpPr>
            <a:cxnSpLocks/>
          </p:cNvCxnSpPr>
          <p:nvPr/>
        </p:nvCxnSpPr>
        <p:spPr>
          <a:xfrm>
            <a:off x="11330837" y="15336468"/>
            <a:ext cx="319907" cy="578444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BE868E15-AC14-1F52-9A07-A864FB577C83}"/>
              </a:ext>
            </a:extLst>
          </p:cNvPr>
          <p:cNvCxnSpPr>
            <a:cxnSpLocks/>
          </p:cNvCxnSpPr>
          <p:nvPr/>
        </p:nvCxnSpPr>
        <p:spPr>
          <a:xfrm>
            <a:off x="11076462" y="12772530"/>
            <a:ext cx="732046" cy="255963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999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2BEBA59D-D660-9C7A-9CC0-9656CB995F4C}"/>
                  </a:ext>
                </a:extLst>
              </p:cNvPr>
              <p:cNvSpPr txBox="1"/>
              <p:nvPr/>
            </p:nvSpPr>
            <p:spPr>
              <a:xfrm>
                <a:off x="21313673" y="11537744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2BEBA59D-D660-9C7A-9CC0-9656CB995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13673" y="11537744"/>
                <a:ext cx="568909" cy="4784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1532341" y="8978079"/>
            <a:ext cx="7187410" cy="5859901"/>
            <a:chOff x="26065361" y="17237100"/>
            <a:chExt cx="8984262" cy="7324876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1" name="Parallelogram 230">
            <a:extLst>
              <a:ext uri="{FF2B5EF4-FFF2-40B4-BE49-F238E27FC236}">
                <a16:creationId xmlns:a16="http://schemas.microsoft.com/office/drawing/2014/main" id="{AA8D5CC3-01F6-9C6A-CD46-5A38B8F8DAB9}"/>
              </a:ext>
            </a:extLst>
          </p:cNvPr>
          <p:cNvSpPr/>
          <p:nvPr/>
        </p:nvSpPr>
        <p:spPr>
          <a:xfrm>
            <a:off x="13240847" y="12208775"/>
            <a:ext cx="1946626" cy="525711"/>
          </a:xfrm>
          <a:prstGeom prst="parallelogram">
            <a:avLst>
              <a:gd name="adj" fmla="val 79237"/>
            </a:avLst>
          </a:prstGeom>
          <a:pattFill prst="dk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7C7B1F9C-306C-CB0F-AA78-9132A454C166}"/>
              </a:ext>
            </a:extLst>
          </p:cNvPr>
          <p:cNvSpPr/>
          <p:nvPr/>
        </p:nvSpPr>
        <p:spPr>
          <a:xfrm>
            <a:off x="15092023" y="11159466"/>
            <a:ext cx="1542927" cy="3164722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E172CB8B-DF47-B87B-14C9-D27C5DF29607}"/>
              </a:ext>
            </a:extLst>
          </p:cNvPr>
          <p:cNvSpPr/>
          <p:nvPr/>
        </p:nvSpPr>
        <p:spPr>
          <a:xfrm>
            <a:off x="14518004" y="1163566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9A81C14B-D74D-6674-8311-D7CE9666CE9D}"/>
              </a:ext>
            </a:extLst>
          </p:cNvPr>
          <p:cNvSpPr/>
          <p:nvPr/>
        </p:nvSpPr>
        <p:spPr>
          <a:xfrm>
            <a:off x="15078638" y="9937315"/>
            <a:ext cx="689413" cy="147882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887626C-12C3-EBF1-B4B8-B9FB3169E6B6}"/>
              </a:ext>
            </a:extLst>
          </p:cNvPr>
          <p:cNvSpPr/>
          <p:nvPr/>
        </p:nvSpPr>
        <p:spPr>
          <a:xfrm>
            <a:off x="15758066" y="9977361"/>
            <a:ext cx="2238121" cy="4346299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F3F1530-E31F-7DB4-DE6D-4A5333766EC2}"/>
              </a:ext>
            </a:extLst>
          </p:cNvPr>
          <p:cNvSpPr/>
          <p:nvPr/>
        </p:nvSpPr>
        <p:spPr>
          <a:xfrm>
            <a:off x="15686019" y="988792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D653778-EBE0-DC35-C099-A0CE2810FCE7}"/>
              </a:ext>
            </a:extLst>
          </p:cNvPr>
          <p:cNvCxnSpPr>
            <a:cxnSpLocks/>
          </p:cNvCxnSpPr>
          <p:nvPr/>
        </p:nvCxnSpPr>
        <p:spPr>
          <a:xfrm>
            <a:off x="15078636" y="11456925"/>
            <a:ext cx="0" cy="6935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A422B2FA-7427-6AB2-C19D-3807ECC887DA}"/>
              </a:ext>
            </a:extLst>
          </p:cNvPr>
          <p:cNvCxnSpPr>
            <a:cxnSpLocks/>
          </p:cNvCxnSpPr>
          <p:nvPr/>
        </p:nvCxnSpPr>
        <p:spPr>
          <a:xfrm>
            <a:off x="14590042" y="11770581"/>
            <a:ext cx="0" cy="3799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/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/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blipFill>
                <a:blip r:embed="rId1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Freeform 224">
            <a:extLst>
              <a:ext uri="{FF2B5EF4-FFF2-40B4-BE49-F238E27FC236}">
                <a16:creationId xmlns:a16="http://schemas.microsoft.com/office/drawing/2014/main" id="{7A71C6DA-5701-8784-883E-0BDA2B097A94}"/>
              </a:ext>
            </a:extLst>
          </p:cNvPr>
          <p:cNvSpPr/>
          <p:nvPr/>
        </p:nvSpPr>
        <p:spPr>
          <a:xfrm>
            <a:off x="12813529" y="11716529"/>
            <a:ext cx="1757921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15CB9122-FDB5-5607-CEC0-3B1E045CCEDF}"/>
              </a:ext>
            </a:extLst>
          </p:cNvPr>
          <p:cNvSpPr/>
          <p:nvPr/>
        </p:nvSpPr>
        <p:spPr>
          <a:xfrm>
            <a:off x="14467742" y="11724478"/>
            <a:ext cx="708237" cy="2601086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E450F4FB-C17C-7685-4B27-826CA1457E02}"/>
              </a:ext>
            </a:extLst>
          </p:cNvPr>
          <p:cNvSpPr/>
          <p:nvPr/>
        </p:nvSpPr>
        <p:spPr>
          <a:xfrm>
            <a:off x="14603266" y="11239267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841E3BC-1148-2275-5444-E9C42649D63D}"/>
              </a:ext>
            </a:extLst>
          </p:cNvPr>
          <p:cNvSpPr/>
          <p:nvPr/>
        </p:nvSpPr>
        <p:spPr>
          <a:xfrm>
            <a:off x="15012618" y="1115478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0F183F7A-4CF6-E37C-AF4E-2AC103A2E377}"/>
              </a:ext>
            </a:extLst>
          </p:cNvPr>
          <p:cNvGrpSpPr/>
          <p:nvPr/>
        </p:nvGrpSpPr>
        <p:grpSpPr>
          <a:xfrm>
            <a:off x="3748260" y="8978076"/>
            <a:ext cx="7898462" cy="5817550"/>
            <a:chOff x="9476775" y="15464003"/>
            <a:chExt cx="8661380" cy="640673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EC1CD09-69AE-FED9-53B5-7D7D86FF6890}"/>
                </a:ext>
              </a:extLst>
            </p:cNvPr>
            <p:cNvGrpSpPr/>
            <p:nvPr/>
          </p:nvGrpSpPr>
          <p:grpSpPr>
            <a:xfrm>
              <a:off x="9476775" y="15464003"/>
              <a:ext cx="8661380" cy="6406737"/>
              <a:chOff x="16497732" y="9281963"/>
              <a:chExt cx="8661380" cy="6406737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C2EC489-2A42-1B7C-9CCB-1ADD2DFB1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98166" y="11585780"/>
                <a:ext cx="1011513" cy="19993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C53475FC-066F-E698-8B7C-0FA6BD7A33DB}"/>
                  </a:ext>
                </a:extLst>
              </p:cNvPr>
              <p:cNvGrpSpPr/>
              <p:nvPr/>
            </p:nvGrpSpPr>
            <p:grpSpPr>
              <a:xfrm>
                <a:off x="16497732" y="9281963"/>
                <a:ext cx="8661380" cy="6406737"/>
                <a:chOff x="16497732" y="9281963"/>
                <a:chExt cx="8661380" cy="640673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25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16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1DEAF26C-A878-E0E9-E8BD-4375E8404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9" y="11620740"/>
                  <a:ext cx="0" cy="176642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5DF0A54-3F6A-7D43-CE93-76FD3A4701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399" y="11586775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7915849-AC29-B27E-B21C-C62B2B4627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225" y="13391537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EF4F526-A59A-7096-0CAE-12B496A96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741" y="11593562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756B8FB-4E38-AC2A-C5F6-F987488FB8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567" y="14485724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1D0E504-9ADF-B3C1-1E15-9F2E186593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203662" y="11593562"/>
                  <a:ext cx="0" cy="289216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945EDBD-9A4A-6482-DBE7-61E440967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277952" y="13387162"/>
                  <a:ext cx="18288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BBB3F21-B055-71A3-1227-F3822C9AC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25354" y="11586775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027536B-8A5F-2399-F6B7-60BFF1C27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58236" y="14480009"/>
                  <a:ext cx="1775014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B6151E3E-7A3A-AC85-53CC-B2512DC4F0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437623" y="13387162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B8F9C79-712B-58DE-E5A1-3CCCF0FE9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277952" y="11571156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0622B9C9-6386-721D-395B-97AED44EE5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0047844" y="11574012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A02F619-BC8F-1904-A31C-0CC9799035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353915" y="13396044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3D32B1D7-27C5-1BD8-0BCC-5A89CC0A5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87657" y="13416280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2ED2101-2CBE-028B-36F6-9B399DE8B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73583" y="13402275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2C47EEFD-AE59-BFB6-1C79-A851465B9E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8" y="1513932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E354A31-A94D-BC2A-0BC2-9D0BD7035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985167" y="1513125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E510F09-A4B6-A0FE-E7FB-C45DAB1AF5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601914" y="1513833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1E0712F-C195-ACE6-54EE-D1E7DF276A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081574" y="15132921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04DB82D-5691-25C9-33F5-143D28E371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617750" y="9293142"/>
                  <a:ext cx="16173" cy="229064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809FF35-2DEA-68D8-449A-6F9E8374C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91025" y="9281963"/>
                  <a:ext cx="8790" cy="230820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5E246F7-5789-7ADA-5010-DB6903331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68960" y="11571156"/>
                  <a:ext cx="1779474" cy="35960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64B0CBD6-C591-17CB-65A2-783E8DE384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657489" y="13567925"/>
                  <a:ext cx="754868" cy="157140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1ECE8FF-FFEA-057A-692A-62250391B6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54886" y="14469705"/>
                  <a:ext cx="300620" cy="6792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432CF4C8-3A1F-6219-5476-163D5E32DE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62623" y="14511440"/>
                  <a:ext cx="293460" cy="6246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C1DDCB46-CB12-113B-A9FB-13F5F2A244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17750" y="9301129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AA0535BF-18CF-E623-651C-6F412251DB9B}"/>
                </a:ext>
              </a:extLst>
            </p:cNvPr>
            <p:cNvSpPr/>
            <p:nvPr/>
          </p:nvSpPr>
          <p:spPr>
            <a:xfrm>
              <a:off x="15671040" y="20111303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6A5B086-009B-DB15-ABD9-B7B102D21DAE}"/>
                </a:ext>
              </a:extLst>
            </p:cNvPr>
            <p:cNvCxnSpPr>
              <a:cxnSpLocks/>
            </p:cNvCxnSpPr>
            <p:nvPr/>
          </p:nvCxnSpPr>
          <p:spPr>
            <a:xfrm>
              <a:off x="15800284" y="20222251"/>
              <a:ext cx="0" cy="443387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52711FB9-1E8A-526E-2D01-FE60E4FF6D1E}"/>
                </a:ext>
              </a:extLst>
            </p:cNvPr>
            <p:cNvCxnSpPr>
              <a:cxnSpLocks/>
            </p:cNvCxnSpPr>
            <p:nvPr/>
          </p:nvCxnSpPr>
          <p:spPr>
            <a:xfrm>
              <a:off x="13604375" y="17118556"/>
              <a:ext cx="0" cy="651812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/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/>
                <p:nvPr/>
              </p:nvSpPr>
              <p:spPr>
                <a:xfrm>
                  <a:off x="15761093" y="20018977"/>
                  <a:ext cx="1120139" cy="526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61093" y="20018977"/>
                  <a:ext cx="1120139" cy="526922"/>
                </a:xfrm>
                <a:prstGeom prst="rect">
                  <a:avLst/>
                </a:prstGeom>
                <a:blipFill>
                  <a:blip r:embed="rId3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5A9F4E1B-EDD1-65E4-6820-7E4D02FA54C9}"/>
                </a:ext>
              </a:extLst>
            </p:cNvPr>
            <p:cNvSpPr/>
            <p:nvPr/>
          </p:nvSpPr>
          <p:spPr>
            <a:xfrm>
              <a:off x="15120088" y="20246347"/>
              <a:ext cx="650623" cy="1060274"/>
            </a:xfrm>
            <a:custGeom>
              <a:avLst/>
              <a:gdLst>
                <a:gd name="connsiteX0" fmla="*/ 0 w 580913"/>
                <a:gd name="connsiteY0" fmla="*/ 946673 h 946673"/>
                <a:gd name="connsiteX1" fmla="*/ 75303 w 580913"/>
                <a:gd name="connsiteY1" fmla="*/ 828339 h 946673"/>
                <a:gd name="connsiteX2" fmla="*/ 86061 w 580913"/>
                <a:gd name="connsiteY2" fmla="*/ 785309 h 946673"/>
                <a:gd name="connsiteX3" fmla="*/ 96819 w 580913"/>
                <a:gd name="connsiteY3" fmla="*/ 753036 h 946673"/>
                <a:gd name="connsiteX4" fmla="*/ 376518 w 580913"/>
                <a:gd name="connsiteY4" fmla="*/ 247426 h 946673"/>
                <a:gd name="connsiteX5" fmla="*/ 537882 w 580913"/>
                <a:gd name="connsiteY5" fmla="*/ 96819 h 946673"/>
                <a:gd name="connsiteX6" fmla="*/ 570155 w 580913"/>
                <a:gd name="connsiteY6" fmla="*/ 32273 h 946673"/>
                <a:gd name="connsiteX7" fmla="*/ 580913 w 580913"/>
                <a:gd name="connsiteY7" fmla="*/ 0 h 94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0913" h="946673">
                  <a:moveTo>
                    <a:pt x="0" y="946673"/>
                  </a:moveTo>
                  <a:cubicBezTo>
                    <a:pt x="27365" y="908362"/>
                    <a:pt x="58576" y="872945"/>
                    <a:pt x="75303" y="828339"/>
                  </a:cubicBezTo>
                  <a:cubicBezTo>
                    <a:pt x="80494" y="814496"/>
                    <a:pt x="81999" y="799525"/>
                    <a:pt x="86061" y="785309"/>
                  </a:cubicBezTo>
                  <a:cubicBezTo>
                    <a:pt x="89176" y="774406"/>
                    <a:pt x="93835" y="763976"/>
                    <a:pt x="96819" y="753036"/>
                  </a:cubicBezTo>
                  <a:cubicBezTo>
                    <a:pt x="149885" y="558463"/>
                    <a:pt x="148792" y="410088"/>
                    <a:pt x="376518" y="247426"/>
                  </a:cubicBezTo>
                  <a:cubicBezTo>
                    <a:pt x="458984" y="188522"/>
                    <a:pt x="470486" y="188723"/>
                    <a:pt x="537882" y="96819"/>
                  </a:cubicBezTo>
                  <a:cubicBezTo>
                    <a:pt x="552107" y="77421"/>
                    <a:pt x="560385" y="54255"/>
                    <a:pt x="570155" y="32273"/>
                  </a:cubicBezTo>
                  <a:cubicBezTo>
                    <a:pt x="574760" y="21911"/>
                    <a:pt x="580913" y="0"/>
                    <a:pt x="580913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E5A88CE0-ED82-AF0B-0710-4BFEA3B19BF9}"/>
                </a:ext>
              </a:extLst>
            </p:cNvPr>
            <p:cNvSpPr/>
            <p:nvPr/>
          </p:nvSpPr>
          <p:spPr>
            <a:xfrm>
              <a:off x="15794805" y="20222251"/>
              <a:ext cx="819302" cy="1072323"/>
            </a:xfrm>
            <a:custGeom>
              <a:avLst/>
              <a:gdLst>
                <a:gd name="connsiteX0" fmla="*/ 0 w 731520"/>
                <a:gd name="connsiteY0" fmla="*/ 0 h 957431"/>
                <a:gd name="connsiteX1" fmla="*/ 86061 w 731520"/>
                <a:gd name="connsiteY1" fmla="*/ 53788 h 957431"/>
                <a:gd name="connsiteX2" fmla="*/ 129092 w 731520"/>
                <a:gd name="connsiteY2" fmla="*/ 75304 h 957431"/>
                <a:gd name="connsiteX3" fmla="*/ 172122 w 731520"/>
                <a:gd name="connsiteY3" fmla="*/ 118334 h 957431"/>
                <a:gd name="connsiteX4" fmla="*/ 236668 w 731520"/>
                <a:gd name="connsiteY4" fmla="*/ 172123 h 957431"/>
                <a:gd name="connsiteX5" fmla="*/ 268941 w 731520"/>
                <a:gd name="connsiteY5" fmla="*/ 225911 h 957431"/>
                <a:gd name="connsiteX6" fmla="*/ 290457 w 731520"/>
                <a:gd name="connsiteY6" fmla="*/ 311972 h 957431"/>
                <a:gd name="connsiteX7" fmla="*/ 311972 w 731520"/>
                <a:gd name="connsiteY7" fmla="*/ 484094 h 957431"/>
                <a:gd name="connsiteX8" fmla="*/ 333487 w 731520"/>
                <a:gd name="connsiteY8" fmla="*/ 548640 h 957431"/>
                <a:gd name="connsiteX9" fmla="*/ 398033 w 731520"/>
                <a:gd name="connsiteY9" fmla="*/ 613186 h 957431"/>
                <a:gd name="connsiteX10" fmla="*/ 419548 w 731520"/>
                <a:gd name="connsiteY10" fmla="*/ 645459 h 957431"/>
                <a:gd name="connsiteX11" fmla="*/ 451821 w 731520"/>
                <a:gd name="connsiteY11" fmla="*/ 666974 h 957431"/>
                <a:gd name="connsiteX12" fmla="*/ 505610 w 731520"/>
                <a:gd name="connsiteY12" fmla="*/ 710005 h 957431"/>
                <a:gd name="connsiteX13" fmla="*/ 559398 w 731520"/>
                <a:gd name="connsiteY13" fmla="*/ 753035 h 957431"/>
                <a:gd name="connsiteX14" fmla="*/ 580913 w 731520"/>
                <a:gd name="connsiteY14" fmla="*/ 774551 h 957431"/>
                <a:gd name="connsiteX15" fmla="*/ 613186 w 731520"/>
                <a:gd name="connsiteY15" fmla="*/ 796066 h 957431"/>
                <a:gd name="connsiteX16" fmla="*/ 645459 w 731520"/>
                <a:gd name="connsiteY16" fmla="*/ 860612 h 957431"/>
                <a:gd name="connsiteX17" fmla="*/ 688490 w 731520"/>
                <a:gd name="connsiteY17" fmla="*/ 914400 h 957431"/>
                <a:gd name="connsiteX18" fmla="*/ 731520 w 731520"/>
                <a:gd name="connsiteY18" fmla="*/ 957431 h 957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1520" h="957431">
                  <a:moveTo>
                    <a:pt x="0" y="0"/>
                  </a:moveTo>
                  <a:cubicBezTo>
                    <a:pt x="28687" y="17929"/>
                    <a:pt x="56840" y="36742"/>
                    <a:pt x="86061" y="53788"/>
                  </a:cubicBezTo>
                  <a:cubicBezTo>
                    <a:pt x="99913" y="61868"/>
                    <a:pt x="116263" y="65682"/>
                    <a:pt x="129092" y="75304"/>
                  </a:cubicBezTo>
                  <a:cubicBezTo>
                    <a:pt x="145320" y="87475"/>
                    <a:pt x="156721" y="105133"/>
                    <a:pt x="172122" y="118334"/>
                  </a:cubicBezTo>
                  <a:cubicBezTo>
                    <a:pt x="276961" y="208197"/>
                    <a:pt x="124760" y="60215"/>
                    <a:pt x="236668" y="172123"/>
                  </a:cubicBezTo>
                  <a:cubicBezTo>
                    <a:pt x="267144" y="263546"/>
                    <a:pt x="224640" y="152075"/>
                    <a:pt x="268941" y="225911"/>
                  </a:cubicBezTo>
                  <a:cubicBezTo>
                    <a:pt x="278865" y="242452"/>
                    <a:pt x="288143" y="300402"/>
                    <a:pt x="290457" y="311972"/>
                  </a:cubicBezTo>
                  <a:cubicBezTo>
                    <a:pt x="295574" y="368268"/>
                    <a:pt x="296814" y="428514"/>
                    <a:pt x="311972" y="484094"/>
                  </a:cubicBezTo>
                  <a:cubicBezTo>
                    <a:pt x="317939" y="505974"/>
                    <a:pt x="317450" y="532603"/>
                    <a:pt x="333487" y="548640"/>
                  </a:cubicBezTo>
                  <a:cubicBezTo>
                    <a:pt x="355002" y="570155"/>
                    <a:pt x="381155" y="587869"/>
                    <a:pt x="398033" y="613186"/>
                  </a:cubicBezTo>
                  <a:cubicBezTo>
                    <a:pt x="405205" y="623944"/>
                    <a:pt x="410406" y="636317"/>
                    <a:pt x="419548" y="645459"/>
                  </a:cubicBezTo>
                  <a:cubicBezTo>
                    <a:pt x="428690" y="654601"/>
                    <a:pt x="441725" y="658897"/>
                    <a:pt x="451821" y="666974"/>
                  </a:cubicBezTo>
                  <a:cubicBezTo>
                    <a:pt x="528465" y="728289"/>
                    <a:pt x="406279" y="643785"/>
                    <a:pt x="505610" y="710005"/>
                  </a:cubicBezTo>
                  <a:cubicBezTo>
                    <a:pt x="548463" y="774285"/>
                    <a:pt x="501662" y="718393"/>
                    <a:pt x="559398" y="753035"/>
                  </a:cubicBezTo>
                  <a:cubicBezTo>
                    <a:pt x="568095" y="758253"/>
                    <a:pt x="572993" y="768215"/>
                    <a:pt x="580913" y="774551"/>
                  </a:cubicBezTo>
                  <a:cubicBezTo>
                    <a:pt x="591009" y="782628"/>
                    <a:pt x="602428" y="788894"/>
                    <a:pt x="613186" y="796066"/>
                  </a:cubicBezTo>
                  <a:cubicBezTo>
                    <a:pt x="674845" y="888556"/>
                    <a:pt x="600920" y="771535"/>
                    <a:pt x="645459" y="860612"/>
                  </a:cubicBezTo>
                  <a:cubicBezTo>
                    <a:pt x="667536" y="904765"/>
                    <a:pt x="661804" y="881044"/>
                    <a:pt x="688490" y="914400"/>
                  </a:cubicBezTo>
                  <a:cubicBezTo>
                    <a:pt x="723109" y="957673"/>
                    <a:pt x="693073" y="938206"/>
                    <a:pt x="731520" y="957431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AAB1A186-B50B-D2C2-DC09-60B06B7CA070}"/>
                </a:ext>
              </a:extLst>
            </p:cNvPr>
            <p:cNvSpPr/>
            <p:nvPr/>
          </p:nvSpPr>
          <p:spPr>
            <a:xfrm>
              <a:off x="14035718" y="16258273"/>
              <a:ext cx="1735873" cy="3927832"/>
            </a:xfrm>
            <a:custGeom>
              <a:avLst/>
              <a:gdLst>
                <a:gd name="connsiteX0" fmla="*/ 0 w 1549887"/>
                <a:gd name="connsiteY0" fmla="*/ 0 h 3506993"/>
                <a:gd name="connsiteX1" fmla="*/ 64546 w 1549887"/>
                <a:gd name="connsiteY1" fmla="*/ 75304 h 3506993"/>
                <a:gd name="connsiteX2" fmla="*/ 107576 w 1549887"/>
                <a:gd name="connsiteY2" fmla="*/ 118334 h 3506993"/>
                <a:gd name="connsiteX3" fmla="*/ 193637 w 1549887"/>
                <a:gd name="connsiteY3" fmla="*/ 247426 h 3506993"/>
                <a:gd name="connsiteX4" fmla="*/ 258183 w 1549887"/>
                <a:gd name="connsiteY4" fmla="*/ 333487 h 3506993"/>
                <a:gd name="connsiteX5" fmla="*/ 279698 w 1549887"/>
                <a:gd name="connsiteY5" fmla="*/ 376518 h 3506993"/>
                <a:gd name="connsiteX6" fmla="*/ 333487 w 1549887"/>
                <a:gd name="connsiteY6" fmla="*/ 473337 h 3506993"/>
                <a:gd name="connsiteX7" fmla="*/ 355002 w 1549887"/>
                <a:gd name="connsiteY7" fmla="*/ 527125 h 3506993"/>
                <a:gd name="connsiteX8" fmla="*/ 365760 w 1549887"/>
                <a:gd name="connsiteY8" fmla="*/ 559398 h 3506993"/>
                <a:gd name="connsiteX9" fmla="*/ 408790 w 1549887"/>
                <a:gd name="connsiteY9" fmla="*/ 645459 h 3506993"/>
                <a:gd name="connsiteX10" fmla="*/ 430306 w 1549887"/>
                <a:gd name="connsiteY10" fmla="*/ 688490 h 3506993"/>
                <a:gd name="connsiteX11" fmla="*/ 441063 w 1549887"/>
                <a:gd name="connsiteY11" fmla="*/ 720763 h 3506993"/>
                <a:gd name="connsiteX12" fmla="*/ 451821 w 1549887"/>
                <a:gd name="connsiteY12" fmla="*/ 763793 h 3506993"/>
                <a:gd name="connsiteX13" fmla="*/ 494851 w 1549887"/>
                <a:gd name="connsiteY13" fmla="*/ 849854 h 3506993"/>
                <a:gd name="connsiteX14" fmla="*/ 537882 w 1549887"/>
                <a:gd name="connsiteY14" fmla="*/ 946673 h 3506993"/>
                <a:gd name="connsiteX15" fmla="*/ 559397 w 1549887"/>
                <a:gd name="connsiteY15" fmla="*/ 978946 h 3506993"/>
                <a:gd name="connsiteX16" fmla="*/ 591670 w 1549887"/>
                <a:gd name="connsiteY16" fmla="*/ 1054250 h 3506993"/>
                <a:gd name="connsiteX17" fmla="*/ 613186 w 1549887"/>
                <a:gd name="connsiteY17" fmla="*/ 1086523 h 3506993"/>
                <a:gd name="connsiteX18" fmla="*/ 634701 w 1549887"/>
                <a:gd name="connsiteY18" fmla="*/ 1129553 h 3506993"/>
                <a:gd name="connsiteX19" fmla="*/ 666974 w 1549887"/>
                <a:gd name="connsiteY19" fmla="*/ 1161826 h 3506993"/>
                <a:gd name="connsiteX20" fmla="*/ 699247 w 1549887"/>
                <a:gd name="connsiteY20" fmla="*/ 1204857 h 3506993"/>
                <a:gd name="connsiteX21" fmla="*/ 763793 w 1549887"/>
                <a:gd name="connsiteY21" fmla="*/ 1301676 h 3506993"/>
                <a:gd name="connsiteX22" fmla="*/ 828338 w 1549887"/>
                <a:gd name="connsiteY22" fmla="*/ 1387737 h 3506993"/>
                <a:gd name="connsiteX23" fmla="*/ 871369 w 1549887"/>
                <a:gd name="connsiteY23" fmla="*/ 1473798 h 3506993"/>
                <a:gd name="connsiteX24" fmla="*/ 957430 w 1549887"/>
                <a:gd name="connsiteY24" fmla="*/ 1602890 h 3506993"/>
                <a:gd name="connsiteX25" fmla="*/ 968188 w 1549887"/>
                <a:gd name="connsiteY25" fmla="*/ 1645920 h 3506993"/>
                <a:gd name="connsiteX26" fmla="*/ 1000461 w 1549887"/>
                <a:gd name="connsiteY26" fmla="*/ 1688951 h 3506993"/>
                <a:gd name="connsiteX27" fmla="*/ 1021976 w 1549887"/>
                <a:gd name="connsiteY27" fmla="*/ 1721224 h 3506993"/>
                <a:gd name="connsiteX28" fmla="*/ 1054249 w 1549887"/>
                <a:gd name="connsiteY28" fmla="*/ 1785770 h 3506993"/>
                <a:gd name="connsiteX29" fmla="*/ 1075764 w 1549887"/>
                <a:gd name="connsiteY29" fmla="*/ 1850316 h 3506993"/>
                <a:gd name="connsiteX30" fmla="*/ 1086522 w 1549887"/>
                <a:gd name="connsiteY30" fmla="*/ 1882589 h 3506993"/>
                <a:gd name="connsiteX31" fmla="*/ 1108037 w 1549887"/>
                <a:gd name="connsiteY31" fmla="*/ 1914861 h 3506993"/>
                <a:gd name="connsiteX32" fmla="*/ 1129553 w 1549887"/>
                <a:gd name="connsiteY32" fmla="*/ 1936377 h 3506993"/>
                <a:gd name="connsiteX33" fmla="*/ 1161826 w 1549887"/>
                <a:gd name="connsiteY33" fmla="*/ 1979407 h 3506993"/>
                <a:gd name="connsiteX34" fmla="*/ 1194098 w 1549887"/>
                <a:gd name="connsiteY34" fmla="*/ 2043953 h 3506993"/>
                <a:gd name="connsiteX35" fmla="*/ 1215614 w 1549887"/>
                <a:gd name="connsiteY35" fmla="*/ 2108499 h 3506993"/>
                <a:gd name="connsiteX36" fmla="*/ 1258644 w 1549887"/>
                <a:gd name="connsiteY36" fmla="*/ 2183803 h 3506993"/>
                <a:gd name="connsiteX37" fmla="*/ 1280160 w 1549887"/>
                <a:gd name="connsiteY37" fmla="*/ 2269864 h 3506993"/>
                <a:gd name="connsiteX38" fmla="*/ 1290917 w 1549887"/>
                <a:gd name="connsiteY38" fmla="*/ 2302137 h 3506993"/>
                <a:gd name="connsiteX39" fmla="*/ 1301675 w 1549887"/>
                <a:gd name="connsiteY39" fmla="*/ 2355925 h 3506993"/>
                <a:gd name="connsiteX40" fmla="*/ 1323190 w 1549887"/>
                <a:gd name="connsiteY40" fmla="*/ 2431229 h 3506993"/>
                <a:gd name="connsiteX41" fmla="*/ 1333948 w 1549887"/>
                <a:gd name="connsiteY41" fmla="*/ 2474259 h 3506993"/>
                <a:gd name="connsiteX42" fmla="*/ 1355463 w 1549887"/>
                <a:gd name="connsiteY42" fmla="*/ 2528047 h 3506993"/>
                <a:gd name="connsiteX43" fmla="*/ 1376978 w 1549887"/>
                <a:gd name="connsiteY43" fmla="*/ 2635624 h 3506993"/>
                <a:gd name="connsiteX44" fmla="*/ 1398494 w 1549887"/>
                <a:gd name="connsiteY44" fmla="*/ 2743200 h 3506993"/>
                <a:gd name="connsiteX45" fmla="*/ 1409251 w 1549887"/>
                <a:gd name="connsiteY45" fmla="*/ 2786231 h 3506993"/>
                <a:gd name="connsiteX46" fmla="*/ 1420009 w 1549887"/>
                <a:gd name="connsiteY46" fmla="*/ 2872292 h 3506993"/>
                <a:gd name="connsiteX47" fmla="*/ 1430767 w 1549887"/>
                <a:gd name="connsiteY47" fmla="*/ 2926080 h 3506993"/>
                <a:gd name="connsiteX48" fmla="*/ 1452282 w 1549887"/>
                <a:gd name="connsiteY48" fmla="*/ 3130476 h 3506993"/>
                <a:gd name="connsiteX49" fmla="*/ 1463040 w 1549887"/>
                <a:gd name="connsiteY49" fmla="*/ 3173506 h 3506993"/>
                <a:gd name="connsiteX50" fmla="*/ 1484555 w 1549887"/>
                <a:gd name="connsiteY50" fmla="*/ 3205779 h 3506993"/>
                <a:gd name="connsiteX51" fmla="*/ 1495313 w 1549887"/>
                <a:gd name="connsiteY51" fmla="*/ 3238052 h 3506993"/>
                <a:gd name="connsiteX52" fmla="*/ 1516828 w 1549887"/>
                <a:gd name="connsiteY52" fmla="*/ 3367144 h 3506993"/>
                <a:gd name="connsiteX53" fmla="*/ 1527586 w 1549887"/>
                <a:gd name="connsiteY53" fmla="*/ 3399417 h 3506993"/>
                <a:gd name="connsiteX54" fmla="*/ 1538343 w 1549887"/>
                <a:gd name="connsiteY54" fmla="*/ 3442447 h 3506993"/>
                <a:gd name="connsiteX55" fmla="*/ 1549101 w 1549887"/>
                <a:gd name="connsiteY55" fmla="*/ 3474720 h 3506993"/>
                <a:gd name="connsiteX56" fmla="*/ 1549101 w 1549887"/>
                <a:gd name="connsiteY56" fmla="*/ 3506993 h 3506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549887" h="3506993">
                  <a:moveTo>
                    <a:pt x="0" y="0"/>
                  </a:moveTo>
                  <a:cubicBezTo>
                    <a:pt x="21515" y="25101"/>
                    <a:pt x="42307" y="50841"/>
                    <a:pt x="64546" y="75304"/>
                  </a:cubicBezTo>
                  <a:cubicBezTo>
                    <a:pt x="78191" y="90313"/>
                    <a:pt x="94590" y="102751"/>
                    <a:pt x="107576" y="118334"/>
                  </a:cubicBezTo>
                  <a:cubicBezTo>
                    <a:pt x="288736" y="335727"/>
                    <a:pt x="108238" y="119328"/>
                    <a:pt x="193637" y="247426"/>
                  </a:cubicBezTo>
                  <a:cubicBezTo>
                    <a:pt x="213528" y="277262"/>
                    <a:pt x="242147" y="301414"/>
                    <a:pt x="258183" y="333487"/>
                  </a:cubicBezTo>
                  <a:cubicBezTo>
                    <a:pt x="265355" y="347831"/>
                    <a:pt x="271910" y="362499"/>
                    <a:pt x="279698" y="376518"/>
                  </a:cubicBezTo>
                  <a:cubicBezTo>
                    <a:pt x="309869" y="430827"/>
                    <a:pt x="310560" y="421752"/>
                    <a:pt x="333487" y="473337"/>
                  </a:cubicBezTo>
                  <a:cubicBezTo>
                    <a:pt x="341330" y="490983"/>
                    <a:pt x="348222" y="509044"/>
                    <a:pt x="355002" y="527125"/>
                  </a:cubicBezTo>
                  <a:cubicBezTo>
                    <a:pt x="358984" y="537743"/>
                    <a:pt x="361068" y="549075"/>
                    <a:pt x="365760" y="559398"/>
                  </a:cubicBezTo>
                  <a:cubicBezTo>
                    <a:pt x="379032" y="588596"/>
                    <a:pt x="394447" y="616772"/>
                    <a:pt x="408790" y="645459"/>
                  </a:cubicBezTo>
                  <a:cubicBezTo>
                    <a:pt x="415962" y="659803"/>
                    <a:pt x="425235" y="673276"/>
                    <a:pt x="430306" y="688490"/>
                  </a:cubicBezTo>
                  <a:cubicBezTo>
                    <a:pt x="433892" y="699248"/>
                    <a:pt x="437948" y="709860"/>
                    <a:pt x="441063" y="720763"/>
                  </a:cubicBezTo>
                  <a:cubicBezTo>
                    <a:pt x="445125" y="734979"/>
                    <a:pt x="446135" y="750145"/>
                    <a:pt x="451821" y="763793"/>
                  </a:cubicBezTo>
                  <a:cubicBezTo>
                    <a:pt x="464157" y="793399"/>
                    <a:pt x="482939" y="820075"/>
                    <a:pt x="494851" y="849854"/>
                  </a:cubicBezTo>
                  <a:cubicBezTo>
                    <a:pt x="510220" y="888275"/>
                    <a:pt x="517782" y="911497"/>
                    <a:pt x="537882" y="946673"/>
                  </a:cubicBezTo>
                  <a:cubicBezTo>
                    <a:pt x="544297" y="957899"/>
                    <a:pt x="552982" y="967720"/>
                    <a:pt x="559397" y="978946"/>
                  </a:cubicBezTo>
                  <a:cubicBezTo>
                    <a:pt x="648955" y="1135672"/>
                    <a:pt x="531316" y="933542"/>
                    <a:pt x="591670" y="1054250"/>
                  </a:cubicBezTo>
                  <a:cubicBezTo>
                    <a:pt x="597452" y="1065814"/>
                    <a:pt x="606771" y="1075297"/>
                    <a:pt x="613186" y="1086523"/>
                  </a:cubicBezTo>
                  <a:cubicBezTo>
                    <a:pt x="621142" y="1100446"/>
                    <a:pt x="625380" y="1116504"/>
                    <a:pt x="634701" y="1129553"/>
                  </a:cubicBezTo>
                  <a:cubicBezTo>
                    <a:pt x="643544" y="1141933"/>
                    <a:pt x="657073" y="1150275"/>
                    <a:pt x="666974" y="1161826"/>
                  </a:cubicBezTo>
                  <a:cubicBezTo>
                    <a:pt x="678642" y="1175439"/>
                    <a:pt x="689041" y="1190115"/>
                    <a:pt x="699247" y="1204857"/>
                  </a:cubicBezTo>
                  <a:cubicBezTo>
                    <a:pt x="721325" y="1236748"/>
                    <a:pt x="740521" y="1270646"/>
                    <a:pt x="763793" y="1301676"/>
                  </a:cubicBezTo>
                  <a:cubicBezTo>
                    <a:pt x="785308" y="1330363"/>
                    <a:pt x="812301" y="1355664"/>
                    <a:pt x="828338" y="1387737"/>
                  </a:cubicBezTo>
                  <a:cubicBezTo>
                    <a:pt x="842682" y="1416424"/>
                    <a:pt x="854370" y="1446600"/>
                    <a:pt x="871369" y="1473798"/>
                  </a:cubicBezTo>
                  <a:cubicBezTo>
                    <a:pt x="934660" y="1575063"/>
                    <a:pt x="904860" y="1532796"/>
                    <a:pt x="957430" y="1602890"/>
                  </a:cubicBezTo>
                  <a:cubicBezTo>
                    <a:pt x="961016" y="1617233"/>
                    <a:pt x="961576" y="1632696"/>
                    <a:pt x="968188" y="1645920"/>
                  </a:cubicBezTo>
                  <a:cubicBezTo>
                    <a:pt x="976206" y="1661957"/>
                    <a:pt x="990040" y="1674361"/>
                    <a:pt x="1000461" y="1688951"/>
                  </a:cubicBezTo>
                  <a:cubicBezTo>
                    <a:pt x="1007976" y="1699472"/>
                    <a:pt x="1015697" y="1709922"/>
                    <a:pt x="1021976" y="1721224"/>
                  </a:cubicBezTo>
                  <a:cubicBezTo>
                    <a:pt x="1033658" y="1742252"/>
                    <a:pt x="1044997" y="1763565"/>
                    <a:pt x="1054249" y="1785770"/>
                  </a:cubicBezTo>
                  <a:cubicBezTo>
                    <a:pt x="1062972" y="1806705"/>
                    <a:pt x="1068592" y="1828801"/>
                    <a:pt x="1075764" y="1850316"/>
                  </a:cubicBezTo>
                  <a:cubicBezTo>
                    <a:pt x="1079350" y="1861074"/>
                    <a:pt x="1080232" y="1873154"/>
                    <a:pt x="1086522" y="1882589"/>
                  </a:cubicBezTo>
                  <a:cubicBezTo>
                    <a:pt x="1093694" y="1893346"/>
                    <a:pt x="1099960" y="1904765"/>
                    <a:pt x="1108037" y="1914861"/>
                  </a:cubicBezTo>
                  <a:cubicBezTo>
                    <a:pt x="1114373" y="1922781"/>
                    <a:pt x="1123060" y="1928585"/>
                    <a:pt x="1129553" y="1936377"/>
                  </a:cubicBezTo>
                  <a:cubicBezTo>
                    <a:pt x="1141031" y="1950151"/>
                    <a:pt x="1151068" y="1965064"/>
                    <a:pt x="1161826" y="1979407"/>
                  </a:cubicBezTo>
                  <a:cubicBezTo>
                    <a:pt x="1201050" y="2097086"/>
                    <a:pt x="1138497" y="1918852"/>
                    <a:pt x="1194098" y="2043953"/>
                  </a:cubicBezTo>
                  <a:cubicBezTo>
                    <a:pt x="1203309" y="2064678"/>
                    <a:pt x="1203034" y="2089629"/>
                    <a:pt x="1215614" y="2108499"/>
                  </a:cubicBezTo>
                  <a:cubicBezTo>
                    <a:pt x="1231353" y="2132109"/>
                    <a:pt x="1249544" y="2156504"/>
                    <a:pt x="1258644" y="2183803"/>
                  </a:cubicBezTo>
                  <a:cubicBezTo>
                    <a:pt x="1267995" y="2211855"/>
                    <a:pt x="1270810" y="2241811"/>
                    <a:pt x="1280160" y="2269864"/>
                  </a:cubicBezTo>
                  <a:cubicBezTo>
                    <a:pt x="1283746" y="2280622"/>
                    <a:pt x="1288167" y="2291136"/>
                    <a:pt x="1290917" y="2302137"/>
                  </a:cubicBezTo>
                  <a:cubicBezTo>
                    <a:pt x="1295352" y="2319876"/>
                    <a:pt x="1297240" y="2338186"/>
                    <a:pt x="1301675" y="2355925"/>
                  </a:cubicBezTo>
                  <a:cubicBezTo>
                    <a:pt x="1308007" y="2381251"/>
                    <a:pt x="1316321" y="2406043"/>
                    <a:pt x="1323190" y="2431229"/>
                  </a:cubicBezTo>
                  <a:cubicBezTo>
                    <a:pt x="1327080" y="2445493"/>
                    <a:pt x="1329273" y="2460233"/>
                    <a:pt x="1333948" y="2474259"/>
                  </a:cubicBezTo>
                  <a:cubicBezTo>
                    <a:pt x="1340055" y="2492578"/>
                    <a:pt x="1350487" y="2509389"/>
                    <a:pt x="1355463" y="2528047"/>
                  </a:cubicBezTo>
                  <a:cubicBezTo>
                    <a:pt x="1364885" y="2563381"/>
                    <a:pt x="1368108" y="2600147"/>
                    <a:pt x="1376978" y="2635624"/>
                  </a:cubicBezTo>
                  <a:cubicBezTo>
                    <a:pt x="1401961" y="2735552"/>
                    <a:pt x="1372124" y="2611348"/>
                    <a:pt x="1398494" y="2743200"/>
                  </a:cubicBezTo>
                  <a:cubicBezTo>
                    <a:pt x="1401394" y="2757698"/>
                    <a:pt x="1406820" y="2771647"/>
                    <a:pt x="1409251" y="2786231"/>
                  </a:cubicBezTo>
                  <a:cubicBezTo>
                    <a:pt x="1414004" y="2814748"/>
                    <a:pt x="1415613" y="2843718"/>
                    <a:pt x="1420009" y="2872292"/>
                  </a:cubicBezTo>
                  <a:cubicBezTo>
                    <a:pt x="1422789" y="2890364"/>
                    <a:pt x="1427181" y="2908151"/>
                    <a:pt x="1430767" y="2926080"/>
                  </a:cubicBezTo>
                  <a:cubicBezTo>
                    <a:pt x="1438255" y="3023436"/>
                    <a:pt x="1436143" y="3049782"/>
                    <a:pt x="1452282" y="3130476"/>
                  </a:cubicBezTo>
                  <a:cubicBezTo>
                    <a:pt x="1455182" y="3144974"/>
                    <a:pt x="1457216" y="3159917"/>
                    <a:pt x="1463040" y="3173506"/>
                  </a:cubicBezTo>
                  <a:cubicBezTo>
                    <a:pt x="1468133" y="3185390"/>
                    <a:pt x="1478773" y="3194215"/>
                    <a:pt x="1484555" y="3205779"/>
                  </a:cubicBezTo>
                  <a:cubicBezTo>
                    <a:pt x="1489626" y="3215921"/>
                    <a:pt x="1492563" y="3227051"/>
                    <a:pt x="1495313" y="3238052"/>
                  </a:cubicBezTo>
                  <a:cubicBezTo>
                    <a:pt x="1514554" y="3315017"/>
                    <a:pt x="1498614" y="3276078"/>
                    <a:pt x="1516828" y="3367144"/>
                  </a:cubicBezTo>
                  <a:cubicBezTo>
                    <a:pt x="1519052" y="3378263"/>
                    <a:pt x="1524471" y="3388514"/>
                    <a:pt x="1527586" y="3399417"/>
                  </a:cubicBezTo>
                  <a:cubicBezTo>
                    <a:pt x="1531648" y="3413633"/>
                    <a:pt x="1534281" y="3428231"/>
                    <a:pt x="1538343" y="3442447"/>
                  </a:cubicBezTo>
                  <a:cubicBezTo>
                    <a:pt x="1541458" y="3453350"/>
                    <a:pt x="1547237" y="3463535"/>
                    <a:pt x="1549101" y="3474720"/>
                  </a:cubicBezTo>
                  <a:cubicBezTo>
                    <a:pt x="1550870" y="3485331"/>
                    <a:pt x="1549101" y="3496235"/>
                    <a:pt x="1549101" y="3506993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81FF144D-5AE5-E919-922F-7CC9B732DEF2}"/>
                </a:ext>
              </a:extLst>
            </p:cNvPr>
            <p:cNvSpPr/>
            <p:nvPr/>
          </p:nvSpPr>
          <p:spPr>
            <a:xfrm>
              <a:off x="13928555" y="16134874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8A545E8-60B7-ECFF-DC83-41D159023753}"/>
                </a:ext>
              </a:extLst>
            </p:cNvPr>
            <p:cNvSpPr/>
            <p:nvPr/>
          </p:nvSpPr>
          <p:spPr>
            <a:xfrm>
              <a:off x="10936661" y="17111997"/>
              <a:ext cx="2648103" cy="4184295"/>
            </a:xfrm>
            <a:custGeom>
              <a:avLst/>
              <a:gdLst>
                <a:gd name="connsiteX0" fmla="*/ 0 w 2364378"/>
                <a:gd name="connsiteY0" fmla="*/ 3735978 h 3735978"/>
                <a:gd name="connsiteX1" fmla="*/ 13063 w 2364378"/>
                <a:gd name="connsiteY1" fmla="*/ 3644538 h 3735978"/>
                <a:gd name="connsiteX2" fmla="*/ 39189 w 2364378"/>
                <a:gd name="connsiteY2" fmla="*/ 3592286 h 3735978"/>
                <a:gd name="connsiteX3" fmla="*/ 52252 w 2364378"/>
                <a:gd name="connsiteY3" fmla="*/ 3553098 h 3735978"/>
                <a:gd name="connsiteX4" fmla="*/ 78378 w 2364378"/>
                <a:gd name="connsiteY4" fmla="*/ 3513909 h 3735978"/>
                <a:gd name="connsiteX5" fmla="*/ 104503 w 2364378"/>
                <a:gd name="connsiteY5" fmla="*/ 3448595 h 3735978"/>
                <a:gd name="connsiteX6" fmla="*/ 130629 w 2364378"/>
                <a:gd name="connsiteY6" fmla="*/ 3409406 h 3735978"/>
                <a:gd name="connsiteX7" fmla="*/ 169818 w 2364378"/>
                <a:gd name="connsiteY7" fmla="*/ 3344092 h 3735978"/>
                <a:gd name="connsiteX8" fmla="*/ 182880 w 2364378"/>
                <a:gd name="connsiteY8" fmla="*/ 3304903 h 3735978"/>
                <a:gd name="connsiteX9" fmla="*/ 209006 w 2364378"/>
                <a:gd name="connsiteY9" fmla="*/ 3239589 h 3735978"/>
                <a:gd name="connsiteX10" fmla="*/ 235132 w 2364378"/>
                <a:gd name="connsiteY10" fmla="*/ 3200400 h 3735978"/>
                <a:gd name="connsiteX11" fmla="*/ 261258 w 2364378"/>
                <a:gd name="connsiteY11" fmla="*/ 3122023 h 3735978"/>
                <a:gd name="connsiteX12" fmla="*/ 274320 w 2364378"/>
                <a:gd name="connsiteY12" fmla="*/ 3082835 h 3735978"/>
                <a:gd name="connsiteX13" fmla="*/ 287383 w 2364378"/>
                <a:gd name="connsiteY13" fmla="*/ 3043646 h 3735978"/>
                <a:gd name="connsiteX14" fmla="*/ 300446 w 2364378"/>
                <a:gd name="connsiteY14" fmla="*/ 2991395 h 3735978"/>
                <a:gd name="connsiteX15" fmla="*/ 326572 w 2364378"/>
                <a:gd name="connsiteY15" fmla="*/ 2952206 h 3735978"/>
                <a:gd name="connsiteX16" fmla="*/ 339635 w 2364378"/>
                <a:gd name="connsiteY16" fmla="*/ 2913018 h 3735978"/>
                <a:gd name="connsiteX17" fmla="*/ 404949 w 2364378"/>
                <a:gd name="connsiteY17" fmla="*/ 2834640 h 3735978"/>
                <a:gd name="connsiteX18" fmla="*/ 444138 w 2364378"/>
                <a:gd name="connsiteY18" fmla="*/ 2808515 h 3735978"/>
                <a:gd name="connsiteX19" fmla="*/ 522515 w 2364378"/>
                <a:gd name="connsiteY19" fmla="*/ 2730138 h 3735978"/>
                <a:gd name="connsiteX20" fmla="*/ 561703 w 2364378"/>
                <a:gd name="connsiteY20" fmla="*/ 2677886 h 3735978"/>
                <a:gd name="connsiteX21" fmla="*/ 587829 w 2364378"/>
                <a:gd name="connsiteY21" fmla="*/ 2625635 h 3735978"/>
                <a:gd name="connsiteX22" fmla="*/ 653143 w 2364378"/>
                <a:gd name="connsiteY22" fmla="*/ 2534195 h 3735978"/>
                <a:gd name="connsiteX23" fmla="*/ 692332 w 2364378"/>
                <a:gd name="connsiteY23" fmla="*/ 2508069 h 3735978"/>
                <a:gd name="connsiteX24" fmla="*/ 757646 w 2364378"/>
                <a:gd name="connsiteY24" fmla="*/ 2416629 h 3735978"/>
                <a:gd name="connsiteX25" fmla="*/ 809898 w 2364378"/>
                <a:gd name="connsiteY25" fmla="*/ 2338252 h 3735978"/>
                <a:gd name="connsiteX26" fmla="*/ 849086 w 2364378"/>
                <a:gd name="connsiteY26" fmla="*/ 2246812 h 3735978"/>
                <a:gd name="connsiteX27" fmla="*/ 862149 w 2364378"/>
                <a:gd name="connsiteY27" fmla="*/ 2207623 h 3735978"/>
                <a:gd name="connsiteX28" fmla="*/ 914400 w 2364378"/>
                <a:gd name="connsiteY28" fmla="*/ 2129246 h 3735978"/>
                <a:gd name="connsiteX29" fmla="*/ 940526 w 2364378"/>
                <a:gd name="connsiteY29" fmla="*/ 2090058 h 3735978"/>
                <a:gd name="connsiteX30" fmla="*/ 979715 w 2364378"/>
                <a:gd name="connsiteY30" fmla="*/ 2050869 h 3735978"/>
                <a:gd name="connsiteX31" fmla="*/ 1031966 w 2364378"/>
                <a:gd name="connsiteY31" fmla="*/ 1959429 h 3735978"/>
                <a:gd name="connsiteX32" fmla="*/ 1071155 w 2364378"/>
                <a:gd name="connsiteY32" fmla="*/ 1907178 h 3735978"/>
                <a:gd name="connsiteX33" fmla="*/ 1084218 w 2364378"/>
                <a:gd name="connsiteY33" fmla="*/ 1867989 h 3735978"/>
                <a:gd name="connsiteX34" fmla="*/ 1110343 w 2364378"/>
                <a:gd name="connsiteY34" fmla="*/ 1737360 h 3735978"/>
                <a:gd name="connsiteX35" fmla="*/ 1136469 w 2364378"/>
                <a:gd name="connsiteY35" fmla="*/ 1672046 h 3735978"/>
                <a:gd name="connsiteX36" fmla="*/ 1227909 w 2364378"/>
                <a:gd name="connsiteY36" fmla="*/ 1528355 h 3735978"/>
                <a:gd name="connsiteX37" fmla="*/ 1240972 w 2364378"/>
                <a:gd name="connsiteY37" fmla="*/ 1489166 h 3735978"/>
                <a:gd name="connsiteX38" fmla="*/ 1280160 w 2364378"/>
                <a:gd name="connsiteY38" fmla="*/ 1436915 h 3735978"/>
                <a:gd name="connsiteX39" fmla="*/ 1319349 w 2364378"/>
                <a:gd name="connsiteY39" fmla="*/ 1371600 h 3735978"/>
                <a:gd name="connsiteX40" fmla="*/ 1436915 w 2364378"/>
                <a:gd name="connsiteY40" fmla="*/ 1227909 h 3735978"/>
                <a:gd name="connsiteX41" fmla="*/ 1476103 w 2364378"/>
                <a:gd name="connsiteY41" fmla="*/ 1201783 h 3735978"/>
                <a:gd name="connsiteX42" fmla="*/ 1541418 w 2364378"/>
                <a:gd name="connsiteY42" fmla="*/ 1123406 h 3735978"/>
                <a:gd name="connsiteX43" fmla="*/ 1593669 w 2364378"/>
                <a:gd name="connsiteY43" fmla="*/ 1045029 h 3735978"/>
                <a:gd name="connsiteX44" fmla="*/ 1619795 w 2364378"/>
                <a:gd name="connsiteY44" fmla="*/ 1005840 h 3735978"/>
                <a:gd name="connsiteX45" fmla="*/ 1645920 w 2364378"/>
                <a:gd name="connsiteY45" fmla="*/ 966652 h 3735978"/>
                <a:gd name="connsiteX46" fmla="*/ 1685109 w 2364378"/>
                <a:gd name="connsiteY46" fmla="*/ 927463 h 3735978"/>
                <a:gd name="connsiteX47" fmla="*/ 1711235 w 2364378"/>
                <a:gd name="connsiteY47" fmla="*/ 875212 h 3735978"/>
                <a:gd name="connsiteX48" fmla="*/ 1763486 w 2364378"/>
                <a:gd name="connsiteY48" fmla="*/ 796835 h 3735978"/>
                <a:gd name="connsiteX49" fmla="*/ 1802675 w 2364378"/>
                <a:gd name="connsiteY49" fmla="*/ 718458 h 3735978"/>
                <a:gd name="connsiteX50" fmla="*/ 1854926 w 2364378"/>
                <a:gd name="connsiteY50" fmla="*/ 640080 h 3735978"/>
                <a:gd name="connsiteX51" fmla="*/ 1867989 w 2364378"/>
                <a:gd name="connsiteY51" fmla="*/ 600892 h 3735978"/>
                <a:gd name="connsiteX52" fmla="*/ 1920240 w 2364378"/>
                <a:gd name="connsiteY52" fmla="*/ 561703 h 3735978"/>
                <a:gd name="connsiteX53" fmla="*/ 1998618 w 2364378"/>
                <a:gd name="connsiteY53" fmla="*/ 496389 h 3735978"/>
                <a:gd name="connsiteX54" fmla="*/ 2050869 w 2364378"/>
                <a:gd name="connsiteY54" fmla="*/ 418012 h 3735978"/>
                <a:gd name="connsiteX55" fmla="*/ 2076995 w 2364378"/>
                <a:gd name="connsiteY55" fmla="*/ 378823 h 3735978"/>
                <a:gd name="connsiteX56" fmla="*/ 2090058 w 2364378"/>
                <a:gd name="connsiteY56" fmla="*/ 339635 h 3735978"/>
                <a:gd name="connsiteX57" fmla="*/ 2129246 w 2364378"/>
                <a:gd name="connsiteY57" fmla="*/ 300446 h 3735978"/>
                <a:gd name="connsiteX58" fmla="*/ 2168435 w 2364378"/>
                <a:gd name="connsiteY58" fmla="*/ 222069 h 3735978"/>
                <a:gd name="connsiteX59" fmla="*/ 2207623 w 2364378"/>
                <a:gd name="connsiteY59" fmla="*/ 143692 h 3735978"/>
                <a:gd name="connsiteX60" fmla="*/ 2286000 w 2364378"/>
                <a:gd name="connsiteY60" fmla="*/ 91440 h 3735978"/>
                <a:gd name="connsiteX61" fmla="*/ 2312126 w 2364378"/>
                <a:gd name="connsiteY61" fmla="*/ 52252 h 3735978"/>
                <a:gd name="connsiteX62" fmla="*/ 2364378 w 2364378"/>
                <a:gd name="connsiteY62" fmla="*/ 0 h 3735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364378" h="3735978">
                  <a:moveTo>
                    <a:pt x="0" y="3735978"/>
                  </a:moveTo>
                  <a:cubicBezTo>
                    <a:pt x="4354" y="3705498"/>
                    <a:pt x="4962" y="3674243"/>
                    <a:pt x="13063" y="3644538"/>
                  </a:cubicBezTo>
                  <a:cubicBezTo>
                    <a:pt x="18187" y="3625751"/>
                    <a:pt x="31518" y="3610185"/>
                    <a:pt x="39189" y="3592286"/>
                  </a:cubicBezTo>
                  <a:cubicBezTo>
                    <a:pt x="44613" y="3579630"/>
                    <a:pt x="46094" y="3565414"/>
                    <a:pt x="52252" y="3553098"/>
                  </a:cubicBezTo>
                  <a:cubicBezTo>
                    <a:pt x="59273" y="3539056"/>
                    <a:pt x="71357" y="3527951"/>
                    <a:pt x="78378" y="3513909"/>
                  </a:cubicBezTo>
                  <a:cubicBezTo>
                    <a:pt x="88864" y="3492936"/>
                    <a:pt x="94017" y="3469568"/>
                    <a:pt x="104503" y="3448595"/>
                  </a:cubicBezTo>
                  <a:cubicBezTo>
                    <a:pt x="111524" y="3434553"/>
                    <a:pt x="122308" y="3422719"/>
                    <a:pt x="130629" y="3409406"/>
                  </a:cubicBezTo>
                  <a:cubicBezTo>
                    <a:pt x="144086" y="3387876"/>
                    <a:pt x="158464" y="3366801"/>
                    <a:pt x="169818" y="3344092"/>
                  </a:cubicBezTo>
                  <a:cubicBezTo>
                    <a:pt x="175976" y="3331776"/>
                    <a:pt x="178045" y="3317796"/>
                    <a:pt x="182880" y="3304903"/>
                  </a:cubicBezTo>
                  <a:cubicBezTo>
                    <a:pt x="191113" y="3282947"/>
                    <a:pt x="198519" y="3260562"/>
                    <a:pt x="209006" y="3239589"/>
                  </a:cubicBezTo>
                  <a:cubicBezTo>
                    <a:pt x="216027" y="3225547"/>
                    <a:pt x="228756" y="3214747"/>
                    <a:pt x="235132" y="3200400"/>
                  </a:cubicBezTo>
                  <a:cubicBezTo>
                    <a:pt x="246317" y="3175235"/>
                    <a:pt x="252550" y="3148149"/>
                    <a:pt x="261258" y="3122023"/>
                  </a:cubicBezTo>
                  <a:lnTo>
                    <a:pt x="274320" y="3082835"/>
                  </a:lnTo>
                  <a:cubicBezTo>
                    <a:pt x="278674" y="3069772"/>
                    <a:pt x="284043" y="3057004"/>
                    <a:pt x="287383" y="3043646"/>
                  </a:cubicBezTo>
                  <a:cubicBezTo>
                    <a:pt x="291737" y="3026229"/>
                    <a:pt x="293374" y="3007896"/>
                    <a:pt x="300446" y="2991395"/>
                  </a:cubicBezTo>
                  <a:cubicBezTo>
                    <a:pt x="306631" y="2976965"/>
                    <a:pt x="319551" y="2966248"/>
                    <a:pt x="326572" y="2952206"/>
                  </a:cubicBezTo>
                  <a:cubicBezTo>
                    <a:pt x="332730" y="2939890"/>
                    <a:pt x="333477" y="2925334"/>
                    <a:pt x="339635" y="2913018"/>
                  </a:cubicBezTo>
                  <a:cubicBezTo>
                    <a:pt x="354315" y="2883658"/>
                    <a:pt x="380184" y="2855277"/>
                    <a:pt x="404949" y="2834640"/>
                  </a:cubicBezTo>
                  <a:cubicBezTo>
                    <a:pt x="417010" y="2824589"/>
                    <a:pt x="432404" y="2818945"/>
                    <a:pt x="444138" y="2808515"/>
                  </a:cubicBezTo>
                  <a:cubicBezTo>
                    <a:pt x="471753" y="2783969"/>
                    <a:pt x="500347" y="2759696"/>
                    <a:pt x="522515" y="2730138"/>
                  </a:cubicBezTo>
                  <a:cubicBezTo>
                    <a:pt x="535578" y="2712721"/>
                    <a:pt x="550164" y="2696348"/>
                    <a:pt x="561703" y="2677886"/>
                  </a:cubicBezTo>
                  <a:cubicBezTo>
                    <a:pt x="572024" y="2661373"/>
                    <a:pt x="578168" y="2642542"/>
                    <a:pt x="587829" y="2625635"/>
                  </a:cubicBezTo>
                  <a:cubicBezTo>
                    <a:pt x="597718" y="2608329"/>
                    <a:pt x="643798" y="2543540"/>
                    <a:pt x="653143" y="2534195"/>
                  </a:cubicBezTo>
                  <a:cubicBezTo>
                    <a:pt x="664244" y="2523094"/>
                    <a:pt x="679269" y="2516778"/>
                    <a:pt x="692332" y="2508069"/>
                  </a:cubicBezTo>
                  <a:cubicBezTo>
                    <a:pt x="777260" y="2380678"/>
                    <a:pt x="644243" y="2578632"/>
                    <a:pt x="757646" y="2416629"/>
                  </a:cubicBezTo>
                  <a:cubicBezTo>
                    <a:pt x="775652" y="2390906"/>
                    <a:pt x="809898" y="2338252"/>
                    <a:pt x="809898" y="2338252"/>
                  </a:cubicBezTo>
                  <a:cubicBezTo>
                    <a:pt x="837082" y="2229507"/>
                    <a:pt x="803981" y="2337020"/>
                    <a:pt x="849086" y="2246812"/>
                  </a:cubicBezTo>
                  <a:cubicBezTo>
                    <a:pt x="855244" y="2234496"/>
                    <a:pt x="855462" y="2219660"/>
                    <a:pt x="862149" y="2207623"/>
                  </a:cubicBezTo>
                  <a:cubicBezTo>
                    <a:pt x="877398" y="2180175"/>
                    <a:pt x="896983" y="2155372"/>
                    <a:pt x="914400" y="2129246"/>
                  </a:cubicBezTo>
                  <a:cubicBezTo>
                    <a:pt x="923109" y="2116183"/>
                    <a:pt x="929425" y="2101159"/>
                    <a:pt x="940526" y="2090058"/>
                  </a:cubicBezTo>
                  <a:cubicBezTo>
                    <a:pt x="953589" y="2076995"/>
                    <a:pt x="967888" y="2065061"/>
                    <a:pt x="979715" y="2050869"/>
                  </a:cubicBezTo>
                  <a:cubicBezTo>
                    <a:pt x="1015667" y="2007726"/>
                    <a:pt x="1000028" y="2010529"/>
                    <a:pt x="1031966" y="1959429"/>
                  </a:cubicBezTo>
                  <a:cubicBezTo>
                    <a:pt x="1043505" y="1940967"/>
                    <a:pt x="1058092" y="1924595"/>
                    <a:pt x="1071155" y="1907178"/>
                  </a:cubicBezTo>
                  <a:cubicBezTo>
                    <a:pt x="1075509" y="1894115"/>
                    <a:pt x="1081122" y="1881406"/>
                    <a:pt x="1084218" y="1867989"/>
                  </a:cubicBezTo>
                  <a:cubicBezTo>
                    <a:pt x="1094203" y="1824721"/>
                    <a:pt x="1093851" y="1778589"/>
                    <a:pt x="1110343" y="1737360"/>
                  </a:cubicBezTo>
                  <a:cubicBezTo>
                    <a:pt x="1119052" y="1715589"/>
                    <a:pt x="1125241" y="1692631"/>
                    <a:pt x="1136469" y="1672046"/>
                  </a:cubicBezTo>
                  <a:cubicBezTo>
                    <a:pt x="1198579" y="1558179"/>
                    <a:pt x="1175981" y="1632209"/>
                    <a:pt x="1227909" y="1528355"/>
                  </a:cubicBezTo>
                  <a:cubicBezTo>
                    <a:pt x="1234067" y="1516039"/>
                    <a:pt x="1234140" y="1501121"/>
                    <a:pt x="1240972" y="1489166"/>
                  </a:cubicBezTo>
                  <a:cubicBezTo>
                    <a:pt x="1251773" y="1470263"/>
                    <a:pt x="1268084" y="1455030"/>
                    <a:pt x="1280160" y="1436915"/>
                  </a:cubicBezTo>
                  <a:cubicBezTo>
                    <a:pt x="1294244" y="1415789"/>
                    <a:pt x="1304897" y="1392475"/>
                    <a:pt x="1319349" y="1371600"/>
                  </a:cubicBezTo>
                  <a:cubicBezTo>
                    <a:pt x="1347562" y="1330847"/>
                    <a:pt x="1392922" y="1264570"/>
                    <a:pt x="1436915" y="1227909"/>
                  </a:cubicBezTo>
                  <a:cubicBezTo>
                    <a:pt x="1448976" y="1217858"/>
                    <a:pt x="1463040" y="1210492"/>
                    <a:pt x="1476103" y="1201783"/>
                  </a:cubicBezTo>
                  <a:cubicBezTo>
                    <a:pt x="1569472" y="1061733"/>
                    <a:pt x="1424060" y="1274295"/>
                    <a:pt x="1541418" y="1123406"/>
                  </a:cubicBezTo>
                  <a:cubicBezTo>
                    <a:pt x="1560695" y="1098621"/>
                    <a:pt x="1576252" y="1071155"/>
                    <a:pt x="1593669" y="1045029"/>
                  </a:cubicBezTo>
                  <a:lnTo>
                    <a:pt x="1619795" y="1005840"/>
                  </a:lnTo>
                  <a:cubicBezTo>
                    <a:pt x="1628503" y="992777"/>
                    <a:pt x="1634819" y="977753"/>
                    <a:pt x="1645920" y="966652"/>
                  </a:cubicBezTo>
                  <a:cubicBezTo>
                    <a:pt x="1658983" y="953589"/>
                    <a:pt x="1674371" y="942496"/>
                    <a:pt x="1685109" y="927463"/>
                  </a:cubicBezTo>
                  <a:cubicBezTo>
                    <a:pt x="1696427" y="911617"/>
                    <a:pt x="1701216" y="891910"/>
                    <a:pt x="1711235" y="875212"/>
                  </a:cubicBezTo>
                  <a:cubicBezTo>
                    <a:pt x="1727390" y="848288"/>
                    <a:pt x="1763486" y="796835"/>
                    <a:pt x="1763486" y="796835"/>
                  </a:cubicBezTo>
                  <a:cubicBezTo>
                    <a:pt x="1796320" y="698332"/>
                    <a:pt x="1752029" y="819749"/>
                    <a:pt x="1802675" y="718458"/>
                  </a:cubicBezTo>
                  <a:cubicBezTo>
                    <a:pt x="1840486" y="642837"/>
                    <a:pt x="1780636" y="714372"/>
                    <a:pt x="1854926" y="640080"/>
                  </a:cubicBezTo>
                  <a:cubicBezTo>
                    <a:pt x="1859280" y="627017"/>
                    <a:pt x="1859174" y="611470"/>
                    <a:pt x="1867989" y="600892"/>
                  </a:cubicBezTo>
                  <a:cubicBezTo>
                    <a:pt x="1881927" y="584167"/>
                    <a:pt x="1902524" y="574357"/>
                    <a:pt x="1920240" y="561703"/>
                  </a:cubicBezTo>
                  <a:cubicBezTo>
                    <a:pt x="1957980" y="534746"/>
                    <a:pt x="1968120" y="535600"/>
                    <a:pt x="1998618" y="496389"/>
                  </a:cubicBezTo>
                  <a:cubicBezTo>
                    <a:pt x="2017895" y="471604"/>
                    <a:pt x="2033452" y="444138"/>
                    <a:pt x="2050869" y="418012"/>
                  </a:cubicBezTo>
                  <a:cubicBezTo>
                    <a:pt x="2059578" y="404949"/>
                    <a:pt x="2072030" y="393717"/>
                    <a:pt x="2076995" y="378823"/>
                  </a:cubicBezTo>
                  <a:cubicBezTo>
                    <a:pt x="2081349" y="365760"/>
                    <a:pt x="2082420" y="351092"/>
                    <a:pt x="2090058" y="339635"/>
                  </a:cubicBezTo>
                  <a:cubicBezTo>
                    <a:pt x="2100305" y="324264"/>
                    <a:pt x="2116183" y="313509"/>
                    <a:pt x="2129246" y="300446"/>
                  </a:cubicBezTo>
                  <a:cubicBezTo>
                    <a:pt x="2162081" y="201943"/>
                    <a:pt x="2117788" y="323363"/>
                    <a:pt x="2168435" y="222069"/>
                  </a:cubicBezTo>
                  <a:cubicBezTo>
                    <a:pt x="2186035" y="186869"/>
                    <a:pt x="2174347" y="172808"/>
                    <a:pt x="2207623" y="143692"/>
                  </a:cubicBezTo>
                  <a:cubicBezTo>
                    <a:pt x="2231253" y="123015"/>
                    <a:pt x="2286000" y="91440"/>
                    <a:pt x="2286000" y="91440"/>
                  </a:cubicBezTo>
                  <a:cubicBezTo>
                    <a:pt x="2294709" y="78377"/>
                    <a:pt x="2302075" y="64313"/>
                    <a:pt x="2312126" y="52252"/>
                  </a:cubicBezTo>
                  <a:lnTo>
                    <a:pt x="2364378" y="0"/>
                  </a:ln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B618380-FCAE-3DF5-23CA-D936F26C2EF7}"/>
                </a:ext>
              </a:extLst>
            </p:cNvPr>
            <p:cNvSpPr/>
            <p:nvPr/>
          </p:nvSpPr>
          <p:spPr>
            <a:xfrm>
              <a:off x="12750834" y="17111997"/>
              <a:ext cx="1271336" cy="4198925"/>
            </a:xfrm>
            <a:custGeom>
              <a:avLst/>
              <a:gdLst>
                <a:gd name="connsiteX0" fmla="*/ 679268 w 1135121"/>
                <a:gd name="connsiteY0" fmla="*/ 3749040 h 3749040"/>
                <a:gd name="connsiteX1" fmla="*/ 613954 w 1135121"/>
                <a:gd name="connsiteY1" fmla="*/ 3657600 h 3749040"/>
                <a:gd name="connsiteX2" fmla="*/ 522514 w 1135121"/>
                <a:gd name="connsiteY2" fmla="*/ 3540035 h 3749040"/>
                <a:gd name="connsiteX3" fmla="*/ 483325 w 1135121"/>
                <a:gd name="connsiteY3" fmla="*/ 3448595 h 3749040"/>
                <a:gd name="connsiteX4" fmla="*/ 444137 w 1135121"/>
                <a:gd name="connsiteY4" fmla="*/ 3357155 h 3749040"/>
                <a:gd name="connsiteX5" fmla="*/ 431074 w 1135121"/>
                <a:gd name="connsiteY5" fmla="*/ 3291840 h 3749040"/>
                <a:gd name="connsiteX6" fmla="*/ 378823 w 1135121"/>
                <a:gd name="connsiteY6" fmla="*/ 3030583 h 3749040"/>
                <a:gd name="connsiteX7" fmla="*/ 365760 w 1135121"/>
                <a:gd name="connsiteY7" fmla="*/ 2991395 h 3749040"/>
                <a:gd name="connsiteX8" fmla="*/ 339634 w 1135121"/>
                <a:gd name="connsiteY8" fmla="*/ 2886892 h 3749040"/>
                <a:gd name="connsiteX9" fmla="*/ 313508 w 1135121"/>
                <a:gd name="connsiteY9" fmla="*/ 2808515 h 3749040"/>
                <a:gd name="connsiteX10" fmla="*/ 261257 w 1135121"/>
                <a:gd name="connsiteY10" fmla="*/ 2730138 h 3749040"/>
                <a:gd name="connsiteX11" fmla="*/ 209005 w 1135121"/>
                <a:gd name="connsiteY11" fmla="*/ 2651760 h 3749040"/>
                <a:gd name="connsiteX12" fmla="*/ 156754 w 1135121"/>
                <a:gd name="connsiteY12" fmla="*/ 2573383 h 3749040"/>
                <a:gd name="connsiteX13" fmla="*/ 117565 w 1135121"/>
                <a:gd name="connsiteY13" fmla="*/ 2495006 h 3749040"/>
                <a:gd name="connsiteX14" fmla="*/ 78377 w 1135121"/>
                <a:gd name="connsiteY14" fmla="*/ 2377440 h 3749040"/>
                <a:gd name="connsiteX15" fmla="*/ 52251 w 1135121"/>
                <a:gd name="connsiteY15" fmla="*/ 2299063 h 3749040"/>
                <a:gd name="connsiteX16" fmla="*/ 26125 w 1135121"/>
                <a:gd name="connsiteY16" fmla="*/ 2194560 h 3749040"/>
                <a:gd name="connsiteX17" fmla="*/ 13063 w 1135121"/>
                <a:gd name="connsiteY17" fmla="*/ 2155372 h 3749040"/>
                <a:gd name="connsiteX18" fmla="*/ 0 w 1135121"/>
                <a:gd name="connsiteY18" fmla="*/ 2076995 h 3749040"/>
                <a:gd name="connsiteX19" fmla="*/ 13063 w 1135121"/>
                <a:gd name="connsiteY19" fmla="*/ 1946366 h 3749040"/>
                <a:gd name="connsiteX20" fmla="*/ 65314 w 1135121"/>
                <a:gd name="connsiteY20" fmla="*/ 1815738 h 3749040"/>
                <a:gd name="connsiteX21" fmla="*/ 91440 w 1135121"/>
                <a:gd name="connsiteY21" fmla="*/ 1750423 h 3749040"/>
                <a:gd name="connsiteX22" fmla="*/ 117565 w 1135121"/>
                <a:gd name="connsiteY22" fmla="*/ 1711235 h 3749040"/>
                <a:gd name="connsiteX23" fmla="*/ 130628 w 1135121"/>
                <a:gd name="connsiteY23" fmla="*/ 1672046 h 3749040"/>
                <a:gd name="connsiteX24" fmla="*/ 156754 w 1135121"/>
                <a:gd name="connsiteY24" fmla="*/ 1619795 h 3749040"/>
                <a:gd name="connsiteX25" fmla="*/ 195943 w 1135121"/>
                <a:gd name="connsiteY25" fmla="*/ 1541418 h 3749040"/>
                <a:gd name="connsiteX26" fmla="*/ 248194 w 1135121"/>
                <a:gd name="connsiteY26" fmla="*/ 1423852 h 3749040"/>
                <a:gd name="connsiteX27" fmla="*/ 365760 w 1135121"/>
                <a:gd name="connsiteY27" fmla="*/ 1345475 h 3749040"/>
                <a:gd name="connsiteX28" fmla="*/ 444137 w 1135121"/>
                <a:gd name="connsiteY28" fmla="*/ 1293223 h 3749040"/>
                <a:gd name="connsiteX29" fmla="*/ 483325 w 1135121"/>
                <a:gd name="connsiteY29" fmla="*/ 1267098 h 3749040"/>
                <a:gd name="connsiteX30" fmla="*/ 509451 w 1135121"/>
                <a:gd name="connsiteY30" fmla="*/ 1227909 h 3749040"/>
                <a:gd name="connsiteX31" fmla="*/ 548640 w 1135121"/>
                <a:gd name="connsiteY31" fmla="*/ 1188720 h 3749040"/>
                <a:gd name="connsiteX32" fmla="*/ 561703 w 1135121"/>
                <a:gd name="connsiteY32" fmla="*/ 1149532 h 3749040"/>
                <a:gd name="connsiteX33" fmla="*/ 613954 w 1135121"/>
                <a:gd name="connsiteY33" fmla="*/ 1071155 h 3749040"/>
                <a:gd name="connsiteX34" fmla="*/ 640080 w 1135121"/>
                <a:gd name="connsiteY34" fmla="*/ 1031966 h 3749040"/>
                <a:gd name="connsiteX35" fmla="*/ 718457 w 1135121"/>
                <a:gd name="connsiteY35" fmla="*/ 966652 h 3749040"/>
                <a:gd name="connsiteX36" fmla="*/ 757645 w 1135121"/>
                <a:gd name="connsiteY36" fmla="*/ 927463 h 3749040"/>
                <a:gd name="connsiteX37" fmla="*/ 836023 w 1135121"/>
                <a:gd name="connsiteY37" fmla="*/ 875212 h 3749040"/>
                <a:gd name="connsiteX38" fmla="*/ 914400 w 1135121"/>
                <a:gd name="connsiteY38" fmla="*/ 809898 h 3749040"/>
                <a:gd name="connsiteX39" fmla="*/ 979714 w 1135121"/>
                <a:gd name="connsiteY39" fmla="*/ 731520 h 3749040"/>
                <a:gd name="connsiteX40" fmla="*/ 1018903 w 1135121"/>
                <a:gd name="connsiteY40" fmla="*/ 705395 h 3749040"/>
                <a:gd name="connsiteX41" fmla="*/ 1097280 w 1135121"/>
                <a:gd name="connsiteY41" fmla="*/ 640080 h 3749040"/>
                <a:gd name="connsiteX42" fmla="*/ 1110343 w 1135121"/>
                <a:gd name="connsiteY42" fmla="*/ 431075 h 3749040"/>
                <a:gd name="connsiteX43" fmla="*/ 1005840 w 1135121"/>
                <a:gd name="connsiteY43" fmla="*/ 339635 h 3749040"/>
                <a:gd name="connsiteX44" fmla="*/ 914400 w 1135121"/>
                <a:gd name="connsiteY44" fmla="*/ 222069 h 3749040"/>
                <a:gd name="connsiteX45" fmla="*/ 875211 w 1135121"/>
                <a:gd name="connsiteY45" fmla="*/ 104503 h 3749040"/>
                <a:gd name="connsiteX46" fmla="*/ 862148 w 1135121"/>
                <a:gd name="connsiteY46" fmla="*/ 65315 h 3749040"/>
                <a:gd name="connsiteX47" fmla="*/ 822960 w 1135121"/>
                <a:gd name="connsiteY47" fmla="*/ 52252 h 3749040"/>
                <a:gd name="connsiteX48" fmla="*/ 770708 w 1135121"/>
                <a:gd name="connsiteY48" fmla="*/ 0 h 374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1135121" h="3749040">
                  <a:moveTo>
                    <a:pt x="679268" y="3749040"/>
                  </a:moveTo>
                  <a:cubicBezTo>
                    <a:pt x="657497" y="3718560"/>
                    <a:pt x="637353" y="3686849"/>
                    <a:pt x="613954" y="3657600"/>
                  </a:cubicBezTo>
                  <a:cubicBezTo>
                    <a:pt x="556610" y="3585921"/>
                    <a:pt x="578132" y="3651271"/>
                    <a:pt x="522514" y="3540035"/>
                  </a:cubicBezTo>
                  <a:cubicBezTo>
                    <a:pt x="435878" y="3366763"/>
                    <a:pt x="540978" y="3583121"/>
                    <a:pt x="483325" y="3448595"/>
                  </a:cubicBezTo>
                  <a:cubicBezTo>
                    <a:pt x="460898" y="3396264"/>
                    <a:pt x="456389" y="3406164"/>
                    <a:pt x="444137" y="3357155"/>
                  </a:cubicBezTo>
                  <a:cubicBezTo>
                    <a:pt x="438752" y="3335615"/>
                    <a:pt x="434933" y="3313705"/>
                    <a:pt x="431074" y="3291840"/>
                  </a:cubicBezTo>
                  <a:cubicBezTo>
                    <a:pt x="416606" y="3209857"/>
                    <a:pt x="405892" y="3111787"/>
                    <a:pt x="378823" y="3030583"/>
                  </a:cubicBezTo>
                  <a:cubicBezTo>
                    <a:pt x="374469" y="3017520"/>
                    <a:pt x="369383" y="3004679"/>
                    <a:pt x="365760" y="2991395"/>
                  </a:cubicBezTo>
                  <a:cubicBezTo>
                    <a:pt x="356312" y="2956754"/>
                    <a:pt x="350989" y="2920956"/>
                    <a:pt x="339634" y="2886892"/>
                  </a:cubicBezTo>
                  <a:cubicBezTo>
                    <a:pt x="330925" y="2860766"/>
                    <a:pt x="328784" y="2831429"/>
                    <a:pt x="313508" y="2808515"/>
                  </a:cubicBezTo>
                  <a:lnTo>
                    <a:pt x="261257" y="2730138"/>
                  </a:lnTo>
                  <a:cubicBezTo>
                    <a:pt x="236274" y="2655189"/>
                    <a:pt x="266085" y="2725149"/>
                    <a:pt x="209005" y="2651760"/>
                  </a:cubicBezTo>
                  <a:cubicBezTo>
                    <a:pt x="189728" y="2626975"/>
                    <a:pt x="166683" y="2603171"/>
                    <a:pt x="156754" y="2573383"/>
                  </a:cubicBezTo>
                  <a:cubicBezTo>
                    <a:pt x="138726" y="2519301"/>
                    <a:pt x="151329" y="2545652"/>
                    <a:pt x="117565" y="2495006"/>
                  </a:cubicBezTo>
                  <a:lnTo>
                    <a:pt x="78377" y="2377440"/>
                  </a:lnTo>
                  <a:lnTo>
                    <a:pt x="52251" y="2299063"/>
                  </a:lnTo>
                  <a:cubicBezTo>
                    <a:pt x="43542" y="2264229"/>
                    <a:pt x="37479" y="2228624"/>
                    <a:pt x="26125" y="2194560"/>
                  </a:cubicBezTo>
                  <a:cubicBezTo>
                    <a:pt x="21771" y="2181497"/>
                    <a:pt x="16050" y="2168813"/>
                    <a:pt x="13063" y="2155372"/>
                  </a:cubicBezTo>
                  <a:cubicBezTo>
                    <a:pt x="7317" y="2129517"/>
                    <a:pt x="4354" y="2103121"/>
                    <a:pt x="0" y="2076995"/>
                  </a:cubicBezTo>
                  <a:cubicBezTo>
                    <a:pt x="4354" y="2033452"/>
                    <a:pt x="4999" y="1989377"/>
                    <a:pt x="13063" y="1946366"/>
                  </a:cubicBezTo>
                  <a:cubicBezTo>
                    <a:pt x="25324" y="1880971"/>
                    <a:pt x="41029" y="1870378"/>
                    <a:pt x="65314" y="1815738"/>
                  </a:cubicBezTo>
                  <a:cubicBezTo>
                    <a:pt x="74838" y="1794310"/>
                    <a:pt x="80953" y="1771396"/>
                    <a:pt x="91440" y="1750423"/>
                  </a:cubicBezTo>
                  <a:cubicBezTo>
                    <a:pt x="98461" y="1736381"/>
                    <a:pt x="110544" y="1725277"/>
                    <a:pt x="117565" y="1711235"/>
                  </a:cubicBezTo>
                  <a:cubicBezTo>
                    <a:pt x="123723" y="1698919"/>
                    <a:pt x="125204" y="1684702"/>
                    <a:pt x="130628" y="1672046"/>
                  </a:cubicBezTo>
                  <a:cubicBezTo>
                    <a:pt x="138299" y="1654148"/>
                    <a:pt x="149083" y="1637693"/>
                    <a:pt x="156754" y="1619795"/>
                  </a:cubicBezTo>
                  <a:cubicBezTo>
                    <a:pt x="189204" y="1544079"/>
                    <a:pt x="145735" y="1616728"/>
                    <a:pt x="195943" y="1541418"/>
                  </a:cubicBezTo>
                  <a:cubicBezTo>
                    <a:pt x="205674" y="1512222"/>
                    <a:pt x="218968" y="1449425"/>
                    <a:pt x="248194" y="1423852"/>
                  </a:cubicBezTo>
                  <a:cubicBezTo>
                    <a:pt x="248213" y="1423835"/>
                    <a:pt x="346155" y="1358545"/>
                    <a:pt x="365760" y="1345475"/>
                  </a:cubicBezTo>
                  <a:lnTo>
                    <a:pt x="444137" y="1293223"/>
                  </a:lnTo>
                  <a:lnTo>
                    <a:pt x="483325" y="1267098"/>
                  </a:lnTo>
                  <a:cubicBezTo>
                    <a:pt x="492034" y="1254035"/>
                    <a:pt x="499400" y="1239970"/>
                    <a:pt x="509451" y="1227909"/>
                  </a:cubicBezTo>
                  <a:cubicBezTo>
                    <a:pt x="521278" y="1213717"/>
                    <a:pt x="538392" y="1204091"/>
                    <a:pt x="548640" y="1188720"/>
                  </a:cubicBezTo>
                  <a:cubicBezTo>
                    <a:pt x="556278" y="1177263"/>
                    <a:pt x="555016" y="1161569"/>
                    <a:pt x="561703" y="1149532"/>
                  </a:cubicBezTo>
                  <a:cubicBezTo>
                    <a:pt x="576952" y="1122084"/>
                    <a:pt x="596537" y="1097281"/>
                    <a:pt x="613954" y="1071155"/>
                  </a:cubicBezTo>
                  <a:cubicBezTo>
                    <a:pt x="622663" y="1058092"/>
                    <a:pt x="628979" y="1043067"/>
                    <a:pt x="640080" y="1031966"/>
                  </a:cubicBezTo>
                  <a:cubicBezTo>
                    <a:pt x="754576" y="917470"/>
                    <a:pt x="609330" y="1057592"/>
                    <a:pt x="718457" y="966652"/>
                  </a:cubicBezTo>
                  <a:cubicBezTo>
                    <a:pt x="732649" y="954825"/>
                    <a:pt x="743063" y="938805"/>
                    <a:pt x="757645" y="927463"/>
                  </a:cubicBezTo>
                  <a:cubicBezTo>
                    <a:pt x="782430" y="908186"/>
                    <a:pt x="813821" y="897415"/>
                    <a:pt x="836023" y="875212"/>
                  </a:cubicBezTo>
                  <a:cubicBezTo>
                    <a:pt x="886312" y="824922"/>
                    <a:pt x="859840" y="846270"/>
                    <a:pt x="914400" y="809898"/>
                  </a:cubicBezTo>
                  <a:cubicBezTo>
                    <a:pt x="940088" y="771365"/>
                    <a:pt x="941996" y="762951"/>
                    <a:pt x="979714" y="731520"/>
                  </a:cubicBezTo>
                  <a:cubicBezTo>
                    <a:pt x="991775" y="721469"/>
                    <a:pt x="1006842" y="715446"/>
                    <a:pt x="1018903" y="705395"/>
                  </a:cubicBezTo>
                  <a:cubicBezTo>
                    <a:pt x="1119491" y="621572"/>
                    <a:pt x="999974" y="704951"/>
                    <a:pt x="1097280" y="640080"/>
                  </a:cubicBezTo>
                  <a:cubicBezTo>
                    <a:pt x="1150470" y="560294"/>
                    <a:pt x="1140616" y="592534"/>
                    <a:pt x="1110343" y="431075"/>
                  </a:cubicBezTo>
                  <a:cubicBezTo>
                    <a:pt x="1101802" y="385522"/>
                    <a:pt x="1027277" y="361072"/>
                    <a:pt x="1005840" y="339635"/>
                  </a:cubicBezTo>
                  <a:cubicBezTo>
                    <a:pt x="972027" y="305822"/>
                    <a:pt x="930025" y="268944"/>
                    <a:pt x="914400" y="222069"/>
                  </a:cubicBezTo>
                  <a:lnTo>
                    <a:pt x="875211" y="104503"/>
                  </a:lnTo>
                  <a:cubicBezTo>
                    <a:pt x="870857" y="91440"/>
                    <a:pt x="875211" y="69669"/>
                    <a:pt x="862148" y="65315"/>
                  </a:cubicBezTo>
                  <a:lnTo>
                    <a:pt x="822960" y="52252"/>
                  </a:lnTo>
                  <a:cubicBezTo>
                    <a:pt x="791433" y="4962"/>
                    <a:pt x="810876" y="20084"/>
                    <a:pt x="770708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EC01FF3F-75D2-F924-2A1E-AA0BDCC8313E}"/>
                </a:ext>
              </a:extLst>
            </p:cNvPr>
            <p:cNvSpPr/>
            <p:nvPr/>
          </p:nvSpPr>
          <p:spPr>
            <a:xfrm>
              <a:off x="13570136" y="16263435"/>
              <a:ext cx="438911" cy="819302"/>
            </a:xfrm>
            <a:custGeom>
              <a:avLst/>
              <a:gdLst>
                <a:gd name="connsiteX0" fmla="*/ 0 w 391885"/>
                <a:gd name="connsiteY0" fmla="*/ 731520 h 731520"/>
                <a:gd name="connsiteX1" fmla="*/ 26125 w 391885"/>
                <a:gd name="connsiteY1" fmla="*/ 587828 h 731520"/>
                <a:gd name="connsiteX2" fmla="*/ 39188 w 391885"/>
                <a:gd name="connsiteY2" fmla="*/ 548640 h 731520"/>
                <a:gd name="connsiteX3" fmla="*/ 78377 w 391885"/>
                <a:gd name="connsiteY3" fmla="*/ 509451 h 731520"/>
                <a:gd name="connsiteX4" fmla="*/ 104503 w 391885"/>
                <a:gd name="connsiteY4" fmla="*/ 470263 h 731520"/>
                <a:gd name="connsiteX5" fmla="*/ 143691 w 391885"/>
                <a:gd name="connsiteY5" fmla="*/ 352697 h 731520"/>
                <a:gd name="connsiteX6" fmla="*/ 156754 w 391885"/>
                <a:gd name="connsiteY6" fmla="*/ 313508 h 731520"/>
                <a:gd name="connsiteX7" fmla="*/ 209005 w 391885"/>
                <a:gd name="connsiteY7" fmla="*/ 235131 h 731520"/>
                <a:gd name="connsiteX8" fmla="*/ 235131 w 391885"/>
                <a:gd name="connsiteY8" fmla="*/ 195943 h 731520"/>
                <a:gd name="connsiteX9" fmla="*/ 300445 w 391885"/>
                <a:gd name="connsiteY9" fmla="*/ 78377 h 731520"/>
                <a:gd name="connsiteX10" fmla="*/ 339634 w 391885"/>
                <a:gd name="connsiteY10" fmla="*/ 65314 h 731520"/>
                <a:gd name="connsiteX11" fmla="*/ 391885 w 391885"/>
                <a:gd name="connsiteY11" fmla="*/ 0 h 73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1885" h="731520">
                  <a:moveTo>
                    <a:pt x="0" y="731520"/>
                  </a:moveTo>
                  <a:cubicBezTo>
                    <a:pt x="10570" y="657530"/>
                    <a:pt x="8530" y="649412"/>
                    <a:pt x="26125" y="587828"/>
                  </a:cubicBezTo>
                  <a:cubicBezTo>
                    <a:pt x="29908" y="574588"/>
                    <a:pt x="31550" y="560097"/>
                    <a:pt x="39188" y="548640"/>
                  </a:cubicBezTo>
                  <a:cubicBezTo>
                    <a:pt x="49436" y="533269"/>
                    <a:pt x="66550" y="523643"/>
                    <a:pt x="78377" y="509451"/>
                  </a:cubicBezTo>
                  <a:cubicBezTo>
                    <a:pt x="88428" y="497390"/>
                    <a:pt x="95794" y="483326"/>
                    <a:pt x="104503" y="470263"/>
                  </a:cubicBezTo>
                  <a:lnTo>
                    <a:pt x="143691" y="352697"/>
                  </a:lnTo>
                  <a:cubicBezTo>
                    <a:pt x="148045" y="339634"/>
                    <a:pt x="149116" y="324965"/>
                    <a:pt x="156754" y="313508"/>
                  </a:cubicBezTo>
                  <a:lnTo>
                    <a:pt x="209005" y="235131"/>
                  </a:lnTo>
                  <a:lnTo>
                    <a:pt x="235131" y="195943"/>
                  </a:lnTo>
                  <a:cubicBezTo>
                    <a:pt x="254606" y="137518"/>
                    <a:pt x="250164" y="111897"/>
                    <a:pt x="300445" y="78377"/>
                  </a:cubicBezTo>
                  <a:cubicBezTo>
                    <a:pt x="311902" y="70739"/>
                    <a:pt x="326571" y="69668"/>
                    <a:pt x="339634" y="65314"/>
                  </a:cubicBezTo>
                  <a:cubicBezTo>
                    <a:pt x="385707" y="19241"/>
                    <a:pt x="370561" y="42649"/>
                    <a:pt x="391885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5F488F8B-8DB6-633F-1E96-FC35CDD95AC9}"/>
                </a:ext>
              </a:extLst>
            </p:cNvPr>
            <p:cNvSpPr/>
            <p:nvPr/>
          </p:nvSpPr>
          <p:spPr>
            <a:xfrm>
              <a:off x="13503933" y="17005675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1EAC901A-C2EA-5009-4A87-0A4BF5615631}"/>
              </a:ext>
            </a:extLst>
          </p:cNvPr>
          <p:cNvCxnSpPr>
            <a:cxnSpLocks/>
          </p:cNvCxnSpPr>
          <p:nvPr/>
        </p:nvCxnSpPr>
        <p:spPr>
          <a:xfrm flipV="1">
            <a:off x="17285428" y="10103880"/>
            <a:ext cx="3306579" cy="12406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048983B-BC19-B7B4-E651-386190820A54}"/>
              </a:ext>
            </a:extLst>
          </p:cNvPr>
          <p:cNvCxnSpPr>
            <a:cxnSpLocks/>
          </p:cNvCxnSpPr>
          <p:nvPr/>
        </p:nvCxnSpPr>
        <p:spPr>
          <a:xfrm>
            <a:off x="15760887" y="9966891"/>
            <a:ext cx="17434" cy="1122924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/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EC74DE5-E77B-F845-616F-5F590B327E91}"/>
              </a:ext>
            </a:extLst>
          </p:cNvPr>
          <p:cNvCxnSpPr>
            <a:cxnSpLocks/>
            <a:stCxn id="323" idx="27"/>
            <a:endCxn id="324" idx="35"/>
          </p:cNvCxnSpPr>
          <p:nvPr/>
        </p:nvCxnSpPr>
        <p:spPr>
          <a:xfrm>
            <a:off x="20911632" y="12481835"/>
            <a:ext cx="767363" cy="1614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4E29D95-261D-334C-AA4F-724DD07A15D2}"/>
              </a:ext>
            </a:extLst>
          </p:cNvPr>
          <p:cNvCxnSpPr>
            <a:cxnSpLocks/>
            <a:stCxn id="323" idx="47"/>
          </p:cNvCxnSpPr>
          <p:nvPr/>
        </p:nvCxnSpPr>
        <p:spPr>
          <a:xfrm>
            <a:off x="21247428" y="11968595"/>
            <a:ext cx="1322770" cy="176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06C31B3C-B6B0-1A2C-83B3-CEB55EDEC9AD}"/>
              </a:ext>
            </a:extLst>
          </p:cNvPr>
          <p:cNvCxnSpPr>
            <a:cxnSpLocks/>
            <a:endCxn id="317" idx="27"/>
          </p:cNvCxnSpPr>
          <p:nvPr/>
        </p:nvCxnSpPr>
        <p:spPr>
          <a:xfrm>
            <a:off x="22311596" y="10863007"/>
            <a:ext cx="1180020" cy="2358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Freeform 313">
            <a:extLst>
              <a:ext uri="{FF2B5EF4-FFF2-40B4-BE49-F238E27FC236}">
                <a16:creationId xmlns:a16="http://schemas.microsoft.com/office/drawing/2014/main" id="{66260864-6893-AEDF-9971-FC84057ABE8C}"/>
              </a:ext>
            </a:extLst>
          </p:cNvPr>
          <p:cNvSpPr/>
          <p:nvPr/>
        </p:nvSpPr>
        <p:spPr>
          <a:xfrm>
            <a:off x="22246922" y="10945426"/>
            <a:ext cx="520920" cy="1649711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5580106C-8F0F-52DC-F877-3006639EF8CC}"/>
              </a:ext>
            </a:extLst>
          </p:cNvPr>
          <p:cNvSpPr/>
          <p:nvPr/>
        </p:nvSpPr>
        <p:spPr>
          <a:xfrm>
            <a:off x="21672904" y="11421622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ADE5EB22-E681-2CDE-7BC2-4846D6ED2165}"/>
              </a:ext>
            </a:extLst>
          </p:cNvPr>
          <p:cNvSpPr/>
          <p:nvPr/>
        </p:nvSpPr>
        <p:spPr>
          <a:xfrm>
            <a:off x="22233538" y="9723274"/>
            <a:ext cx="689413" cy="147882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17" name="Freeform 316">
            <a:extLst>
              <a:ext uri="{FF2B5EF4-FFF2-40B4-BE49-F238E27FC236}">
                <a16:creationId xmlns:a16="http://schemas.microsoft.com/office/drawing/2014/main" id="{B91A7E21-30F7-952A-C48C-D6070DD8FFF5}"/>
              </a:ext>
            </a:extLst>
          </p:cNvPr>
          <p:cNvSpPr/>
          <p:nvPr/>
        </p:nvSpPr>
        <p:spPr>
          <a:xfrm>
            <a:off x="22912965" y="9763320"/>
            <a:ext cx="1661788" cy="3701702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E6752DD8-288F-CC80-3BA5-56732F34E7C0}"/>
              </a:ext>
            </a:extLst>
          </p:cNvPr>
          <p:cNvSpPr/>
          <p:nvPr/>
        </p:nvSpPr>
        <p:spPr>
          <a:xfrm>
            <a:off x="22840919" y="9673879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BE4359F0-52FD-4111-5EB8-5E10AD0E99A2}"/>
              </a:ext>
            </a:extLst>
          </p:cNvPr>
          <p:cNvCxnSpPr>
            <a:cxnSpLocks/>
          </p:cNvCxnSpPr>
          <p:nvPr/>
        </p:nvCxnSpPr>
        <p:spPr>
          <a:xfrm>
            <a:off x="22233536" y="11242884"/>
            <a:ext cx="0" cy="737778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D227F7D-F386-CF3A-61AB-AFB088C6FA48}"/>
              </a:ext>
            </a:extLst>
          </p:cNvPr>
          <p:cNvCxnSpPr>
            <a:cxnSpLocks/>
          </p:cNvCxnSpPr>
          <p:nvPr/>
        </p:nvCxnSpPr>
        <p:spPr>
          <a:xfrm>
            <a:off x="21744942" y="11556540"/>
            <a:ext cx="0" cy="3799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603C1A0-199C-0EC1-A0AB-72125002C620}"/>
                  </a:ext>
                </a:extLst>
              </p:cNvPr>
              <p:cNvSpPr txBox="1"/>
              <p:nvPr/>
            </p:nvSpPr>
            <p:spPr>
              <a:xfrm>
                <a:off x="21652166" y="11306699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603C1A0-199C-0EC1-A0AB-72125002C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2166" y="11306699"/>
                <a:ext cx="896111" cy="478464"/>
              </a:xfrm>
              <a:prstGeom prst="rect">
                <a:avLst/>
              </a:prstGeom>
              <a:blipFill>
                <a:blip r:embed="rId3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3" name="Freeform 322">
            <a:extLst>
              <a:ext uri="{FF2B5EF4-FFF2-40B4-BE49-F238E27FC236}">
                <a16:creationId xmlns:a16="http://schemas.microsoft.com/office/drawing/2014/main" id="{92335F00-3E49-017F-257F-4827F1404BB6}"/>
              </a:ext>
            </a:extLst>
          </p:cNvPr>
          <p:cNvSpPr/>
          <p:nvPr/>
        </p:nvSpPr>
        <p:spPr>
          <a:xfrm>
            <a:off x="20509778" y="11502488"/>
            <a:ext cx="1216571" cy="1717782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4" name="Freeform 323">
            <a:extLst>
              <a:ext uri="{FF2B5EF4-FFF2-40B4-BE49-F238E27FC236}">
                <a16:creationId xmlns:a16="http://schemas.microsoft.com/office/drawing/2014/main" id="{6BA0C0C3-4E97-C629-AECD-16007A2CD538}"/>
              </a:ext>
            </a:extLst>
          </p:cNvPr>
          <p:cNvSpPr/>
          <p:nvPr/>
        </p:nvSpPr>
        <p:spPr>
          <a:xfrm>
            <a:off x="21622641" y="11510436"/>
            <a:ext cx="624282" cy="3197288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762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5" name="Freeform 324">
            <a:extLst>
              <a:ext uri="{FF2B5EF4-FFF2-40B4-BE49-F238E27FC236}">
                <a16:creationId xmlns:a16="http://schemas.microsoft.com/office/drawing/2014/main" id="{6E8A65B8-DEBF-63FD-C525-23296CCB17F3}"/>
              </a:ext>
            </a:extLst>
          </p:cNvPr>
          <p:cNvSpPr/>
          <p:nvPr/>
        </p:nvSpPr>
        <p:spPr>
          <a:xfrm>
            <a:off x="21758166" y="11025226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D8F4482D-88EA-92AE-49A3-F53786DEBF85}"/>
              </a:ext>
            </a:extLst>
          </p:cNvPr>
          <p:cNvSpPr/>
          <p:nvPr/>
        </p:nvSpPr>
        <p:spPr>
          <a:xfrm>
            <a:off x="22167518" y="1094074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E9F4E515-B4ED-C4D1-FB39-6E715C678271}"/>
              </a:ext>
            </a:extLst>
          </p:cNvPr>
          <p:cNvCxnSpPr>
            <a:cxnSpLocks/>
          </p:cNvCxnSpPr>
          <p:nvPr/>
        </p:nvCxnSpPr>
        <p:spPr>
          <a:xfrm>
            <a:off x="22915788" y="9752850"/>
            <a:ext cx="17434" cy="1122924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C6CB4B15-32F4-5251-C0DE-09D5758AB555}"/>
                  </a:ext>
                </a:extLst>
              </p:cNvPr>
              <p:cNvSpPr txBox="1"/>
              <p:nvPr/>
            </p:nvSpPr>
            <p:spPr>
              <a:xfrm>
                <a:off x="22317215" y="10378427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C6CB4B15-32F4-5251-C0DE-09D5758AB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7215" y="10378427"/>
                <a:ext cx="896111" cy="47846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0" name="TextBox 349">
            <a:extLst>
              <a:ext uri="{FF2B5EF4-FFF2-40B4-BE49-F238E27FC236}">
                <a16:creationId xmlns:a16="http://schemas.microsoft.com/office/drawing/2014/main" id="{4AA37B75-744F-E536-51BA-CA28716999DE}"/>
              </a:ext>
            </a:extLst>
          </p:cNvPr>
          <p:cNvSpPr txBox="1"/>
          <p:nvPr/>
        </p:nvSpPr>
        <p:spPr>
          <a:xfrm>
            <a:off x="13508536" y="8398972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Unbalanced species tree</a:t>
            </a: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EE198E38-1CC1-98AA-A627-0FA15ACE629B}"/>
              </a:ext>
            </a:extLst>
          </p:cNvPr>
          <p:cNvSpPr txBox="1"/>
          <p:nvPr/>
        </p:nvSpPr>
        <p:spPr>
          <a:xfrm>
            <a:off x="21744944" y="8356497"/>
            <a:ext cx="41576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Gene tree</a:t>
            </a:r>
          </a:p>
        </p:txBody>
      </p: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2D471EAE-E9A9-5263-3F19-A3E0C80A8E1D}"/>
              </a:ext>
            </a:extLst>
          </p:cNvPr>
          <p:cNvCxnSpPr>
            <a:cxnSpLocks/>
          </p:cNvCxnSpPr>
          <p:nvPr/>
        </p:nvCxnSpPr>
        <p:spPr>
          <a:xfrm>
            <a:off x="20188780" y="13207464"/>
            <a:ext cx="729819" cy="1023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8281EF7C-3FEC-F63F-7D54-E498897C33AA}"/>
              </a:ext>
            </a:extLst>
          </p:cNvPr>
          <p:cNvCxnSpPr>
            <a:cxnSpLocks/>
          </p:cNvCxnSpPr>
          <p:nvPr/>
        </p:nvCxnSpPr>
        <p:spPr>
          <a:xfrm flipV="1">
            <a:off x="21801808" y="14714274"/>
            <a:ext cx="832742" cy="27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6" name="TextBox 365">
                <a:extLst>
                  <a:ext uri="{FF2B5EF4-FFF2-40B4-BE49-F238E27FC236}">
                    <a16:creationId xmlns:a16="http://schemas.microsoft.com/office/drawing/2014/main" id="{6CF19239-5953-F385-0791-60B228695B2E}"/>
                  </a:ext>
                </a:extLst>
              </p:cNvPr>
              <p:cNvSpPr txBox="1"/>
              <p:nvPr/>
            </p:nvSpPr>
            <p:spPr>
              <a:xfrm>
                <a:off x="20061723" y="13212580"/>
                <a:ext cx="89611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2509" b="1" dirty="0"/>
              </a:p>
            </p:txBody>
          </p:sp>
        </mc:Choice>
        <mc:Fallback>
          <p:sp>
            <p:nvSpPr>
              <p:cNvPr id="366" name="TextBox 365">
                <a:extLst>
                  <a:ext uri="{FF2B5EF4-FFF2-40B4-BE49-F238E27FC236}">
                    <a16:creationId xmlns:a16="http://schemas.microsoft.com/office/drawing/2014/main" id="{6CF19239-5953-F385-0791-60B228695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1723" y="13212580"/>
                <a:ext cx="896111" cy="53354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4741AC20-24B4-70AE-7350-8E79F8791E24}"/>
                  </a:ext>
                </a:extLst>
              </p:cNvPr>
              <p:cNvSpPr txBox="1"/>
              <p:nvPr/>
            </p:nvSpPr>
            <p:spPr>
              <a:xfrm>
                <a:off x="21791502" y="147239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2509" b="1" dirty="0"/>
              </a:p>
            </p:txBody>
          </p:sp>
        </mc:Choice>
        <mc:Fallback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4741AC20-24B4-70AE-7350-8E79F8791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1502" y="14723942"/>
                <a:ext cx="896111" cy="47846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81A89F55-E069-FAF6-785D-FE75A969B8E2}"/>
                  </a:ext>
                </a:extLst>
              </p:cNvPr>
              <p:cNvSpPr txBox="1"/>
              <p:nvPr/>
            </p:nvSpPr>
            <p:spPr>
              <a:xfrm>
                <a:off x="22358632" y="1260281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2509" b="1" dirty="0"/>
              </a:p>
            </p:txBody>
          </p:sp>
        </mc:Choice>
        <mc:Fallback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81A89F55-E069-FAF6-785D-FE75A969B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8632" y="12602812"/>
                <a:ext cx="896111" cy="47846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F9868D38-6B2F-5C59-F4D4-9161AF1C6B2D}"/>
                  </a:ext>
                </a:extLst>
              </p:cNvPr>
              <p:cNvSpPr txBox="1"/>
              <p:nvPr/>
            </p:nvSpPr>
            <p:spPr>
              <a:xfrm>
                <a:off x="24126700" y="1344317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509" b="1" dirty="0"/>
              </a:p>
            </p:txBody>
          </p:sp>
        </mc:Choice>
        <mc:Fallback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F9868D38-6B2F-5C59-F4D4-9161AF1C6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26700" y="13443178"/>
                <a:ext cx="896111" cy="47846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098DCB00-1E42-A45F-F7B5-5C9F3ACB31ED}"/>
              </a:ext>
            </a:extLst>
          </p:cNvPr>
          <p:cNvCxnSpPr>
            <a:cxnSpLocks/>
          </p:cNvCxnSpPr>
          <p:nvPr/>
        </p:nvCxnSpPr>
        <p:spPr>
          <a:xfrm flipV="1">
            <a:off x="22306855" y="12598941"/>
            <a:ext cx="832742" cy="27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0BC5DCA-09A8-BB58-6529-5D9F757DA5C4}"/>
              </a:ext>
            </a:extLst>
          </p:cNvPr>
          <p:cNvCxnSpPr>
            <a:cxnSpLocks/>
          </p:cNvCxnSpPr>
          <p:nvPr/>
        </p:nvCxnSpPr>
        <p:spPr>
          <a:xfrm flipV="1">
            <a:off x="24098320" y="13475492"/>
            <a:ext cx="832742" cy="27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2" name="TextBox 371">
                <a:extLst>
                  <a:ext uri="{FF2B5EF4-FFF2-40B4-BE49-F238E27FC236}">
                    <a16:creationId xmlns:a16="http://schemas.microsoft.com/office/drawing/2014/main" id="{7D7C9799-5806-BE5A-9BB8-C8C790E889E2}"/>
                  </a:ext>
                </a:extLst>
              </p:cNvPr>
              <p:cNvSpPr txBox="1"/>
              <p:nvPr/>
            </p:nvSpPr>
            <p:spPr>
              <a:xfrm>
                <a:off x="18432654" y="10837990"/>
                <a:ext cx="4799945" cy="486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72" name="TextBox 371">
                <a:extLst>
                  <a:ext uri="{FF2B5EF4-FFF2-40B4-BE49-F238E27FC236}">
                    <a16:creationId xmlns:a16="http://schemas.microsoft.com/office/drawing/2014/main" id="{7D7C9799-5806-BE5A-9BB8-C8C790E88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32654" y="10837990"/>
                <a:ext cx="4799945" cy="486287"/>
              </a:xfrm>
              <a:prstGeom prst="rect">
                <a:avLst/>
              </a:prstGeom>
              <a:blipFill>
                <a:blip r:embed="rId40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81607324-E2D8-49EA-1F0D-9FAC89E65A0E}"/>
                  </a:ext>
                </a:extLst>
              </p:cNvPr>
              <p:cNvSpPr txBox="1"/>
              <p:nvPr/>
            </p:nvSpPr>
            <p:spPr>
              <a:xfrm>
                <a:off x="20406713" y="9170449"/>
                <a:ext cx="4799945" cy="486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) 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76" name="TextBox 375">
                <a:extLst>
                  <a:ext uri="{FF2B5EF4-FFF2-40B4-BE49-F238E27FC236}">
                    <a16:creationId xmlns:a16="http://schemas.microsoft.com/office/drawing/2014/main" id="{81607324-E2D8-49EA-1F0D-9FAC89E6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6713" y="9170449"/>
                <a:ext cx="4799945" cy="486287"/>
              </a:xfrm>
              <a:prstGeom prst="rect">
                <a:avLst/>
              </a:prstGeom>
              <a:blipFill>
                <a:blip r:embed="rId41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0AD1D60F-0EE2-56CD-CBE8-891E0143ACBD}"/>
                  </a:ext>
                </a:extLst>
              </p:cNvPr>
              <p:cNvSpPr txBox="1"/>
              <p:nvPr/>
            </p:nvSpPr>
            <p:spPr>
              <a:xfrm>
                <a:off x="16998189" y="11787366"/>
                <a:ext cx="4799945" cy="486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0AD1D60F-0EE2-56CD-CBE8-891E0143A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98189" y="11787366"/>
                <a:ext cx="4799945" cy="486287"/>
              </a:xfrm>
              <a:prstGeom prst="rect">
                <a:avLst/>
              </a:prstGeom>
              <a:blipFill>
                <a:blip r:embed="rId42"/>
                <a:stretch>
                  <a:fillRect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8" name="Straight Arrow Connector 377">
            <a:extLst>
              <a:ext uri="{FF2B5EF4-FFF2-40B4-BE49-F238E27FC236}">
                <a16:creationId xmlns:a16="http://schemas.microsoft.com/office/drawing/2014/main" id="{53F99B61-19E7-4B72-E2C7-C6967DD4419D}"/>
              </a:ext>
            </a:extLst>
          </p:cNvPr>
          <p:cNvCxnSpPr>
            <a:cxnSpLocks/>
          </p:cNvCxnSpPr>
          <p:nvPr/>
        </p:nvCxnSpPr>
        <p:spPr>
          <a:xfrm>
            <a:off x="13667760" y="12508022"/>
            <a:ext cx="55262" cy="2675842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TextBox 385">
            <a:extLst>
              <a:ext uri="{FF2B5EF4-FFF2-40B4-BE49-F238E27FC236}">
                <a16:creationId xmlns:a16="http://schemas.microsoft.com/office/drawing/2014/main" id="{083A76A2-B822-183A-4599-03A6DD5C3FE7}"/>
              </a:ext>
            </a:extLst>
          </p:cNvPr>
          <p:cNvSpPr txBox="1"/>
          <p:nvPr/>
        </p:nvSpPr>
        <p:spPr>
          <a:xfrm>
            <a:off x="6084050" y="8323767"/>
            <a:ext cx="4680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Balanced species tree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1" name="TextBox 390">
                <a:extLst>
                  <a:ext uri="{FF2B5EF4-FFF2-40B4-BE49-F238E27FC236}">
                    <a16:creationId xmlns:a16="http://schemas.microsoft.com/office/drawing/2014/main" id="{4E666650-EFC0-DDEC-E891-44227B0169A4}"/>
                  </a:ext>
                </a:extLst>
              </p:cNvPr>
              <p:cNvSpPr txBox="1"/>
              <p:nvPr/>
            </p:nvSpPr>
            <p:spPr>
              <a:xfrm>
                <a:off x="17866045" y="13865770"/>
                <a:ext cx="4799945" cy="486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91" name="TextBox 390">
                <a:extLst>
                  <a:ext uri="{FF2B5EF4-FFF2-40B4-BE49-F238E27FC236}">
                    <a16:creationId xmlns:a16="http://schemas.microsoft.com/office/drawing/2014/main" id="{4E666650-EFC0-DDEC-E891-44227B016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66045" y="13865770"/>
                <a:ext cx="4799945" cy="486287"/>
              </a:xfrm>
              <a:prstGeom prst="rect">
                <a:avLst/>
              </a:prstGeom>
              <a:blipFill>
                <a:blip r:embed="rId43"/>
                <a:stretch>
                  <a:fillRect b="-2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7FB9269-E9AC-0B96-C9AA-5983D11DC568}"/>
                  </a:ext>
                </a:extLst>
              </p:cNvPr>
              <p:cNvSpPr txBox="1"/>
              <p:nvPr/>
            </p:nvSpPr>
            <p:spPr>
              <a:xfrm>
                <a:off x="20832624" y="12934946"/>
                <a:ext cx="4799945" cy="486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56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6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56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56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56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60" i="1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92" name="TextBox 391">
                <a:extLst>
                  <a:ext uri="{FF2B5EF4-FFF2-40B4-BE49-F238E27FC236}">
                    <a16:creationId xmlns:a16="http://schemas.microsoft.com/office/drawing/2014/main" id="{E7FB9269-E9AC-0B96-C9AA-5983D11D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2624" y="12934946"/>
                <a:ext cx="4799945" cy="486287"/>
              </a:xfrm>
              <a:prstGeom prst="rect">
                <a:avLst/>
              </a:prstGeom>
              <a:blipFill>
                <a:blip r:embed="rId44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8" name="TextBox 397">
                <a:extLst>
                  <a:ext uri="{FF2B5EF4-FFF2-40B4-BE49-F238E27FC236}">
                    <a16:creationId xmlns:a16="http://schemas.microsoft.com/office/drawing/2014/main" id="{49D58D3B-90DB-4CFA-3657-363C9E2CB763}"/>
                  </a:ext>
                </a:extLst>
              </p:cNvPr>
              <p:cNvSpPr txBox="1"/>
              <p:nvPr/>
            </p:nvSpPr>
            <p:spPr>
              <a:xfrm>
                <a:off x="15184829" y="15677619"/>
                <a:ext cx="10558733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3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3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ν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	          	Substitution rate per coalescent units</a:t>
                </a:r>
                <a:endParaRPr lang="en-US" sz="3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 		    Branch length in coalescent units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ν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 	Branch length in substitution units</a:t>
                </a:r>
              </a:p>
              <a:p>
                <a:endParaRPr lang="en-US" sz="3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8" name="TextBox 397">
                <a:extLst>
                  <a:ext uri="{FF2B5EF4-FFF2-40B4-BE49-F238E27FC236}">
                    <a16:creationId xmlns:a16="http://schemas.microsoft.com/office/drawing/2014/main" id="{49D58D3B-90DB-4CFA-3657-363C9E2C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829" y="15677619"/>
                <a:ext cx="10558733" cy="2062103"/>
              </a:xfrm>
              <a:prstGeom prst="rect">
                <a:avLst/>
              </a:prstGeom>
              <a:blipFill>
                <a:blip r:embed="rId45"/>
                <a:stretch>
                  <a:fillRect l="-360" t="-3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3" name="Group 382">
            <a:extLst>
              <a:ext uri="{FF2B5EF4-FFF2-40B4-BE49-F238E27FC236}">
                <a16:creationId xmlns:a16="http://schemas.microsoft.com/office/drawing/2014/main" id="{7531A99C-63D6-3F17-C0AD-271BA8E27C2A}"/>
              </a:ext>
            </a:extLst>
          </p:cNvPr>
          <p:cNvGrpSpPr/>
          <p:nvPr/>
        </p:nvGrpSpPr>
        <p:grpSpPr>
          <a:xfrm>
            <a:off x="25866293" y="8684037"/>
            <a:ext cx="5921961" cy="4707344"/>
            <a:chOff x="29735901" y="14271456"/>
            <a:chExt cx="7402451" cy="5884179"/>
          </a:xfrm>
        </p:grpSpPr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44282207-BF7B-2075-C2D5-2B9F1C3C2A28}"/>
                </a:ext>
              </a:extLst>
            </p:cNvPr>
            <p:cNvGrpSpPr/>
            <p:nvPr/>
          </p:nvGrpSpPr>
          <p:grpSpPr>
            <a:xfrm>
              <a:off x="29735901" y="14271456"/>
              <a:ext cx="7402451" cy="5884179"/>
              <a:chOff x="29454143" y="14223080"/>
              <a:chExt cx="8119166" cy="5884179"/>
            </a:xfrm>
          </p:grpSpPr>
          <p:sp>
            <p:nvSpPr>
              <p:cNvPr id="306" name="Parallelogram 305">
                <a:extLst>
                  <a:ext uri="{FF2B5EF4-FFF2-40B4-BE49-F238E27FC236}">
                    <a16:creationId xmlns:a16="http://schemas.microsoft.com/office/drawing/2014/main" id="{ACE58C7A-AC42-E576-96B7-54B0D6B050FB}"/>
                  </a:ext>
                </a:extLst>
              </p:cNvPr>
              <p:cNvSpPr/>
              <p:nvPr/>
            </p:nvSpPr>
            <p:spPr>
              <a:xfrm>
                <a:off x="30170557" y="16546586"/>
                <a:ext cx="2551145" cy="856124"/>
              </a:xfrm>
              <a:prstGeom prst="parallelogram">
                <a:avLst>
                  <a:gd name="adj" fmla="val 64128"/>
                </a:avLst>
              </a:prstGeom>
              <a:solidFill>
                <a:srgbClr val="712FA1"/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2DD607D7-5B0E-4E32-814B-DF1D02E6D6BC}"/>
                  </a:ext>
                </a:extLst>
              </p:cNvPr>
              <p:cNvGrpSpPr/>
              <p:nvPr/>
            </p:nvGrpSpPr>
            <p:grpSpPr>
              <a:xfrm>
                <a:off x="29734943" y="14223080"/>
                <a:ext cx="7053118" cy="5884179"/>
                <a:chOff x="28091219" y="16311470"/>
                <a:chExt cx="7053118" cy="6442449"/>
              </a:xfrm>
            </p:grpSpPr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4B6EC721-60C4-6A1C-187B-26502DA88E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2530" y="16311470"/>
                  <a:ext cx="19748" cy="144303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3E82737D-6B49-8FB9-7308-B9C0A0C340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7097" y="16776952"/>
                  <a:ext cx="0" cy="95996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8E4008D7-4B76-27A6-E958-636DB1F874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B8922C79-FFC6-6EC7-78ED-7727321CE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0D00D360-5101-F1F0-F59C-650487A1C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62A39DE2-651E-8A29-3E43-C8D159F521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9B7ADE64-873E-05DA-8F43-1F6B48205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5CE84C0-6584-4949-9FDB-8FD69D580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E4921A92-A462-70BE-82BD-FD28E57E3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CC8C9608-D069-2E54-63C3-BED6273FE3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3" y="18886643"/>
                  <a:ext cx="824987" cy="18209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481D7431-5CE5-159E-6911-AD006606F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831623" cy="17724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A66DCAA-60D2-A05B-884D-B19962411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24109" cy="115565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4E7A9FCA-6FDA-9766-3DE2-9C101A836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9149" y="17718873"/>
                  <a:ext cx="1518358" cy="28859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D5A17825-F715-4C17-41D8-A5B051E0E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A163F14F-E17E-4644-22AB-26CA01DE52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07413"/>
                  <a:ext cx="2762243" cy="1516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75A6F12A-D94A-B7F1-9A07-28C99087ED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583736" cy="292554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37028" y="21775228"/>
                      <a:ext cx="841575" cy="7302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37028" y="21775228"/>
                      <a:ext cx="841575" cy="730206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107503" y="21775228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107503" y="21775228"/>
                      <a:ext cx="841575" cy="654824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952215" y="21818999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952215" y="21818999"/>
                      <a:ext cx="841575" cy="654824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302762" y="22099095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302762" y="22099095"/>
                      <a:ext cx="841575" cy="654824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5" name="Trapezoid 254">
                <a:extLst>
                  <a:ext uri="{FF2B5EF4-FFF2-40B4-BE49-F238E27FC236}">
                    <a16:creationId xmlns:a16="http://schemas.microsoft.com/office/drawing/2014/main" id="{86974620-15A3-0A3E-6E4D-16F3C423C5FE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sp>
            <p:nvSpPr>
              <p:cNvPr id="257" name="Trapezoid 256">
                <a:extLst>
                  <a:ext uri="{FF2B5EF4-FFF2-40B4-BE49-F238E27FC236}">
                    <a16:creationId xmlns:a16="http://schemas.microsoft.com/office/drawing/2014/main" id="{D836DA2A-778C-3EC5-0548-64175ED985D6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5" name="Trapezoid 274">
                <a:extLst>
                  <a:ext uri="{FF2B5EF4-FFF2-40B4-BE49-F238E27FC236}">
                    <a16:creationId xmlns:a16="http://schemas.microsoft.com/office/drawing/2014/main" id="{28DFF800-1C29-51F2-B5B5-AE7F0F2B1481}"/>
                  </a:ext>
                </a:extLst>
              </p:cNvPr>
              <p:cNvSpPr/>
              <p:nvPr/>
            </p:nvSpPr>
            <p:spPr>
              <a:xfrm>
                <a:off x="33263987" y="18168401"/>
                <a:ext cx="1505477" cy="1021386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7" name="Trapezoid 276">
                <a:extLst>
                  <a:ext uri="{FF2B5EF4-FFF2-40B4-BE49-F238E27FC236}">
                    <a16:creationId xmlns:a16="http://schemas.microsoft.com/office/drawing/2014/main" id="{21C8A5BC-D5FC-3A5B-B104-06723CDA8C68}"/>
                  </a:ext>
                </a:extLst>
              </p:cNvPr>
              <p:cNvSpPr/>
              <p:nvPr/>
            </p:nvSpPr>
            <p:spPr>
              <a:xfrm>
                <a:off x="34940342" y="18153932"/>
                <a:ext cx="1285672" cy="1021387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1E7686A-BFAB-6D0C-6A04-2A00792470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522651"/>
                <a:ext cx="851011" cy="101234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12B1000-3A7C-E6FA-C1BF-B38AB5E7C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74676" y="14597904"/>
                <a:ext cx="2027513" cy="353140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5D0D7471-45EC-7C1A-9A76-50A12D4B3C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83030" y="14648224"/>
                <a:ext cx="2136513" cy="349373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6" name="Trapezoid 345">
                <a:extLst>
                  <a:ext uri="{FF2B5EF4-FFF2-40B4-BE49-F238E27FC236}">
                    <a16:creationId xmlns:a16="http://schemas.microsoft.com/office/drawing/2014/main" id="{44D423C3-09B3-0A4D-1A36-F805959B2F89}"/>
                  </a:ext>
                </a:extLst>
              </p:cNvPr>
              <p:cNvSpPr/>
              <p:nvPr/>
            </p:nvSpPr>
            <p:spPr>
              <a:xfrm>
                <a:off x="36375695" y="18152707"/>
                <a:ext cx="1197614" cy="1021386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463C340-2198-4310-3CBC-49FFCE017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00295" y="14628489"/>
                <a:ext cx="366736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2ABF5531-A8A9-BDD6-5049-A460F4EE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97821" y="14335385"/>
                <a:ext cx="2051" cy="30970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9E1E668A-9A45-29B2-2013-A625347EEF1B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38C4C88-821B-6ED6-3DED-944D7A1E936A}"/>
              </a:ext>
            </a:extLst>
          </p:cNvPr>
          <p:cNvGrpSpPr/>
          <p:nvPr/>
        </p:nvGrpSpPr>
        <p:grpSpPr>
          <a:xfrm>
            <a:off x="26511166" y="15601287"/>
            <a:ext cx="5286104" cy="4043655"/>
            <a:chOff x="30234841" y="20244775"/>
            <a:chExt cx="5779316" cy="5096132"/>
          </a:xfrm>
        </p:grpSpPr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822E7AA3-1F33-8458-1C70-8684F489475E}"/>
                </a:ext>
              </a:extLst>
            </p:cNvPr>
            <p:cNvGrpSpPr/>
            <p:nvPr/>
          </p:nvGrpSpPr>
          <p:grpSpPr>
            <a:xfrm>
              <a:off x="30534400" y="20244775"/>
              <a:ext cx="5201797" cy="4668427"/>
              <a:chOff x="31103293" y="16628066"/>
              <a:chExt cx="5201797" cy="4668427"/>
            </a:xfrm>
          </p:grpSpPr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7296AB60-C552-19AE-D41B-58A55CCDCA08}"/>
                  </a:ext>
                </a:extLst>
              </p:cNvPr>
              <p:cNvSpPr/>
              <p:nvPr/>
            </p:nvSpPr>
            <p:spPr>
              <a:xfrm>
                <a:off x="33087347" y="17599700"/>
                <a:ext cx="861767" cy="1728476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C3E8B878-C704-87D0-6DF2-E2E573FBEF61}"/>
                  </a:ext>
                </a:extLst>
              </p:cNvPr>
              <p:cNvSpPr/>
              <p:nvPr/>
            </p:nvSpPr>
            <p:spPr>
              <a:xfrm>
                <a:off x="33060316" y="16661028"/>
                <a:ext cx="686501" cy="949466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B45AA4E7-1B35-C987-0A05-8BBE46E244CD}"/>
                  </a:ext>
                </a:extLst>
              </p:cNvPr>
              <p:cNvSpPr/>
              <p:nvPr/>
            </p:nvSpPr>
            <p:spPr>
              <a:xfrm>
                <a:off x="33734338" y="16628066"/>
                <a:ext cx="2570752" cy="3939934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4E040DF3-9237-0CC0-89F0-55A5C71F9CFD}"/>
                  </a:ext>
                </a:extLst>
              </p:cNvPr>
              <p:cNvSpPr/>
              <p:nvPr/>
            </p:nvSpPr>
            <p:spPr>
              <a:xfrm>
                <a:off x="31103293" y="18454009"/>
                <a:ext cx="1147773" cy="1653439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EF7DC215-0634-3EAD-9228-28EF6587E797}"/>
                  </a:ext>
                </a:extLst>
              </p:cNvPr>
              <p:cNvSpPr/>
              <p:nvPr/>
            </p:nvSpPr>
            <p:spPr>
              <a:xfrm>
                <a:off x="32121432" y="18463945"/>
                <a:ext cx="564749" cy="2832548"/>
              </a:xfrm>
              <a:custGeom>
                <a:avLst/>
                <a:gdLst>
                  <a:gd name="connsiteX0" fmla="*/ 790443 w 790443"/>
                  <a:gd name="connsiteY0" fmla="*/ 2902998 h 2902998"/>
                  <a:gd name="connsiteX1" fmla="*/ 719422 w 790443"/>
                  <a:gd name="connsiteY1" fmla="*/ 2805344 h 2902998"/>
                  <a:gd name="connsiteX2" fmla="*/ 692789 w 790443"/>
                  <a:gd name="connsiteY2" fmla="*/ 2769833 h 2902998"/>
                  <a:gd name="connsiteX3" fmla="*/ 630645 w 790443"/>
                  <a:gd name="connsiteY3" fmla="*/ 2672179 h 2902998"/>
                  <a:gd name="connsiteX4" fmla="*/ 595135 w 790443"/>
                  <a:gd name="connsiteY4" fmla="*/ 2610035 h 2902998"/>
                  <a:gd name="connsiteX5" fmla="*/ 577379 w 790443"/>
                  <a:gd name="connsiteY5" fmla="*/ 2574524 h 2902998"/>
                  <a:gd name="connsiteX6" fmla="*/ 524113 w 790443"/>
                  <a:gd name="connsiteY6" fmla="*/ 2494625 h 2902998"/>
                  <a:gd name="connsiteX7" fmla="*/ 506358 w 790443"/>
                  <a:gd name="connsiteY7" fmla="*/ 2467992 h 2902998"/>
                  <a:gd name="connsiteX8" fmla="*/ 488603 w 790443"/>
                  <a:gd name="connsiteY8" fmla="*/ 2432482 h 2902998"/>
                  <a:gd name="connsiteX9" fmla="*/ 435337 w 790443"/>
                  <a:gd name="connsiteY9" fmla="*/ 2343705 h 2902998"/>
                  <a:gd name="connsiteX10" fmla="*/ 426459 w 790443"/>
                  <a:gd name="connsiteY10" fmla="*/ 2308194 h 2902998"/>
                  <a:gd name="connsiteX11" fmla="*/ 408704 w 790443"/>
                  <a:gd name="connsiteY11" fmla="*/ 2254928 h 2902998"/>
                  <a:gd name="connsiteX12" fmla="*/ 399826 w 790443"/>
                  <a:gd name="connsiteY12" fmla="*/ 2219418 h 2902998"/>
                  <a:gd name="connsiteX13" fmla="*/ 382071 w 790443"/>
                  <a:gd name="connsiteY13" fmla="*/ 2166152 h 2902998"/>
                  <a:gd name="connsiteX14" fmla="*/ 373193 w 790443"/>
                  <a:gd name="connsiteY14" fmla="*/ 2139519 h 2902998"/>
                  <a:gd name="connsiteX15" fmla="*/ 364315 w 790443"/>
                  <a:gd name="connsiteY15" fmla="*/ 2068497 h 2902998"/>
                  <a:gd name="connsiteX16" fmla="*/ 355438 w 790443"/>
                  <a:gd name="connsiteY16" fmla="*/ 1882066 h 2902998"/>
                  <a:gd name="connsiteX17" fmla="*/ 293294 w 790443"/>
                  <a:gd name="connsiteY17" fmla="*/ 1784412 h 2902998"/>
                  <a:gd name="connsiteX18" fmla="*/ 266661 w 790443"/>
                  <a:gd name="connsiteY18" fmla="*/ 1748901 h 2902998"/>
                  <a:gd name="connsiteX19" fmla="*/ 240028 w 790443"/>
                  <a:gd name="connsiteY19" fmla="*/ 1722268 h 2902998"/>
                  <a:gd name="connsiteX20" fmla="*/ 213395 w 790443"/>
                  <a:gd name="connsiteY20" fmla="*/ 1677880 h 2902998"/>
                  <a:gd name="connsiteX21" fmla="*/ 186762 w 790443"/>
                  <a:gd name="connsiteY21" fmla="*/ 1642369 h 2902998"/>
                  <a:gd name="connsiteX22" fmla="*/ 160129 w 790443"/>
                  <a:gd name="connsiteY22" fmla="*/ 1589103 h 2902998"/>
                  <a:gd name="connsiteX23" fmla="*/ 142373 w 790443"/>
                  <a:gd name="connsiteY23" fmla="*/ 1544715 h 2902998"/>
                  <a:gd name="connsiteX24" fmla="*/ 124618 w 790443"/>
                  <a:gd name="connsiteY24" fmla="*/ 1518082 h 2902998"/>
                  <a:gd name="connsiteX25" fmla="*/ 89107 w 790443"/>
                  <a:gd name="connsiteY25" fmla="*/ 1447060 h 2902998"/>
                  <a:gd name="connsiteX26" fmla="*/ 71352 w 790443"/>
                  <a:gd name="connsiteY26" fmla="*/ 1393794 h 2902998"/>
                  <a:gd name="connsiteX27" fmla="*/ 35841 w 790443"/>
                  <a:gd name="connsiteY27" fmla="*/ 1331651 h 2902998"/>
                  <a:gd name="connsiteX28" fmla="*/ 26964 w 790443"/>
                  <a:gd name="connsiteY28" fmla="*/ 1296140 h 2902998"/>
                  <a:gd name="connsiteX29" fmla="*/ 9208 w 790443"/>
                  <a:gd name="connsiteY29" fmla="*/ 1242874 h 2902998"/>
                  <a:gd name="connsiteX30" fmla="*/ 331 w 790443"/>
                  <a:gd name="connsiteY30" fmla="*/ 1189608 h 2902998"/>
                  <a:gd name="connsiteX31" fmla="*/ 18086 w 790443"/>
                  <a:gd name="connsiteY31" fmla="*/ 1020932 h 2902998"/>
                  <a:gd name="connsiteX32" fmla="*/ 26964 w 790443"/>
                  <a:gd name="connsiteY32" fmla="*/ 985422 h 2902998"/>
                  <a:gd name="connsiteX33" fmla="*/ 44719 w 790443"/>
                  <a:gd name="connsiteY33" fmla="*/ 949911 h 2902998"/>
                  <a:gd name="connsiteX34" fmla="*/ 53597 w 790443"/>
                  <a:gd name="connsiteY34" fmla="*/ 923278 h 2902998"/>
                  <a:gd name="connsiteX35" fmla="*/ 71352 w 790443"/>
                  <a:gd name="connsiteY35" fmla="*/ 896645 h 2902998"/>
                  <a:gd name="connsiteX36" fmla="*/ 80230 w 790443"/>
                  <a:gd name="connsiteY36" fmla="*/ 870012 h 2902998"/>
                  <a:gd name="connsiteX37" fmla="*/ 106863 w 790443"/>
                  <a:gd name="connsiteY37" fmla="*/ 843379 h 2902998"/>
                  <a:gd name="connsiteX38" fmla="*/ 133496 w 790443"/>
                  <a:gd name="connsiteY38" fmla="*/ 798991 h 2902998"/>
                  <a:gd name="connsiteX39" fmla="*/ 151251 w 790443"/>
                  <a:gd name="connsiteY39" fmla="*/ 772358 h 2902998"/>
                  <a:gd name="connsiteX40" fmla="*/ 186762 w 790443"/>
                  <a:gd name="connsiteY40" fmla="*/ 736847 h 2902998"/>
                  <a:gd name="connsiteX41" fmla="*/ 204517 w 790443"/>
                  <a:gd name="connsiteY41" fmla="*/ 719091 h 2902998"/>
                  <a:gd name="connsiteX42" fmla="*/ 240028 w 790443"/>
                  <a:gd name="connsiteY42" fmla="*/ 665825 h 2902998"/>
                  <a:gd name="connsiteX43" fmla="*/ 248906 w 790443"/>
                  <a:gd name="connsiteY43" fmla="*/ 639192 h 2902998"/>
                  <a:gd name="connsiteX44" fmla="*/ 302172 w 790443"/>
                  <a:gd name="connsiteY44" fmla="*/ 568171 h 2902998"/>
                  <a:gd name="connsiteX45" fmla="*/ 319927 w 790443"/>
                  <a:gd name="connsiteY45" fmla="*/ 514905 h 2902998"/>
                  <a:gd name="connsiteX46" fmla="*/ 337682 w 790443"/>
                  <a:gd name="connsiteY46" fmla="*/ 488272 h 2902998"/>
                  <a:gd name="connsiteX47" fmla="*/ 355438 w 790443"/>
                  <a:gd name="connsiteY47" fmla="*/ 435006 h 2902998"/>
                  <a:gd name="connsiteX48" fmla="*/ 346560 w 790443"/>
                  <a:gd name="connsiteY48" fmla="*/ 355107 h 2902998"/>
                  <a:gd name="connsiteX49" fmla="*/ 319927 w 790443"/>
                  <a:gd name="connsiteY49" fmla="*/ 301841 h 2902998"/>
                  <a:gd name="connsiteX50" fmla="*/ 311049 w 790443"/>
                  <a:gd name="connsiteY50" fmla="*/ 275208 h 2902998"/>
                  <a:gd name="connsiteX51" fmla="*/ 293294 w 790443"/>
                  <a:gd name="connsiteY51" fmla="*/ 248575 h 2902998"/>
                  <a:gd name="connsiteX52" fmla="*/ 284416 w 790443"/>
                  <a:gd name="connsiteY52" fmla="*/ 221942 h 2902998"/>
                  <a:gd name="connsiteX53" fmla="*/ 266661 w 790443"/>
                  <a:gd name="connsiteY53" fmla="*/ 195309 h 2902998"/>
                  <a:gd name="connsiteX54" fmla="*/ 257783 w 790443"/>
                  <a:gd name="connsiteY54" fmla="*/ 168676 h 2902998"/>
                  <a:gd name="connsiteX55" fmla="*/ 222273 w 790443"/>
                  <a:gd name="connsiteY55" fmla="*/ 79899 h 2902998"/>
                  <a:gd name="connsiteX56" fmla="*/ 177884 w 790443"/>
                  <a:gd name="connsiteY56" fmla="*/ 26633 h 2902998"/>
                  <a:gd name="connsiteX57" fmla="*/ 133496 w 790443"/>
                  <a:gd name="connsiteY57" fmla="*/ 0 h 290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790443" h="2902998">
                    <a:moveTo>
                      <a:pt x="790443" y="2902998"/>
                    </a:moveTo>
                    <a:cubicBezTo>
                      <a:pt x="671561" y="2764304"/>
                      <a:pt x="777029" y="2897517"/>
                      <a:pt x="719422" y="2805344"/>
                    </a:cubicBezTo>
                    <a:cubicBezTo>
                      <a:pt x="711580" y="2792797"/>
                      <a:pt x="700244" y="2782614"/>
                      <a:pt x="692789" y="2769833"/>
                    </a:cubicBezTo>
                    <a:cubicBezTo>
                      <a:pt x="635214" y="2671133"/>
                      <a:pt x="683796" y="2725330"/>
                      <a:pt x="630645" y="2672179"/>
                    </a:cubicBezTo>
                    <a:cubicBezTo>
                      <a:pt x="577003" y="2564892"/>
                      <a:pt x="645317" y="2697853"/>
                      <a:pt x="595135" y="2610035"/>
                    </a:cubicBezTo>
                    <a:cubicBezTo>
                      <a:pt x="588569" y="2598544"/>
                      <a:pt x="584188" y="2585872"/>
                      <a:pt x="577379" y="2574524"/>
                    </a:cubicBezTo>
                    <a:cubicBezTo>
                      <a:pt x="577354" y="2574482"/>
                      <a:pt x="533004" y="2507962"/>
                      <a:pt x="524113" y="2494625"/>
                    </a:cubicBezTo>
                    <a:cubicBezTo>
                      <a:pt x="518195" y="2485747"/>
                      <a:pt x="511130" y="2477535"/>
                      <a:pt x="506358" y="2467992"/>
                    </a:cubicBezTo>
                    <a:cubicBezTo>
                      <a:pt x="500440" y="2456155"/>
                      <a:pt x="495412" y="2443830"/>
                      <a:pt x="488603" y="2432482"/>
                    </a:cubicBezTo>
                    <a:cubicBezTo>
                      <a:pt x="467951" y="2398063"/>
                      <a:pt x="448867" y="2379785"/>
                      <a:pt x="435337" y="2343705"/>
                    </a:cubicBezTo>
                    <a:cubicBezTo>
                      <a:pt x="431053" y="2332281"/>
                      <a:pt x="429965" y="2319881"/>
                      <a:pt x="426459" y="2308194"/>
                    </a:cubicBezTo>
                    <a:cubicBezTo>
                      <a:pt x="421081" y="2290268"/>
                      <a:pt x="413243" y="2273085"/>
                      <a:pt x="408704" y="2254928"/>
                    </a:cubicBezTo>
                    <a:cubicBezTo>
                      <a:pt x="405745" y="2243091"/>
                      <a:pt x="403332" y="2231104"/>
                      <a:pt x="399826" y="2219418"/>
                    </a:cubicBezTo>
                    <a:cubicBezTo>
                      <a:pt x="394448" y="2201492"/>
                      <a:pt x="387989" y="2183907"/>
                      <a:pt x="382071" y="2166152"/>
                    </a:cubicBezTo>
                    <a:lnTo>
                      <a:pt x="373193" y="2139519"/>
                    </a:lnTo>
                    <a:cubicBezTo>
                      <a:pt x="370234" y="2115845"/>
                      <a:pt x="365956" y="2092299"/>
                      <a:pt x="364315" y="2068497"/>
                    </a:cubicBezTo>
                    <a:cubicBezTo>
                      <a:pt x="360035" y="2006430"/>
                      <a:pt x="360605" y="1944065"/>
                      <a:pt x="355438" y="1882066"/>
                    </a:cubicBezTo>
                    <a:cubicBezTo>
                      <a:pt x="352589" y="1847875"/>
                      <a:pt x="303517" y="1798043"/>
                      <a:pt x="293294" y="1784412"/>
                    </a:cubicBezTo>
                    <a:cubicBezTo>
                      <a:pt x="284416" y="1772575"/>
                      <a:pt x="277123" y="1759363"/>
                      <a:pt x="266661" y="1748901"/>
                    </a:cubicBezTo>
                    <a:cubicBezTo>
                      <a:pt x="257783" y="1740023"/>
                      <a:pt x="247561" y="1732312"/>
                      <a:pt x="240028" y="1722268"/>
                    </a:cubicBezTo>
                    <a:cubicBezTo>
                      <a:pt x="229675" y="1708464"/>
                      <a:pt x="222966" y="1692237"/>
                      <a:pt x="213395" y="1677880"/>
                    </a:cubicBezTo>
                    <a:cubicBezTo>
                      <a:pt x="205188" y="1665569"/>
                      <a:pt x="195640" y="1654206"/>
                      <a:pt x="186762" y="1642369"/>
                    </a:cubicBezTo>
                    <a:cubicBezTo>
                      <a:pt x="164448" y="1575429"/>
                      <a:pt x="194547" y="1657939"/>
                      <a:pt x="160129" y="1589103"/>
                    </a:cubicBezTo>
                    <a:cubicBezTo>
                      <a:pt x="153002" y="1574850"/>
                      <a:pt x="149500" y="1558968"/>
                      <a:pt x="142373" y="1544715"/>
                    </a:cubicBezTo>
                    <a:cubicBezTo>
                      <a:pt x="137601" y="1535172"/>
                      <a:pt x="129389" y="1527625"/>
                      <a:pt x="124618" y="1518082"/>
                    </a:cubicBezTo>
                    <a:cubicBezTo>
                      <a:pt x="81187" y="1431217"/>
                      <a:pt x="130241" y="1508759"/>
                      <a:pt x="89107" y="1447060"/>
                    </a:cubicBezTo>
                    <a:cubicBezTo>
                      <a:pt x="83189" y="1429305"/>
                      <a:pt x="81733" y="1409367"/>
                      <a:pt x="71352" y="1393794"/>
                    </a:cubicBezTo>
                    <a:cubicBezTo>
                      <a:pt x="46256" y="1356150"/>
                      <a:pt x="58369" y="1376704"/>
                      <a:pt x="35841" y="1331651"/>
                    </a:cubicBezTo>
                    <a:cubicBezTo>
                      <a:pt x="32882" y="1319814"/>
                      <a:pt x="30470" y="1307827"/>
                      <a:pt x="26964" y="1296140"/>
                    </a:cubicBezTo>
                    <a:cubicBezTo>
                      <a:pt x="21586" y="1278213"/>
                      <a:pt x="9208" y="1242874"/>
                      <a:pt x="9208" y="1242874"/>
                    </a:cubicBezTo>
                    <a:cubicBezTo>
                      <a:pt x="6249" y="1225119"/>
                      <a:pt x="331" y="1207608"/>
                      <a:pt x="331" y="1189608"/>
                    </a:cubicBezTo>
                    <a:cubicBezTo>
                      <a:pt x="331" y="1010812"/>
                      <a:pt x="-3928" y="1097978"/>
                      <a:pt x="18086" y="1020932"/>
                    </a:cubicBezTo>
                    <a:cubicBezTo>
                      <a:pt x="21438" y="1009200"/>
                      <a:pt x="22680" y="996846"/>
                      <a:pt x="26964" y="985422"/>
                    </a:cubicBezTo>
                    <a:cubicBezTo>
                      <a:pt x="31611" y="973031"/>
                      <a:pt x="39506" y="962075"/>
                      <a:pt x="44719" y="949911"/>
                    </a:cubicBezTo>
                    <a:cubicBezTo>
                      <a:pt x="48405" y="941310"/>
                      <a:pt x="49412" y="931648"/>
                      <a:pt x="53597" y="923278"/>
                    </a:cubicBezTo>
                    <a:cubicBezTo>
                      <a:pt x="58369" y="913735"/>
                      <a:pt x="66580" y="906188"/>
                      <a:pt x="71352" y="896645"/>
                    </a:cubicBezTo>
                    <a:cubicBezTo>
                      <a:pt x="75537" y="888275"/>
                      <a:pt x="75039" y="877798"/>
                      <a:pt x="80230" y="870012"/>
                    </a:cubicBezTo>
                    <a:cubicBezTo>
                      <a:pt x="87194" y="859566"/>
                      <a:pt x="97985" y="852257"/>
                      <a:pt x="106863" y="843379"/>
                    </a:cubicBezTo>
                    <a:cubicBezTo>
                      <a:pt x="122279" y="797126"/>
                      <a:pt x="105641" y="833809"/>
                      <a:pt x="133496" y="798991"/>
                    </a:cubicBezTo>
                    <a:cubicBezTo>
                      <a:pt x="140161" y="790660"/>
                      <a:pt x="144307" y="780459"/>
                      <a:pt x="151251" y="772358"/>
                    </a:cubicBezTo>
                    <a:cubicBezTo>
                      <a:pt x="162145" y="759648"/>
                      <a:pt x="174925" y="748684"/>
                      <a:pt x="186762" y="736847"/>
                    </a:cubicBezTo>
                    <a:cubicBezTo>
                      <a:pt x="192680" y="730928"/>
                      <a:pt x="199874" y="726055"/>
                      <a:pt x="204517" y="719091"/>
                    </a:cubicBezTo>
                    <a:cubicBezTo>
                      <a:pt x="216354" y="701336"/>
                      <a:pt x="233280" y="686069"/>
                      <a:pt x="240028" y="665825"/>
                    </a:cubicBezTo>
                    <a:cubicBezTo>
                      <a:pt x="242987" y="656947"/>
                      <a:pt x="244361" y="647372"/>
                      <a:pt x="248906" y="639192"/>
                    </a:cubicBezTo>
                    <a:cubicBezTo>
                      <a:pt x="274004" y="594016"/>
                      <a:pt x="275232" y="595110"/>
                      <a:pt x="302172" y="568171"/>
                    </a:cubicBezTo>
                    <a:cubicBezTo>
                      <a:pt x="308090" y="550416"/>
                      <a:pt x="309546" y="530478"/>
                      <a:pt x="319927" y="514905"/>
                    </a:cubicBezTo>
                    <a:cubicBezTo>
                      <a:pt x="325845" y="506027"/>
                      <a:pt x="333349" y="498022"/>
                      <a:pt x="337682" y="488272"/>
                    </a:cubicBezTo>
                    <a:cubicBezTo>
                      <a:pt x="345283" y="471169"/>
                      <a:pt x="355438" y="435006"/>
                      <a:pt x="355438" y="435006"/>
                    </a:cubicBezTo>
                    <a:cubicBezTo>
                      <a:pt x="352479" y="408373"/>
                      <a:pt x="350966" y="381539"/>
                      <a:pt x="346560" y="355107"/>
                    </a:cubicBezTo>
                    <a:cubicBezTo>
                      <a:pt x="340982" y="321637"/>
                      <a:pt x="335264" y="332514"/>
                      <a:pt x="319927" y="301841"/>
                    </a:cubicBezTo>
                    <a:cubicBezTo>
                      <a:pt x="315742" y="293471"/>
                      <a:pt x="315234" y="283578"/>
                      <a:pt x="311049" y="275208"/>
                    </a:cubicBezTo>
                    <a:cubicBezTo>
                      <a:pt x="306277" y="265665"/>
                      <a:pt x="298066" y="258118"/>
                      <a:pt x="293294" y="248575"/>
                    </a:cubicBezTo>
                    <a:cubicBezTo>
                      <a:pt x="289109" y="240205"/>
                      <a:pt x="288601" y="230312"/>
                      <a:pt x="284416" y="221942"/>
                    </a:cubicBezTo>
                    <a:cubicBezTo>
                      <a:pt x="279644" y="212399"/>
                      <a:pt x="271433" y="204852"/>
                      <a:pt x="266661" y="195309"/>
                    </a:cubicBezTo>
                    <a:cubicBezTo>
                      <a:pt x="262476" y="186939"/>
                      <a:pt x="261142" y="177410"/>
                      <a:pt x="257783" y="168676"/>
                    </a:cubicBezTo>
                    <a:cubicBezTo>
                      <a:pt x="246342" y="138929"/>
                      <a:pt x="237898" y="107678"/>
                      <a:pt x="222273" y="79899"/>
                    </a:cubicBezTo>
                    <a:cubicBezTo>
                      <a:pt x="210942" y="59755"/>
                      <a:pt x="195063" y="42094"/>
                      <a:pt x="177884" y="26633"/>
                    </a:cubicBezTo>
                    <a:cubicBezTo>
                      <a:pt x="165058" y="15090"/>
                      <a:pt x="133496" y="0"/>
                      <a:pt x="133496" y="0"/>
                    </a:cubicBez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6" name="Freeform 295">
                <a:extLst>
                  <a:ext uri="{FF2B5EF4-FFF2-40B4-BE49-F238E27FC236}">
                    <a16:creationId xmlns:a16="http://schemas.microsoft.com/office/drawing/2014/main" id="{0EA7AA7F-BBC5-FC56-87DD-D05132BA3908}"/>
                  </a:ext>
                </a:extLst>
              </p:cNvPr>
              <p:cNvSpPr/>
              <p:nvPr/>
            </p:nvSpPr>
            <p:spPr>
              <a:xfrm>
                <a:off x="32227724" y="17595166"/>
                <a:ext cx="859623" cy="868772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762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0" name="Freeform: Shape 639">
                <a:extLst>
                  <a:ext uri="{FF2B5EF4-FFF2-40B4-BE49-F238E27FC236}">
                    <a16:creationId xmlns:a16="http://schemas.microsoft.com/office/drawing/2014/main" id="{3FABF73E-B6A2-9795-99DC-59428A1FB03A}"/>
                  </a:ext>
                </a:extLst>
              </p:cNvPr>
              <p:cNvSpPr/>
              <p:nvPr/>
            </p:nvSpPr>
            <p:spPr>
              <a:xfrm>
                <a:off x="32749861" y="17827825"/>
                <a:ext cx="410551" cy="2061151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1" name="Freeform: Shape 582">
                <a:extLst>
                  <a:ext uri="{FF2B5EF4-FFF2-40B4-BE49-F238E27FC236}">
                    <a16:creationId xmlns:a16="http://schemas.microsoft.com/office/drawing/2014/main" id="{AAE3D7B8-30E8-92C6-D5A4-F362162F64F4}"/>
                  </a:ext>
                </a:extLst>
              </p:cNvPr>
              <p:cNvSpPr/>
              <p:nvPr/>
            </p:nvSpPr>
            <p:spPr>
              <a:xfrm>
                <a:off x="31405634" y="19549512"/>
                <a:ext cx="285766" cy="1334468"/>
              </a:xfrm>
              <a:custGeom>
                <a:avLst/>
                <a:gdLst>
                  <a:gd name="connsiteX0" fmla="*/ 0 w 97367"/>
                  <a:gd name="connsiteY0" fmla="*/ 0 h 143933"/>
                  <a:gd name="connsiteX1" fmla="*/ 8467 w 97367"/>
                  <a:gd name="connsiteY1" fmla="*/ 19050 h 143933"/>
                  <a:gd name="connsiteX2" fmla="*/ 12700 w 97367"/>
                  <a:gd name="connsiteY2" fmla="*/ 27517 h 143933"/>
                  <a:gd name="connsiteX3" fmla="*/ 14817 w 97367"/>
                  <a:gd name="connsiteY3" fmla="*/ 33867 h 143933"/>
                  <a:gd name="connsiteX4" fmla="*/ 21167 w 97367"/>
                  <a:gd name="connsiteY4" fmla="*/ 38100 h 143933"/>
                  <a:gd name="connsiteX5" fmla="*/ 35983 w 97367"/>
                  <a:gd name="connsiteY5" fmla="*/ 55033 h 143933"/>
                  <a:gd name="connsiteX6" fmla="*/ 40217 w 97367"/>
                  <a:gd name="connsiteY6" fmla="*/ 63500 h 143933"/>
                  <a:gd name="connsiteX7" fmla="*/ 67733 w 97367"/>
                  <a:gd name="connsiteY7" fmla="*/ 86783 h 143933"/>
                  <a:gd name="connsiteX8" fmla="*/ 71967 w 97367"/>
                  <a:gd name="connsiteY8" fmla="*/ 99483 h 143933"/>
                  <a:gd name="connsiteX9" fmla="*/ 80433 w 97367"/>
                  <a:gd name="connsiteY9" fmla="*/ 112183 h 143933"/>
                  <a:gd name="connsiteX10" fmla="*/ 86783 w 97367"/>
                  <a:gd name="connsiteY10" fmla="*/ 129117 h 143933"/>
                  <a:gd name="connsiteX11" fmla="*/ 91017 w 97367"/>
                  <a:gd name="connsiteY11" fmla="*/ 133350 h 143933"/>
                  <a:gd name="connsiteX12" fmla="*/ 97367 w 97367"/>
                  <a:gd name="connsiteY12" fmla="*/ 143933 h 143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7367" h="143933">
                    <a:moveTo>
                      <a:pt x="0" y="0"/>
                    </a:moveTo>
                    <a:cubicBezTo>
                      <a:pt x="3490" y="17446"/>
                      <a:pt x="-709" y="4367"/>
                      <a:pt x="8467" y="19050"/>
                    </a:cubicBezTo>
                    <a:cubicBezTo>
                      <a:pt x="10139" y="21726"/>
                      <a:pt x="11457" y="24617"/>
                      <a:pt x="12700" y="27517"/>
                    </a:cubicBezTo>
                    <a:cubicBezTo>
                      <a:pt x="13579" y="29568"/>
                      <a:pt x="13423" y="32125"/>
                      <a:pt x="14817" y="33867"/>
                    </a:cubicBezTo>
                    <a:cubicBezTo>
                      <a:pt x="16406" y="35853"/>
                      <a:pt x="19050" y="36689"/>
                      <a:pt x="21167" y="38100"/>
                    </a:cubicBezTo>
                    <a:cubicBezTo>
                      <a:pt x="31064" y="57896"/>
                      <a:pt x="17719" y="34161"/>
                      <a:pt x="35983" y="55033"/>
                    </a:cubicBezTo>
                    <a:cubicBezTo>
                      <a:pt x="38061" y="57408"/>
                      <a:pt x="38163" y="61104"/>
                      <a:pt x="40217" y="63500"/>
                    </a:cubicBezTo>
                    <a:cubicBezTo>
                      <a:pt x="58413" y="84729"/>
                      <a:pt x="52934" y="81851"/>
                      <a:pt x="67733" y="86783"/>
                    </a:cubicBezTo>
                    <a:cubicBezTo>
                      <a:pt x="69144" y="91016"/>
                      <a:pt x="68812" y="96327"/>
                      <a:pt x="71967" y="99483"/>
                    </a:cubicBezTo>
                    <a:cubicBezTo>
                      <a:pt x="77134" y="104651"/>
                      <a:pt x="77358" y="103983"/>
                      <a:pt x="80433" y="112183"/>
                    </a:cubicBezTo>
                    <a:cubicBezTo>
                      <a:pt x="84421" y="122816"/>
                      <a:pt x="80050" y="119018"/>
                      <a:pt x="86783" y="129117"/>
                    </a:cubicBezTo>
                    <a:cubicBezTo>
                      <a:pt x="87890" y="130777"/>
                      <a:pt x="89770" y="131792"/>
                      <a:pt x="91017" y="133350"/>
                    </a:cubicBezTo>
                    <a:cubicBezTo>
                      <a:pt x="94420" y="137604"/>
                      <a:pt x="95170" y="139539"/>
                      <a:pt x="97367" y="143933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2" name="Freeform: Shape 406">
                <a:extLst>
                  <a:ext uri="{FF2B5EF4-FFF2-40B4-BE49-F238E27FC236}">
                    <a16:creationId xmlns:a16="http://schemas.microsoft.com/office/drawing/2014/main" id="{50ABBEB7-EDE1-40C9-15E0-DF95016DEDE0}"/>
                  </a:ext>
                </a:extLst>
              </p:cNvPr>
              <p:cNvSpPr/>
              <p:nvPr/>
            </p:nvSpPr>
            <p:spPr>
              <a:xfrm>
                <a:off x="33510449" y="19033561"/>
                <a:ext cx="259551" cy="1357689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3" name="Freeform: Shape 639">
                <a:extLst>
                  <a:ext uri="{FF2B5EF4-FFF2-40B4-BE49-F238E27FC236}">
                    <a16:creationId xmlns:a16="http://schemas.microsoft.com/office/drawing/2014/main" id="{80AB8AE9-3BD1-0222-538A-E6E71BF1335C}"/>
                  </a:ext>
                </a:extLst>
              </p:cNvPr>
              <p:cNvSpPr/>
              <p:nvPr/>
            </p:nvSpPr>
            <p:spPr>
              <a:xfrm>
                <a:off x="35068519" y="19239083"/>
                <a:ext cx="475984" cy="772088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4" name="Freeform: Shape 406">
                <a:extLst>
                  <a:ext uri="{FF2B5EF4-FFF2-40B4-BE49-F238E27FC236}">
                    <a16:creationId xmlns:a16="http://schemas.microsoft.com/office/drawing/2014/main" id="{C6E940FE-21E3-F34B-5C0D-29378BAD1778}"/>
                  </a:ext>
                </a:extLst>
              </p:cNvPr>
              <p:cNvSpPr/>
              <p:nvPr/>
            </p:nvSpPr>
            <p:spPr>
              <a:xfrm>
                <a:off x="35680849" y="19961727"/>
                <a:ext cx="189583" cy="606273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/>
                <p:nvPr/>
              </p:nvSpPr>
              <p:spPr>
                <a:xfrm>
                  <a:off x="30234841" y="23578437"/>
                  <a:ext cx="583706" cy="602998"/>
                </a:xfrm>
                <a:custGeom>
                  <a:avLst/>
                  <a:gdLst>
                    <a:gd name="connsiteX0" fmla="*/ 0 w 533892"/>
                    <a:gd name="connsiteY0" fmla="*/ 0 h 478464"/>
                    <a:gd name="connsiteX1" fmla="*/ 533892 w 533892"/>
                    <a:gd name="connsiteY1" fmla="*/ 0 h 478464"/>
                    <a:gd name="connsiteX2" fmla="*/ 533892 w 533892"/>
                    <a:gd name="connsiteY2" fmla="*/ 478464 h 478464"/>
                    <a:gd name="connsiteX3" fmla="*/ 0 w 533892"/>
                    <a:gd name="connsiteY3" fmla="*/ 478464 h 478464"/>
                    <a:gd name="connsiteX4" fmla="*/ 0 w 5338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892" h="478464" extrusionOk="0">
                      <a:moveTo>
                        <a:pt x="0" y="0"/>
                      </a:moveTo>
                      <a:cubicBezTo>
                        <a:pt x="249798" y="-7628"/>
                        <a:pt x="307944" y="45758"/>
                        <a:pt x="533892" y="0"/>
                      </a:cubicBezTo>
                      <a:cubicBezTo>
                        <a:pt x="582841" y="175492"/>
                        <a:pt x="507721" y="339994"/>
                        <a:pt x="533892" y="478464"/>
                      </a:cubicBezTo>
                      <a:cubicBezTo>
                        <a:pt x="280547" y="523487"/>
                        <a:pt x="126532" y="471614"/>
                        <a:pt x="0" y="478464"/>
                      </a:cubicBezTo>
                      <a:cubicBezTo>
                        <a:pt x="-19422" y="349564"/>
                        <a:pt x="14864" y="15063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41" y="23578437"/>
                  <a:ext cx="583706" cy="602998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custGeom>
                          <a:avLst/>
                          <a:gdLst>
                            <a:gd name="connsiteX0" fmla="*/ 0 w 533892"/>
                            <a:gd name="connsiteY0" fmla="*/ 0 h 478464"/>
                            <a:gd name="connsiteX1" fmla="*/ 533892 w 533892"/>
                            <a:gd name="connsiteY1" fmla="*/ 0 h 478464"/>
                            <a:gd name="connsiteX2" fmla="*/ 533892 w 533892"/>
                            <a:gd name="connsiteY2" fmla="*/ 478464 h 478464"/>
                            <a:gd name="connsiteX3" fmla="*/ 0 w 533892"/>
                            <a:gd name="connsiteY3" fmla="*/ 478464 h 478464"/>
                            <a:gd name="connsiteX4" fmla="*/ 0 w 5338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33892" h="478464" extrusionOk="0">
                              <a:moveTo>
                                <a:pt x="0" y="0"/>
                              </a:moveTo>
                              <a:cubicBezTo>
                                <a:pt x="249798" y="-7628"/>
                                <a:pt x="307944" y="45758"/>
                                <a:pt x="533892" y="0"/>
                              </a:cubicBezTo>
                              <a:cubicBezTo>
                                <a:pt x="582841" y="175492"/>
                                <a:pt x="507721" y="339994"/>
                                <a:pt x="533892" y="478464"/>
                              </a:cubicBezTo>
                              <a:cubicBezTo>
                                <a:pt x="280547" y="523487"/>
                                <a:pt x="126532" y="471614"/>
                                <a:pt x="0" y="478464"/>
                              </a:cubicBezTo>
                              <a:cubicBezTo>
                                <a:pt x="-19422" y="349564"/>
                                <a:pt x="14864" y="15063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/>
                <p:nvPr/>
              </p:nvSpPr>
              <p:spPr>
                <a:xfrm>
                  <a:off x="30837416" y="24352473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08095" y="-2920"/>
                        <a:pt x="337862" y="7609"/>
                        <a:pt x="516553" y="0"/>
                      </a:cubicBezTo>
                      <a:cubicBezTo>
                        <a:pt x="526599" y="158809"/>
                        <a:pt x="508562" y="259416"/>
                        <a:pt x="516553" y="478464"/>
                      </a:cubicBezTo>
                      <a:cubicBezTo>
                        <a:pt x="373202" y="468128"/>
                        <a:pt x="223706" y="490637"/>
                        <a:pt x="0" y="478464"/>
                      </a:cubicBezTo>
                      <a:cubicBezTo>
                        <a:pt x="2260" y="300948"/>
                        <a:pt x="-15439" y="11853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𝑎</m:t>
                            </m:r>
                          </m:e>
                          <m:sub>
                            <m:r>
                              <a:rPr lang="en-US" sz="2509"/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37416" y="24352473"/>
                  <a:ext cx="564749" cy="602998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08095" y="-2920"/>
                                <a:pt x="337862" y="7609"/>
                                <a:pt x="516553" y="0"/>
                              </a:cubicBezTo>
                              <a:cubicBezTo>
                                <a:pt x="526599" y="158809"/>
                                <a:pt x="508562" y="259416"/>
                                <a:pt x="516553" y="478464"/>
                              </a:cubicBezTo>
                              <a:cubicBezTo>
                                <a:pt x="373202" y="468128"/>
                                <a:pt x="223706" y="490637"/>
                                <a:pt x="0" y="478464"/>
                              </a:cubicBezTo>
                              <a:cubicBezTo>
                                <a:pt x="2260" y="300948"/>
                                <a:pt x="-15439" y="11853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/>
                <p:nvPr/>
              </p:nvSpPr>
              <p:spPr>
                <a:xfrm>
                  <a:off x="31812533" y="24737909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207532" y="-7840"/>
                        <a:pt x="265328" y="21731"/>
                        <a:pt x="516553" y="0"/>
                      </a:cubicBezTo>
                      <a:cubicBezTo>
                        <a:pt x="514190" y="180754"/>
                        <a:pt x="503024" y="350996"/>
                        <a:pt x="516553" y="478464"/>
                      </a:cubicBezTo>
                      <a:cubicBezTo>
                        <a:pt x="277421" y="486504"/>
                        <a:pt x="116336" y="489071"/>
                        <a:pt x="0" y="478464"/>
                      </a:cubicBezTo>
                      <a:cubicBezTo>
                        <a:pt x="9598" y="253802"/>
                        <a:pt x="17872" y="10392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𝑏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12533" y="24737909"/>
                  <a:ext cx="564749" cy="602998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207532" y="-7840"/>
                                <a:pt x="265328" y="21731"/>
                                <a:pt x="516553" y="0"/>
                              </a:cubicBezTo>
                              <a:cubicBezTo>
                                <a:pt x="514190" y="180754"/>
                                <a:pt x="503024" y="350996"/>
                                <a:pt x="516553" y="478464"/>
                              </a:cubicBezTo>
                              <a:cubicBezTo>
                                <a:pt x="277421" y="486504"/>
                                <a:pt x="116336" y="489071"/>
                                <a:pt x="0" y="478464"/>
                              </a:cubicBezTo>
                              <a:cubicBezTo>
                                <a:pt x="9598" y="253802"/>
                                <a:pt x="17872" y="10392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86B70681-D09F-3028-8DB5-8583C95E32C2}"/>
                </a:ext>
              </a:extLst>
            </p:cNvPr>
            <p:cNvSpPr/>
            <p:nvPr/>
          </p:nvSpPr>
          <p:spPr>
            <a:xfrm>
              <a:off x="32691213" y="22107590"/>
              <a:ext cx="287531" cy="677595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/>
                <p:nvPr/>
              </p:nvSpPr>
              <p:spPr>
                <a:xfrm>
                  <a:off x="33219331" y="22808995"/>
                  <a:ext cx="464232" cy="602998"/>
                </a:xfrm>
                <a:custGeom>
                  <a:avLst/>
                  <a:gdLst>
                    <a:gd name="connsiteX0" fmla="*/ 0 w 424614"/>
                    <a:gd name="connsiteY0" fmla="*/ 0 h 478464"/>
                    <a:gd name="connsiteX1" fmla="*/ 424614 w 424614"/>
                    <a:gd name="connsiteY1" fmla="*/ 0 h 478464"/>
                    <a:gd name="connsiteX2" fmla="*/ 424614 w 424614"/>
                    <a:gd name="connsiteY2" fmla="*/ 478464 h 478464"/>
                    <a:gd name="connsiteX3" fmla="*/ 0 w 424614"/>
                    <a:gd name="connsiteY3" fmla="*/ 478464 h 478464"/>
                    <a:gd name="connsiteX4" fmla="*/ 0 w 424614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4614" h="478464" extrusionOk="0">
                      <a:moveTo>
                        <a:pt x="0" y="0"/>
                      </a:moveTo>
                      <a:cubicBezTo>
                        <a:pt x="103851" y="15446"/>
                        <a:pt x="320078" y="2545"/>
                        <a:pt x="424614" y="0"/>
                      </a:cubicBezTo>
                      <a:cubicBezTo>
                        <a:pt x="401096" y="171188"/>
                        <a:pt x="412981" y="340904"/>
                        <a:pt x="424614" y="478464"/>
                      </a:cubicBezTo>
                      <a:cubicBezTo>
                        <a:pt x="282577" y="468985"/>
                        <a:pt x="207562" y="496884"/>
                        <a:pt x="0" y="478464"/>
                      </a:cubicBezTo>
                      <a:cubicBezTo>
                        <a:pt x="-4507" y="375654"/>
                        <a:pt x="2506" y="207085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𝑐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19331" y="22808995"/>
                  <a:ext cx="464232" cy="602998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custGeom>
                          <a:avLst/>
                          <a:gdLst>
                            <a:gd name="connsiteX0" fmla="*/ 0 w 424614"/>
                            <a:gd name="connsiteY0" fmla="*/ 0 h 478464"/>
                            <a:gd name="connsiteX1" fmla="*/ 424614 w 424614"/>
                            <a:gd name="connsiteY1" fmla="*/ 0 h 478464"/>
                            <a:gd name="connsiteX2" fmla="*/ 424614 w 424614"/>
                            <a:gd name="connsiteY2" fmla="*/ 478464 h 478464"/>
                            <a:gd name="connsiteX3" fmla="*/ 0 w 424614"/>
                            <a:gd name="connsiteY3" fmla="*/ 478464 h 478464"/>
                            <a:gd name="connsiteX4" fmla="*/ 0 w 424614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24614" h="478464" extrusionOk="0">
                              <a:moveTo>
                                <a:pt x="0" y="0"/>
                              </a:moveTo>
                              <a:cubicBezTo>
                                <a:pt x="103851" y="15446"/>
                                <a:pt x="320078" y="2545"/>
                                <a:pt x="424614" y="0"/>
                              </a:cubicBezTo>
                              <a:cubicBezTo>
                                <a:pt x="401096" y="171188"/>
                                <a:pt x="412981" y="340904"/>
                                <a:pt x="424614" y="478464"/>
                              </a:cubicBezTo>
                              <a:cubicBezTo>
                                <a:pt x="282577" y="468985"/>
                                <a:pt x="207562" y="496884"/>
                                <a:pt x="0" y="478464"/>
                              </a:cubicBezTo>
                              <a:cubicBezTo>
                                <a:pt x="-4507" y="375654"/>
                                <a:pt x="2506" y="207085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/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blipFill>
                  <a:blip r:embed="rId54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/>
                <p:nvPr/>
              </p:nvSpPr>
              <p:spPr>
                <a:xfrm>
                  <a:off x="31926675" y="23412340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51568" y="-36692"/>
                        <a:pt x="408660" y="18371"/>
                        <a:pt x="516553" y="0"/>
                      </a:cubicBezTo>
                      <a:cubicBezTo>
                        <a:pt x="553227" y="218211"/>
                        <a:pt x="510101" y="331965"/>
                        <a:pt x="516553" y="478464"/>
                      </a:cubicBezTo>
                      <a:cubicBezTo>
                        <a:pt x="312788" y="529810"/>
                        <a:pt x="109948" y="421743"/>
                        <a:pt x="0" y="478464"/>
                      </a:cubicBezTo>
                      <a:cubicBezTo>
                        <a:pt x="-26254" y="374488"/>
                        <a:pt x="2433" y="1961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6675" y="23412340"/>
                  <a:ext cx="564749" cy="602998"/>
                </a:xfrm>
                <a:prstGeom prst="rect">
                  <a:avLst/>
                </a:prstGeom>
                <a:blipFill>
                  <a:blip r:embed="rId55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51568" y="-36692"/>
                                <a:pt x="408660" y="18371"/>
                                <a:pt x="516553" y="0"/>
                              </a:cubicBezTo>
                              <a:cubicBezTo>
                                <a:pt x="553227" y="218211"/>
                                <a:pt x="510101" y="331965"/>
                                <a:pt x="516553" y="478464"/>
                              </a:cubicBezTo>
                              <a:cubicBezTo>
                                <a:pt x="312788" y="529810"/>
                                <a:pt x="109948" y="421743"/>
                                <a:pt x="0" y="478464"/>
                              </a:cubicBezTo>
                              <a:cubicBezTo>
                                <a:pt x="-26254" y="374488"/>
                                <a:pt x="2433" y="1961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/>
                <p:nvPr/>
              </p:nvSpPr>
              <p:spPr>
                <a:xfrm>
                  <a:off x="32678126" y="23915522"/>
                  <a:ext cx="625709" cy="602998"/>
                </a:xfrm>
                <a:custGeom>
                  <a:avLst/>
                  <a:gdLst>
                    <a:gd name="connsiteX0" fmla="*/ 0 w 572310"/>
                    <a:gd name="connsiteY0" fmla="*/ 0 h 478464"/>
                    <a:gd name="connsiteX1" fmla="*/ 572310 w 572310"/>
                    <a:gd name="connsiteY1" fmla="*/ 0 h 478464"/>
                    <a:gd name="connsiteX2" fmla="*/ 572310 w 572310"/>
                    <a:gd name="connsiteY2" fmla="*/ 478464 h 478464"/>
                    <a:gd name="connsiteX3" fmla="*/ 0 w 572310"/>
                    <a:gd name="connsiteY3" fmla="*/ 478464 h 478464"/>
                    <a:gd name="connsiteX4" fmla="*/ 0 w 572310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310" h="478464" extrusionOk="0">
                      <a:moveTo>
                        <a:pt x="0" y="0"/>
                      </a:moveTo>
                      <a:cubicBezTo>
                        <a:pt x="234519" y="-35270"/>
                        <a:pt x="436798" y="3041"/>
                        <a:pt x="572310" y="0"/>
                      </a:cubicBezTo>
                      <a:cubicBezTo>
                        <a:pt x="606321" y="136340"/>
                        <a:pt x="552843" y="295474"/>
                        <a:pt x="572310" y="478464"/>
                      </a:cubicBezTo>
                      <a:cubicBezTo>
                        <a:pt x="305630" y="537574"/>
                        <a:pt x="230609" y="431899"/>
                        <a:pt x="0" y="478464"/>
                      </a:cubicBezTo>
                      <a:cubicBezTo>
                        <a:pt x="-56177" y="244548"/>
                        <a:pt x="29686" y="189253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78126" y="23915522"/>
                  <a:ext cx="625709" cy="602998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custGeom>
                          <a:avLst/>
                          <a:gdLst>
                            <a:gd name="connsiteX0" fmla="*/ 0 w 572310"/>
                            <a:gd name="connsiteY0" fmla="*/ 0 h 478464"/>
                            <a:gd name="connsiteX1" fmla="*/ 572310 w 572310"/>
                            <a:gd name="connsiteY1" fmla="*/ 0 h 478464"/>
                            <a:gd name="connsiteX2" fmla="*/ 572310 w 572310"/>
                            <a:gd name="connsiteY2" fmla="*/ 478464 h 478464"/>
                            <a:gd name="connsiteX3" fmla="*/ 0 w 572310"/>
                            <a:gd name="connsiteY3" fmla="*/ 478464 h 478464"/>
                            <a:gd name="connsiteX4" fmla="*/ 0 w 572310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72310" h="478464" extrusionOk="0">
                              <a:moveTo>
                                <a:pt x="0" y="0"/>
                              </a:moveTo>
                              <a:cubicBezTo>
                                <a:pt x="234519" y="-35270"/>
                                <a:pt x="436798" y="3041"/>
                                <a:pt x="572310" y="0"/>
                              </a:cubicBezTo>
                              <a:cubicBezTo>
                                <a:pt x="606321" y="136340"/>
                                <a:pt x="552843" y="295474"/>
                                <a:pt x="572310" y="478464"/>
                              </a:cubicBezTo>
                              <a:cubicBezTo>
                                <a:pt x="305630" y="537574"/>
                                <a:pt x="230609" y="431899"/>
                                <a:pt x="0" y="478464"/>
                              </a:cubicBezTo>
                              <a:cubicBezTo>
                                <a:pt x="-56177" y="244548"/>
                                <a:pt x="29686" y="189253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/>
                <p:nvPr/>
              </p:nvSpPr>
              <p:spPr>
                <a:xfrm>
                  <a:off x="34257707" y="23533709"/>
                  <a:ext cx="576928" cy="602998"/>
                </a:xfrm>
                <a:custGeom>
                  <a:avLst/>
                  <a:gdLst>
                    <a:gd name="connsiteX0" fmla="*/ 0 w 527692"/>
                    <a:gd name="connsiteY0" fmla="*/ 0 h 478464"/>
                    <a:gd name="connsiteX1" fmla="*/ 527692 w 527692"/>
                    <a:gd name="connsiteY1" fmla="*/ 0 h 478464"/>
                    <a:gd name="connsiteX2" fmla="*/ 527692 w 527692"/>
                    <a:gd name="connsiteY2" fmla="*/ 478464 h 478464"/>
                    <a:gd name="connsiteX3" fmla="*/ 0 w 527692"/>
                    <a:gd name="connsiteY3" fmla="*/ 478464 h 478464"/>
                    <a:gd name="connsiteX4" fmla="*/ 0 w 5276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7692" h="478464" extrusionOk="0">
                      <a:moveTo>
                        <a:pt x="0" y="0"/>
                      </a:moveTo>
                      <a:cubicBezTo>
                        <a:pt x="180492" y="-33578"/>
                        <a:pt x="307749" y="55825"/>
                        <a:pt x="527692" y="0"/>
                      </a:cubicBezTo>
                      <a:cubicBezTo>
                        <a:pt x="577697" y="154586"/>
                        <a:pt x="502782" y="381430"/>
                        <a:pt x="527692" y="478464"/>
                      </a:cubicBezTo>
                      <a:cubicBezTo>
                        <a:pt x="338451" y="530172"/>
                        <a:pt x="171752" y="419549"/>
                        <a:pt x="0" y="478464"/>
                      </a:cubicBezTo>
                      <a:cubicBezTo>
                        <a:pt x="-22464" y="292633"/>
                        <a:pt x="15538" y="154734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7707" y="23533709"/>
                  <a:ext cx="576928" cy="602998"/>
                </a:xfrm>
                <a:prstGeom prst="rect">
                  <a:avLst/>
                </a:prstGeom>
                <a:blipFill>
                  <a:blip r:embed="rId57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custGeom>
                          <a:avLst/>
                          <a:gdLst>
                            <a:gd name="connsiteX0" fmla="*/ 0 w 527692"/>
                            <a:gd name="connsiteY0" fmla="*/ 0 h 478464"/>
                            <a:gd name="connsiteX1" fmla="*/ 527692 w 527692"/>
                            <a:gd name="connsiteY1" fmla="*/ 0 h 478464"/>
                            <a:gd name="connsiteX2" fmla="*/ 527692 w 527692"/>
                            <a:gd name="connsiteY2" fmla="*/ 478464 h 478464"/>
                            <a:gd name="connsiteX3" fmla="*/ 0 w 527692"/>
                            <a:gd name="connsiteY3" fmla="*/ 478464 h 478464"/>
                            <a:gd name="connsiteX4" fmla="*/ 0 w 5276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27692" h="478464" extrusionOk="0">
                              <a:moveTo>
                                <a:pt x="0" y="0"/>
                              </a:moveTo>
                              <a:cubicBezTo>
                                <a:pt x="180492" y="-33578"/>
                                <a:pt x="307749" y="55825"/>
                                <a:pt x="527692" y="0"/>
                              </a:cubicBezTo>
                              <a:cubicBezTo>
                                <a:pt x="577697" y="154586"/>
                                <a:pt x="502782" y="381430"/>
                                <a:pt x="527692" y="478464"/>
                              </a:cubicBezTo>
                              <a:cubicBezTo>
                                <a:pt x="338451" y="530172"/>
                                <a:pt x="171752" y="419549"/>
                                <a:pt x="0" y="478464"/>
                              </a:cubicBezTo>
                              <a:cubicBezTo>
                                <a:pt x="-22464" y="292633"/>
                                <a:pt x="15538" y="154734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/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blipFill>
                  <a:blip r:embed="rId58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/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blipFill>
                  <a:blip r:embed="rId59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76885C7A-5213-6E23-76B0-1CBE5AF7CEB0}"/>
                </a:ext>
              </a:extLst>
            </p:cNvPr>
            <p:cNvSpPr/>
            <p:nvPr/>
          </p:nvSpPr>
          <p:spPr>
            <a:xfrm>
              <a:off x="32963148" y="20721782"/>
              <a:ext cx="1042618" cy="2146710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  <a:gd name="connsiteX0" fmla="*/ 1465230 w 1465230"/>
                <a:gd name="connsiteY0" fmla="*/ 3340478 h 3340478"/>
                <a:gd name="connsiteX1" fmla="*/ 1118937 w 1465230"/>
                <a:gd name="connsiteY1" fmla="*/ 2466474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139507 w 1465230"/>
                <a:gd name="connsiteY3" fmla="*/ 2221706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010653 w 1465230"/>
                <a:gd name="connsiteY3" fmla="*/ 2201779 h 3340478"/>
                <a:gd name="connsiteX4" fmla="*/ 986590 w 1465230"/>
                <a:gd name="connsiteY4" fmla="*/ 1864895 h 3340478"/>
                <a:gd name="connsiteX5" fmla="*/ 974558 w 1465230"/>
                <a:gd name="connsiteY5" fmla="*/ 1804737 h 3340478"/>
                <a:gd name="connsiteX6" fmla="*/ 938463 w 1465230"/>
                <a:gd name="connsiteY6" fmla="*/ 1684421 h 3340478"/>
                <a:gd name="connsiteX7" fmla="*/ 914400 w 1465230"/>
                <a:gd name="connsiteY7" fmla="*/ 1612232 h 3340478"/>
                <a:gd name="connsiteX8" fmla="*/ 890337 w 1465230"/>
                <a:gd name="connsiteY8" fmla="*/ 1564106 h 3340478"/>
                <a:gd name="connsiteX9" fmla="*/ 866274 w 1465230"/>
                <a:gd name="connsiteY9" fmla="*/ 1491916 h 3340478"/>
                <a:gd name="connsiteX10" fmla="*/ 854242 w 1465230"/>
                <a:gd name="connsiteY10" fmla="*/ 1455821 h 3340478"/>
                <a:gd name="connsiteX11" fmla="*/ 830179 w 1465230"/>
                <a:gd name="connsiteY11" fmla="*/ 1419727 h 3340478"/>
                <a:gd name="connsiteX12" fmla="*/ 770021 w 1465230"/>
                <a:gd name="connsiteY12" fmla="*/ 1311442 h 3340478"/>
                <a:gd name="connsiteX13" fmla="*/ 745958 w 1465230"/>
                <a:gd name="connsiteY13" fmla="*/ 1275348 h 3340478"/>
                <a:gd name="connsiteX14" fmla="*/ 721895 w 1465230"/>
                <a:gd name="connsiteY14" fmla="*/ 1239253 h 3340478"/>
                <a:gd name="connsiteX15" fmla="*/ 613611 w 1465230"/>
                <a:gd name="connsiteY15" fmla="*/ 1143000 h 3340478"/>
                <a:gd name="connsiteX16" fmla="*/ 589548 w 1465230"/>
                <a:gd name="connsiteY16" fmla="*/ 1106906 h 3340478"/>
                <a:gd name="connsiteX17" fmla="*/ 529390 w 1465230"/>
                <a:gd name="connsiteY17" fmla="*/ 1046748 h 3340478"/>
                <a:gd name="connsiteX18" fmla="*/ 505326 w 1465230"/>
                <a:gd name="connsiteY18" fmla="*/ 1010653 h 3340478"/>
                <a:gd name="connsiteX19" fmla="*/ 469232 w 1465230"/>
                <a:gd name="connsiteY19" fmla="*/ 974558 h 3340478"/>
                <a:gd name="connsiteX20" fmla="*/ 421105 w 1465230"/>
                <a:gd name="connsiteY20" fmla="*/ 902369 h 3340478"/>
                <a:gd name="connsiteX21" fmla="*/ 397042 w 1465230"/>
                <a:gd name="connsiteY21" fmla="*/ 866274 h 3340478"/>
                <a:gd name="connsiteX22" fmla="*/ 360948 w 1465230"/>
                <a:gd name="connsiteY22" fmla="*/ 830179 h 3340478"/>
                <a:gd name="connsiteX23" fmla="*/ 312821 w 1465230"/>
                <a:gd name="connsiteY23" fmla="*/ 757990 h 3340478"/>
                <a:gd name="connsiteX24" fmla="*/ 276726 w 1465230"/>
                <a:gd name="connsiteY24" fmla="*/ 697832 h 3340478"/>
                <a:gd name="connsiteX25" fmla="*/ 240632 w 1465230"/>
                <a:gd name="connsiteY25" fmla="*/ 625642 h 3340478"/>
                <a:gd name="connsiteX26" fmla="*/ 216569 w 1465230"/>
                <a:gd name="connsiteY26" fmla="*/ 553453 h 3340478"/>
                <a:gd name="connsiteX27" fmla="*/ 192505 w 1465230"/>
                <a:gd name="connsiteY27" fmla="*/ 481263 h 3340478"/>
                <a:gd name="connsiteX28" fmla="*/ 168442 w 1465230"/>
                <a:gd name="connsiteY28" fmla="*/ 409074 h 3340478"/>
                <a:gd name="connsiteX29" fmla="*/ 156411 w 1465230"/>
                <a:gd name="connsiteY29" fmla="*/ 372979 h 3340478"/>
                <a:gd name="connsiteX30" fmla="*/ 108284 w 1465230"/>
                <a:gd name="connsiteY30" fmla="*/ 180474 h 3340478"/>
                <a:gd name="connsiteX31" fmla="*/ 36095 w 1465230"/>
                <a:gd name="connsiteY31" fmla="*/ 72190 h 3340478"/>
                <a:gd name="connsiteX32" fmla="*/ 12032 w 1465230"/>
                <a:gd name="connsiteY32" fmla="*/ 36095 h 3340478"/>
                <a:gd name="connsiteX33" fmla="*/ 0 w 1465230"/>
                <a:gd name="connsiteY33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70021 w 1465230"/>
                <a:gd name="connsiteY11" fmla="*/ 1311442 h 3340478"/>
                <a:gd name="connsiteX12" fmla="*/ 745958 w 1465230"/>
                <a:gd name="connsiteY12" fmla="*/ 1275348 h 3340478"/>
                <a:gd name="connsiteX13" fmla="*/ 721895 w 1465230"/>
                <a:gd name="connsiteY13" fmla="*/ 1239253 h 3340478"/>
                <a:gd name="connsiteX14" fmla="*/ 613611 w 1465230"/>
                <a:gd name="connsiteY14" fmla="*/ 1143000 h 3340478"/>
                <a:gd name="connsiteX15" fmla="*/ 589548 w 1465230"/>
                <a:gd name="connsiteY15" fmla="*/ 1106906 h 3340478"/>
                <a:gd name="connsiteX16" fmla="*/ 529390 w 1465230"/>
                <a:gd name="connsiteY16" fmla="*/ 1046748 h 3340478"/>
                <a:gd name="connsiteX17" fmla="*/ 505326 w 1465230"/>
                <a:gd name="connsiteY17" fmla="*/ 1010653 h 3340478"/>
                <a:gd name="connsiteX18" fmla="*/ 469232 w 1465230"/>
                <a:gd name="connsiteY18" fmla="*/ 974558 h 3340478"/>
                <a:gd name="connsiteX19" fmla="*/ 421105 w 1465230"/>
                <a:gd name="connsiteY19" fmla="*/ 902369 h 3340478"/>
                <a:gd name="connsiteX20" fmla="*/ 397042 w 1465230"/>
                <a:gd name="connsiteY20" fmla="*/ 866274 h 3340478"/>
                <a:gd name="connsiteX21" fmla="*/ 360948 w 1465230"/>
                <a:gd name="connsiteY21" fmla="*/ 830179 h 3340478"/>
                <a:gd name="connsiteX22" fmla="*/ 312821 w 1465230"/>
                <a:gd name="connsiteY22" fmla="*/ 757990 h 3340478"/>
                <a:gd name="connsiteX23" fmla="*/ 276726 w 1465230"/>
                <a:gd name="connsiteY23" fmla="*/ 697832 h 3340478"/>
                <a:gd name="connsiteX24" fmla="*/ 240632 w 1465230"/>
                <a:gd name="connsiteY24" fmla="*/ 625642 h 3340478"/>
                <a:gd name="connsiteX25" fmla="*/ 216569 w 1465230"/>
                <a:gd name="connsiteY25" fmla="*/ 553453 h 3340478"/>
                <a:gd name="connsiteX26" fmla="*/ 192505 w 1465230"/>
                <a:gd name="connsiteY26" fmla="*/ 481263 h 3340478"/>
                <a:gd name="connsiteX27" fmla="*/ 168442 w 1465230"/>
                <a:gd name="connsiteY27" fmla="*/ 409074 h 3340478"/>
                <a:gd name="connsiteX28" fmla="*/ 156411 w 1465230"/>
                <a:gd name="connsiteY28" fmla="*/ 372979 h 3340478"/>
                <a:gd name="connsiteX29" fmla="*/ 108284 w 1465230"/>
                <a:gd name="connsiteY29" fmla="*/ 180474 h 3340478"/>
                <a:gd name="connsiteX30" fmla="*/ 36095 w 1465230"/>
                <a:gd name="connsiteY30" fmla="*/ 72190 h 3340478"/>
                <a:gd name="connsiteX31" fmla="*/ 12032 w 1465230"/>
                <a:gd name="connsiteY31" fmla="*/ 36095 h 3340478"/>
                <a:gd name="connsiteX32" fmla="*/ 0 w 1465230"/>
                <a:gd name="connsiteY32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45958 w 1465230"/>
                <a:gd name="connsiteY11" fmla="*/ 1275348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23235 w 1465230"/>
                <a:gd name="connsiteY3" fmla="*/ 1890972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570076 w 1465230"/>
                <a:gd name="connsiteY11" fmla="*/ 1209312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5230" h="3340478">
                  <a:moveTo>
                    <a:pt x="1465230" y="3340478"/>
                  </a:moveTo>
                  <a:cubicBezTo>
                    <a:pt x="1248662" y="3055731"/>
                    <a:pt x="1451486" y="2896371"/>
                    <a:pt x="1410990" y="2735960"/>
                  </a:cubicBezTo>
                  <a:cubicBezTo>
                    <a:pt x="1370494" y="2575549"/>
                    <a:pt x="1275522" y="2496383"/>
                    <a:pt x="1222254" y="2378009"/>
                  </a:cubicBezTo>
                  <a:cubicBezTo>
                    <a:pt x="1168986" y="2259635"/>
                    <a:pt x="1128945" y="2126043"/>
                    <a:pt x="1091381" y="2025716"/>
                  </a:cubicBezTo>
                  <a:cubicBezTo>
                    <a:pt x="1053817" y="1925389"/>
                    <a:pt x="1016866" y="1836027"/>
                    <a:pt x="996873" y="1776047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12132" y="1389648"/>
                    <a:pt x="725064" y="1391663"/>
                    <a:pt x="707017" y="1361584"/>
                  </a:cubicBezTo>
                  <a:cubicBezTo>
                    <a:pt x="666912" y="1309447"/>
                    <a:pt x="599681" y="1261785"/>
                    <a:pt x="570076" y="1209312"/>
                  </a:cubicBezTo>
                  <a:cubicBezTo>
                    <a:pt x="540472" y="1156839"/>
                    <a:pt x="540182" y="1079858"/>
                    <a:pt x="529390" y="1046748"/>
                  </a:cubicBezTo>
                  <a:cubicBezTo>
                    <a:pt x="518598" y="1013638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73739" y="397605"/>
                    <a:pt x="156411" y="372979"/>
                  </a:cubicBezTo>
                  <a:cubicBezTo>
                    <a:pt x="139083" y="348353"/>
                    <a:pt x="85618" y="293037"/>
                    <a:pt x="64475" y="261321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/>
                <p:nvPr/>
              </p:nvSpPr>
              <p:spPr>
                <a:xfrm>
                  <a:off x="33810258" y="22776994"/>
                  <a:ext cx="527668" cy="602998"/>
                </a:xfrm>
                <a:custGeom>
                  <a:avLst/>
                  <a:gdLst>
                    <a:gd name="connsiteX0" fmla="*/ 0 w 482636"/>
                    <a:gd name="connsiteY0" fmla="*/ 0 h 478464"/>
                    <a:gd name="connsiteX1" fmla="*/ 482636 w 482636"/>
                    <a:gd name="connsiteY1" fmla="*/ 0 h 478464"/>
                    <a:gd name="connsiteX2" fmla="*/ 482636 w 482636"/>
                    <a:gd name="connsiteY2" fmla="*/ 478464 h 478464"/>
                    <a:gd name="connsiteX3" fmla="*/ 0 w 482636"/>
                    <a:gd name="connsiteY3" fmla="*/ 478464 h 478464"/>
                    <a:gd name="connsiteX4" fmla="*/ 0 w 482636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636" h="478464" extrusionOk="0">
                      <a:moveTo>
                        <a:pt x="0" y="0"/>
                      </a:moveTo>
                      <a:cubicBezTo>
                        <a:pt x="174232" y="88"/>
                        <a:pt x="249381" y="-4106"/>
                        <a:pt x="482636" y="0"/>
                      </a:cubicBezTo>
                      <a:cubicBezTo>
                        <a:pt x="488307" y="156316"/>
                        <a:pt x="493188" y="371732"/>
                        <a:pt x="482636" y="478464"/>
                      </a:cubicBezTo>
                      <a:cubicBezTo>
                        <a:pt x="253992" y="468640"/>
                        <a:pt x="121306" y="472555"/>
                        <a:pt x="0" y="478464"/>
                      </a:cubicBezTo>
                      <a:cubicBezTo>
                        <a:pt x="4902" y="348491"/>
                        <a:pt x="1437" y="1538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𝑑</m:t>
                            </m:r>
                          </m:e>
                          <m:sub>
                            <m:r>
                              <a:rPr lang="en-US" sz="2509"/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10258" y="22776994"/>
                  <a:ext cx="527668" cy="602998"/>
                </a:xfrm>
                <a:prstGeom prst="rect">
                  <a:avLst/>
                </a:prstGeom>
                <a:blipFill>
                  <a:blip r:embed="rId60"/>
                  <a:stretch>
                    <a:fillRect l="-4762"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0 w 482636"/>
                            <a:gd name="connsiteY0" fmla="*/ 0 h 478464"/>
                            <a:gd name="connsiteX1" fmla="*/ 482636 w 482636"/>
                            <a:gd name="connsiteY1" fmla="*/ 0 h 478464"/>
                            <a:gd name="connsiteX2" fmla="*/ 482636 w 482636"/>
                            <a:gd name="connsiteY2" fmla="*/ 478464 h 478464"/>
                            <a:gd name="connsiteX3" fmla="*/ 0 w 482636"/>
                            <a:gd name="connsiteY3" fmla="*/ 478464 h 478464"/>
                            <a:gd name="connsiteX4" fmla="*/ 0 w 482636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82636" h="478464" extrusionOk="0">
                              <a:moveTo>
                                <a:pt x="0" y="0"/>
                              </a:moveTo>
                              <a:cubicBezTo>
                                <a:pt x="174232" y="88"/>
                                <a:pt x="249381" y="-4106"/>
                                <a:pt x="482636" y="0"/>
                              </a:cubicBezTo>
                              <a:cubicBezTo>
                                <a:pt x="488307" y="156316"/>
                                <a:pt x="493188" y="371732"/>
                                <a:pt x="482636" y="478464"/>
                              </a:cubicBezTo>
                              <a:cubicBezTo>
                                <a:pt x="253992" y="468640"/>
                                <a:pt x="121306" y="472555"/>
                                <a:pt x="0" y="478464"/>
                              </a:cubicBezTo>
                              <a:cubicBezTo>
                                <a:pt x="4902" y="348491"/>
                                <a:pt x="1437" y="1538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0" name="TextBox 409">
            <a:extLst>
              <a:ext uri="{FF2B5EF4-FFF2-40B4-BE49-F238E27FC236}">
                <a16:creationId xmlns:a16="http://schemas.microsoft.com/office/drawing/2014/main" id="{DC092043-F98F-06A5-A21C-7B185E593388}"/>
              </a:ext>
            </a:extLst>
          </p:cNvPr>
          <p:cNvSpPr txBox="1"/>
          <p:nvPr/>
        </p:nvSpPr>
        <p:spPr>
          <a:xfrm>
            <a:off x="29732724" y="14394568"/>
            <a:ext cx="1970726" cy="48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60" dirty="0">
                <a:latin typeface="Cambria Math" panose="02040503050406030204" pitchFamily="18" charset="0"/>
                <a:ea typeface="Cambria Math" panose="02040503050406030204" pitchFamily="18" charset="0"/>
              </a:rPr>
              <a:t>examples</a:t>
            </a:r>
            <a:endParaRPr lang="en-US" sz="256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BE5DC0A2-6793-7459-F7F0-AAEEB2378931}"/>
              </a:ext>
            </a:extLst>
          </p:cNvPr>
          <p:cNvSpPr txBox="1"/>
          <p:nvPr/>
        </p:nvSpPr>
        <p:spPr>
          <a:xfrm>
            <a:off x="29738257" y="13415215"/>
            <a:ext cx="2176418" cy="486287"/>
          </a:xfrm>
          <a:custGeom>
            <a:avLst/>
            <a:gdLst>
              <a:gd name="connsiteX0" fmla="*/ 0 w 2176418"/>
              <a:gd name="connsiteY0" fmla="*/ 0 h 486287"/>
              <a:gd name="connsiteX1" fmla="*/ 478812 w 2176418"/>
              <a:gd name="connsiteY1" fmla="*/ 0 h 486287"/>
              <a:gd name="connsiteX2" fmla="*/ 1022916 w 2176418"/>
              <a:gd name="connsiteY2" fmla="*/ 0 h 486287"/>
              <a:gd name="connsiteX3" fmla="*/ 1610549 w 2176418"/>
              <a:gd name="connsiteY3" fmla="*/ 0 h 486287"/>
              <a:gd name="connsiteX4" fmla="*/ 2176418 w 2176418"/>
              <a:gd name="connsiteY4" fmla="*/ 0 h 486287"/>
              <a:gd name="connsiteX5" fmla="*/ 2176418 w 2176418"/>
              <a:gd name="connsiteY5" fmla="*/ 486287 h 486287"/>
              <a:gd name="connsiteX6" fmla="*/ 1588785 w 2176418"/>
              <a:gd name="connsiteY6" fmla="*/ 486287 h 486287"/>
              <a:gd name="connsiteX7" fmla="*/ 1088209 w 2176418"/>
              <a:gd name="connsiteY7" fmla="*/ 486287 h 486287"/>
              <a:gd name="connsiteX8" fmla="*/ 500576 w 2176418"/>
              <a:gd name="connsiteY8" fmla="*/ 486287 h 486287"/>
              <a:gd name="connsiteX9" fmla="*/ 0 w 2176418"/>
              <a:gd name="connsiteY9" fmla="*/ 486287 h 486287"/>
              <a:gd name="connsiteX10" fmla="*/ 0 w 2176418"/>
              <a:gd name="connsiteY10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76418" h="486287" extrusionOk="0">
                <a:moveTo>
                  <a:pt x="0" y="0"/>
                </a:moveTo>
                <a:cubicBezTo>
                  <a:pt x="210098" y="-19704"/>
                  <a:pt x="288894" y="33832"/>
                  <a:pt x="478812" y="0"/>
                </a:cubicBezTo>
                <a:cubicBezTo>
                  <a:pt x="668730" y="-33832"/>
                  <a:pt x="757009" y="54954"/>
                  <a:pt x="1022916" y="0"/>
                </a:cubicBezTo>
                <a:cubicBezTo>
                  <a:pt x="1288823" y="-54954"/>
                  <a:pt x="1341581" y="15767"/>
                  <a:pt x="1610549" y="0"/>
                </a:cubicBezTo>
                <a:cubicBezTo>
                  <a:pt x="1879517" y="-15767"/>
                  <a:pt x="2003461" y="3253"/>
                  <a:pt x="2176418" y="0"/>
                </a:cubicBezTo>
                <a:cubicBezTo>
                  <a:pt x="2232098" y="231085"/>
                  <a:pt x="2132399" y="360154"/>
                  <a:pt x="2176418" y="486287"/>
                </a:cubicBezTo>
                <a:cubicBezTo>
                  <a:pt x="1898536" y="541273"/>
                  <a:pt x="1735818" y="463245"/>
                  <a:pt x="1588785" y="486287"/>
                </a:cubicBezTo>
                <a:cubicBezTo>
                  <a:pt x="1441752" y="509329"/>
                  <a:pt x="1203247" y="481428"/>
                  <a:pt x="1088209" y="486287"/>
                </a:cubicBezTo>
                <a:cubicBezTo>
                  <a:pt x="973171" y="491146"/>
                  <a:pt x="717079" y="474862"/>
                  <a:pt x="500576" y="486287"/>
                </a:cubicBezTo>
                <a:cubicBezTo>
                  <a:pt x="284073" y="497712"/>
                  <a:pt x="101191" y="443384"/>
                  <a:pt x="0" y="486287"/>
                </a:cubicBezTo>
                <a:cubicBezTo>
                  <a:pt x="-32834" y="332282"/>
                  <a:pt x="53823" y="201089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43227993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latin typeface="Cambria Math" panose="02040503050406030204" pitchFamily="18" charset="0"/>
                <a:ea typeface="Cambria Math" panose="02040503050406030204" pitchFamily="18" charset="0"/>
              </a:rPr>
              <a:t>non-matching</a:t>
            </a:r>
            <a:endParaRPr lang="en-US" sz="256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84D11F15-C9D1-CC54-F526-D268B18C1187}"/>
              </a:ext>
            </a:extLst>
          </p:cNvPr>
          <p:cNvSpPr txBox="1"/>
          <p:nvPr/>
        </p:nvSpPr>
        <p:spPr>
          <a:xfrm>
            <a:off x="29747274" y="13945309"/>
            <a:ext cx="1565380" cy="486287"/>
          </a:xfrm>
          <a:custGeom>
            <a:avLst/>
            <a:gdLst>
              <a:gd name="connsiteX0" fmla="*/ 0 w 1565380"/>
              <a:gd name="connsiteY0" fmla="*/ 0 h 486287"/>
              <a:gd name="connsiteX1" fmla="*/ 553101 w 1565380"/>
              <a:gd name="connsiteY1" fmla="*/ 0 h 486287"/>
              <a:gd name="connsiteX2" fmla="*/ 1074894 w 1565380"/>
              <a:gd name="connsiteY2" fmla="*/ 0 h 486287"/>
              <a:gd name="connsiteX3" fmla="*/ 1565380 w 1565380"/>
              <a:gd name="connsiteY3" fmla="*/ 0 h 486287"/>
              <a:gd name="connsiteX4" fmla="*/ 1565380 w 1565380"/>
              <a:gd name="connsiteY4" fmla="*/ 486287 h 486287"/>
              <a:gd name="connsiteX5" fmla="*/ 1012279 w 1565380"/>
              <a:gd name="connsiteY5" fmla="*/ 486287 h 486287"/>
              <a:gd name="connsiteX6" fmla="*/ 459178 w 1565380"/>
              <a:gd name="connsiteY6" fmla="*/ 486287 h 486287"/>
              <a:gd name="connsiteX7" fmla="*/ 0 w 1565380"/>
              <a:gd name="connsiteY7" fmla="*/ 486287 h 486287"/>
              <a:gd name="connsiteX8" fmla="*/ 0 w 1565380"/>
              <a:gd name="connsiteY8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380" h="486287" extrusionOk="0">
                <a:moveTo>
                  <a:pt x="0" y="0"/>
                </a:moveTo>
                <a:cubicBezTo>
                  <a:pt x="165065" y="3346"/>
                  <a:pt x="406601" y="19"/>
                  <a:pt x="553101" y="0"/>
                </a:cubicBezTo>
                <a:cubicBezTo>
                  <a:pt x="699601" y="-19"/>
                  <a:pt x="959497" y="703"/>
                  <a:pt x="1074894" y="0"/>
                </a:cubicBezTo>
                <a:cubicBezTo>
                  <a:pt x="1190291" y="-703"/>
                  <a:pt x="1460729" y="1757"/>
                  <a:pt x="1565380" y="0"/>
                </a:cubicBezTo>
                <a:cubicBezTo>
                  <a:pt x="1542331" y="211991"/>
                  <a:pt x="1583037" y="306808"/>
                  <a:pt x="1565380" y="486287"/>
                </a:cubicBezTo>
                <a:cubicBezTo>
                  <a:pt x="1346136" y="461354"/>
                  <a:pt x="1275618" y="463793"/>
                  <a:pt x="1012279" y="486287"/>
                </a:cubicBezTo>
                <a:cubicBezTo>
                  <a:pt x="748940" y="508781"/>
                  <a:pt x="656618" y="465570"/>
                  <a:pt x="459178" y="486287"/>
                </a:cubicBezTo>
                <a:cubicBezTo>
                  <a:pt x="261738" y="507004"/>
                  <a:pt x="103434" y="470432"/>
                  <a:pt x="0" y="486287"/>
                </a:cubicBezTo>
                <a:cubicBezTo>
                  <a:pt x="-17086" y="320250"/>
                  <a:pt x="-3871" y="114010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extLst>
              <a:ext uri="{C807C97D-BFC1-408E-A445-0C87EB9F89A2}">
                <ask:lineSketchStyleProps xmlns:ask="http://schemas.microsoft.com/office/drawing/2018/sketchyshapes" sd="66824711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latin typeface="Cambria Math" panose="02040503050406030204" pitchFamily="18" charset="0"/>
                <a:ea typeface="Cambria Math" panose="02040503050406030204" pitchFamily="18" charset="0"/>
              </a:rPr>
              <a:t>matching</a:t>
            </a:r>
            <a:endParaRPr lang="en-US" sz="256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E30FB89F-3629-59F8-A1AA-ECF67489CF59}"/>
              </a:ext>
            </a:extLst>
          </p:cNvPr>
          <p:cNvSpPr txBox="1"/>
          <p:nvPr/>
        </p:nvSpPr>
        <p:spPr>
          <a:xfrm>
            <a:off x="3815703" y="8208345"/>
            <a:ext cx="598241" cy="708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2" b="1" dirty="0"/>
              <a:t>a)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4AA687F9-94D0-BFA2-8E1D-39A5D95459A8}"/>
              </a:ext>
            </a:extLst>
          </p:cNvPr>
          <p:cNvSpPr txBox="1"/>
          <p:nvPr/>
        </p:nvSpPr>
        <p:spPr>
          <a:xfrm>
            <a:off x="25349839" y="8488106"/>
            <a:ext cx="620683" cy="708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2" b="1" dirty="0"/>
              <a:t>b)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DBB7863-F65D-EC02-F23C-1B7762E48A6F}"/>
              </a:ext>
            </a:extLst>
          </p:cNvPr>
          <p:cNvCxnSpPr>
            <a:cxnSpLocks/>
          </p:cNvCxnSpPr>
          <p:nvPr/>
        </p:nvCxnSpPr>
        <p:spPr>
          <a:xfrm>
            <a:off x="29924997" y="12885538"/>
            <a:ext cx="186325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1A67B12-8591-301A-35C0-D682D3F62924}"/>
              </a:ext>
            </a:extLst>
          </p:cNvPr>
          <p:cNvCxnSpPr>
            <a:cxnSpLocks/>
          </p:cNvCxnSpPr>
          <p:nvPr/>
        </p:nvCxnSpPr>
        <p:spPr>
          <a:xfrm flipV="1">
            <a:off x="25795709" y="10846601"/>
            <a:ext cx="639952" cy="2401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948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3056930" y="8579406"/>
            <a:ext cx="7187410" cy="6015456"/>
            <a:chOff x="26065361" y="17237100"/>
            <a:chExt cx="8984262" cy="7519321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519321"/>
              <a:chOff x="26432895" y="15082907"/>
              <a:chExt cx="8984262" cy="751932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3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3"/>
                    <a:ext cx="1120139" cy="79252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39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79252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8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5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5"/>
                    <a:ext cx="1120139" cy="79252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79252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79252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79252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2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2"/>
                    <a:ext cx="1120139" cy="79252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3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3"/>
                    <a:ext cx="1120139" cy="79252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79252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8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8"/>
                    <a:ext cx="1120139" cy="79252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79252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79252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5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3520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5"/>
                    <a:ext cx="1120139" cy="79252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5" name="Freeform 204">
            <a:extLst>
              <a:ext uri="{FF2B5EF4-FFF2-40B4-BE49-F238E27FC236}">
                <a16:creationId xmlns:a16="http://schemas.microsoft.com/office/drawing/2014/main" id="{7C7B1F9C-306C-CB0F-AA78-9132A454C166}"/>
              </a:ext>
            </a:extLst>
          </p:cNvPr>
          <p:cNvSpPr/>
          <p:nvPr/>
        </p:nvSpPr>
        <p:spPr>
          <a:xfrm>
            <a:off x="16616614" y="10760796"/>
            <a:ext cx="1542927" cy="3164722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E172CB8B-DF47-B87B-14C9-D27C5DF29607}"/>
              </a:ext>
            </a:extLst>
          </p:cNvPr>
          <p:cNvSpPr/>
          <p:nvPr/>
        </p:nvSpPr>
        <p:spPr>
          <a:xfrm>
            <a:off x="16042595" y="1123699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9A81C14B-D74D-6674-8311-D7CE9666CE9D}"/>
              </a:ext>
            </a:extLst>
          </p:cNvPr>
          <p:cNvSpPr/>
          <p:nvPr/>
        </p:nvSpPr>
        <p:spPr>
          <a:xfrm>
            <a:off x="16603228" y="9538644"/>
            <a:ext cx="689413" cy="147882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887626C-12C3-EBF1-B4B8-B9FB3169E6B6}"/>
              </a:ext>
            </a:extLst>
          </p:cNvPr>
          <p:cNvSpPr/>
          <p:nvPr/>
        </p:nvSpPr>
        <p:spPr>
          <a:xfrm>
            <a:off x="17282657" y="9578691"/>
            <a:ext cx="2238121" cy="4346299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F3F1530-E31F-7DB4-DE6D-4A5333766EC2}"/>
              </a:ext>
            </a:extLst>
          </p:cNvPr>
          <p:cNvSpPr/>
          <p:nvPr/>
        </p:nvSpPr>
        <p:spPr>
          <a:xfrm>
            <a:off x="17210609" y="948925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D653778-EBE0-DC35-C099-A0CE2810FCE7}"/>
              </a:ext>
            </a:extLst>
          </p:cNvPr>
          <p:cNvCxnSpPr>
            <a:cxnSpLocks/>
          </p:cNvCxnSpPr>
          <p:nvPr/>
        </p:nvCxnSpPr>
        <p:spPr>
          <a:xfrm>
            <a:off x="16603226" y="11058255"/>
            <a:ext cx="0" cy="6935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A422B2FA-7427-6AB2-C19D-3807ECC887DA}"/>
              </a:ext>
            </a:extLst>
          </p:cNvPr>
          <p:cNvCxnSpPr>
            <a:cxnSpLocks/>
          </p:cNvCxnSpPr>
          <p:nvPr/>
        </p:nvCxnSpPr>
        <p:spPr>
          <a:xfrm>
            <a:off x="16114633" y="11371910"/>
            <a:ext cx="0" cy="3799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/>
              <p:nvPr/>
            </p:nvSpPr>
            <p:spPr>
              <a:xfrm>
                <a:off x="15683363" y="11353110"/>
                <a:ext cx="568909" cy="634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52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520" dirty="0"/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3363" y="11353110"/>
                <a:ext cx="568909" cy="6340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/>
              <p:nvPr/>
            </p:nvSpPr>
            <p:spPr>
              <a:xfrm>
                <a:off x="16021855" y="11122070"/>
                <a:ext cx="896111" cy="634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52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520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1855" y="11122070"/>
                <a:ext cx="896111" cy="634020"/>
              </a:xfrm>
              <a:prstGeom prst="rect">
                <a:avLst/>
              </a:prstGeom>
              <a:blipFill>
                <a:blip r:embed="rId16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Freeform 224">
            <a:extLst>
              <a:ext uri="{FF2B5EF4-FFF2-40B4-BE49-F238E27FC236}">
                <a16:creationId xmlns:a16="http://schemas.microsoft.com/office/drawing/2014/main" id="{7A71C6DA-5701-8784-883E-0BDA2B097A94}"/>
              </a:ext>
            </a:extLst>
          </p:cNvPr>
          <p:cNvSpPr/>
          <p:nvPr/>
        </p:nvSpPr>
        <p:spPr>
          <a:xfrm>
            <a:off x="14338119" y="11317859"/>
            <a:ext cx="1757921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15CB9122-FDB5-5607-CEC0-3B1E045CCEDF}"/>
              </a:ext>
            </a:extLst>
          </p:cNvPr>
          <p:cNvSpPr/>
          <p:nvPr/>
        </p:nvSpPr>
        <p:spPr>
          <a:xfrm>
            <a:off x="15992332" y="11325808"/>
            <a:ext cx="708237" cy="2601086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E450F4FB-C17C-7685-4B27-826CA1457E02}"/>
              </a:ext>
            </a:extLst>
          </p:cNvPr>
          <p:cNvSpPr/>
          <p:nvPr/>
        </p:nvSpPr>
        <p:spPr>
          <a:xfrm>
            <a:off x="16127856" y="10840596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841E3BC-1148-2275-5444-E9C42649D63D}"/>
              </a:ext>
            </a:extLst>
          </p:cNvPr>
          <p:cNvSpPr/>
          <p:nvPr/>
        </p:nvSpPr>
        <p:spPr>
          <a:xfrm>
            <a:off x="16537208" y="1075611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520"/>
          </a:p>
        </p:txBody>
      </p: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0F183F7A-4CF6-E37C-AF4E-2AC103A2E377}"/>
              </a:ext>
            </a:extLst>
          </p:cNvPr>
          <p:cNvGrpSpPr/>
          <p:nvPr/>
        </p:nvGrpSpPr>
        <p:grpSpPr>
          <a:xfrm>
            <a:off x="3748260" y="8978078"/>
            <a:ext cx="7898462" cy="5973107"/>
            <a:chOff x="9476775" y="15464003"/>
            <a:chExt cx="8661380" cy="657804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EC1CD09-69AE-FED9-53B5-7D7D86FF6890}"/>
                </a:ext>
              </a:extLst>
            </p:cNvPr>
            <p:cNvGrpSpPr/>
            <p:nvPr/>
          </p:nvGrpSpPr>
          <p:grpSpPr>
            <a:xfrm>
              <a:off x="9476775" y="15464003"/>
              <a:ext cx="8661380" cy="6578047"/>
              <a:chOff x="16497732" y="9281963"/>
              <a:chExt cx="8661380" cy="6578047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C2EC489-2A42-1B7C-9CCB-1ADD2DFB1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98166" y="11585780"/>
                <a:ext cx="1011513" cy="19993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C53475FC-066F-E698-8B7C-0FA6BD7A33DB}"/>
                  </a:ext>
                </a:extLst>
              </p:cNvPr>
              <p:cNvGrpSpPr/>
              <p:nvPr/>
            </p:nvGrpSpPr>
            <p:grpSpPr>
              <a:xfrm>
                <a:off x="16497732" y="9281963"/>
                <a:ext cx="8661380" cy="6578047"/>
                <a:chOff x="16497732" y="9281963"/>
                <a:chExt cx="8661380" cy="657804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97732" y="12145091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497732" y="12145091"/>
                      <a:ext cx="1120139" cy="698232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39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38973" y="12530480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38973" y="12530480"/>
                      <a:ext cx="1120139" cy="69823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39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99069" y="9669411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499069" y="9669411"/>
                      <a:ext cx="1120139" cy="698232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b="-117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94135" y="12079102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94135" y="12079102"/>
                      <a:ext cx="1120139" cy="698232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117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83738" y="11829807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83738" y="11829807"/>
                      <a:ext cx="1120139" cy="6982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17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325133" y="15092834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52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325133" y="15092834"/>
                      <a:ext cx="1120139" cy="6982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50972" y="15135141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52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50972" y="15135141"/>
                      <a:ext cx="1120139" cy="6982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601914" y="15148021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52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601914" y="15148021"/>
                      <a:ext cx="1120139" cy="69823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22750" y="15161778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52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22750" y="15161778"/>
                      <a:ext cx="1120139" cy="69823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12689" y="13957927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2689" y="13957927"/>
                      <a:ext cx="1120139" cy="69823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b="-980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830833" y="14179572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30833" y="14179572"/>
                      <a:ext cx="1120139" cy="698232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b="-117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838098" y="14337996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838098" y="14337996"/>
                      <a:ext cx="1120139" cy="698232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b="-980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953566" y="14379731"/>
                      <a:ext cx="1120139" cy="6982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52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352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520" dirty="0"/>
                    </a:p>
                  </p:txBody>
                </p:sp>
              </mc:Choice>
              <mc:Fallback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953566" y="14379731"/>
                      <a:ext cx="1120139" cy="698232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b="-980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1DEAF26C-A878-E0E9-E8BD-4375E8404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9" y="11620740"/>
                  <a:ext cx="0" cy="176642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5DF0A54-3F6A-7D43-CE93-76FD3A4701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399" y="11586775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7915849-AC29-B27E-B21C-C62B2B4627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225" y="13391537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EF4F526-A59A-7096-0CAE-12B496A96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741" y="11593562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756B8FB-4E38-AC2A-C5F6-F987488FB8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567" y="14485724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1D0E504-9ADF-B3C1-1E15-9F2E186593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203662" y="11593562"/>
                  <a:ext cx="0" cy="289216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945EDBD-9A4A-6482-DBE7-61E440967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277952" y="13387162"/>
                  <a:ext cx="18288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BBB3F21-B055-71A3-1227-F3822C9AC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25354" y="11586775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027536B-8A5F-2399-F6B7-60BFF1C27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58236" y="14480009"/>
                  <a:ext cx="1775014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B6151E3E-7A3A-AC85-53CC-B2512DC4F0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437623" y="13387162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B8F9C79-712B-58DE-E5A1-3CCCF0FE9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277952" y="11571156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0622B9C9-6386-721D-395B-97AED44EE5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0047844" y="11574012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A02F619-BC8F-1904-A31C-0CC9799035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353915" y="13396044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3D32B1D7-27C5-1BD8-0BCC-5A89CC0A5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87657" y="13416280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2ED2101-2CBE-028B-36F6-9B399DE8B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73583" y="13402275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2C47EEFD-AE59-BFB6-1C79-A851465B9E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8" y="1513932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E354A31-A94D-BC2A-0BC2-9D0BD7035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985167" y="1513125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E510F09-A4B6-A0FE-E7FB-C45DAB1AF5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601914" y="1513833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1E0712F-C195-ACE6-54EE-D1E7DF276A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081574" y="15132921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04DB82D-5691-25C9-33F5-143D28E371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617750" y="9293142"/>
                  <a:ext cx="16173" cy="229064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809FF35-2DEA-68D8-449A-6F9E8374C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91025" y="9281963"/>
                  <a:ext cx="8790" cy="230820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5E246F7-5789-7ADA-5010-DB6903331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68960" y="11571156"/>
                  <a:ext cx="1779474" cy="35960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64B0CBD6-C591-17CB-65A2-783E8DE384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657489" y="13567925"/>
                  <a:ext cx="754868" cy="157140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1ECE8FF-FFEA-057A-692A-62250391B6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54886" y="14469705"/>
                  <a:ext cx="300620" cy="6792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432CF4C8-3A1F-6219-5476-163D5E32DE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62623" y="14511440"/>
                  <a:ext cx="293460" cy="6246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C1DDCB46-CB12-113B-A9FB-13F5F2A244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17750" y="9301129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AA0535BF-18CF-E623-651C-6F412251DB9B}"/>
                </a:ext>
              </a:extLst>
            </p:cNvPr>
            <p:cNvSpPr/>
            <p:nvPr/>
          </p:nvSpPr>
          <p:spPr>
            <a:xfrm>
              <a:off x="15671040" y="20111303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6A5B086-009B-DB15-ABD9-B7B102D21DAE}"/>
                </a:ext>
              </a:extLst>
            </p:cNvPr>
            <p:cNvCxnSpPr>
              <a:cxnSpLocks/>
            </p:cNvCxnSpPr>
            <p:nvPr/>
          </p:nvCxnSpPr>
          <p:spPr>
            <a:xfrm>
              <a:off x="15800284" y="20222251"/>
              <a:ext cx="0" cy="443387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52711FB9-1E8A-526E-2D01-FE60E4FF6D1E}"/>
                </a:ext>
              </a:extLst>
            </p:cNvPr>
            <p:cNvCxnSpPr>
              <a:cxnSpLocks/>
            </p:cNvCxnSpPr>
            <p:nvPr/>
          </p:nvCxnSpPr>
          <p:spPr>
            <a:xfrm>
              <a:off x="13604375" y="17118556"/>
              <a:ext cx="0" cy="651812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/>
                <p:nvPr/>
              </p:nvSpPr>
              <p:spPr>
                <a:xfrm>
                  <a:off x="13092337" y="17217354"/>
                  <a:ext cx="711134" cy="6982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520" dirty="0"/>
                </a:p>
              </p:txBody>
            </p:sp>
          </mc:Choice>
          <mc:Fallback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92337" y="17217354"/>
                  <a:ext cx="711134" cy="6982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/>
                <p:nvPr/>
              </p:nvSpPr>
              <p:spPr>
                <a:xfrm>
                  <a:off x="15761093" y="20018977"/>
                  <a:ext cx="1120139" cy="6982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3520" dirty="0"/>
                </a:p>
              </p:txBody>
            </p:sp>
          </mc:Choice>
          <mc:Fallback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61093" y="20018977"/>
                  <a:ext cx="1120139" cy="698232"/>
                </a:xfrm>
                <a:prstGeom prst="rect">
                  <a:avLst/>
                </a:prstGeom>
                <a:blipFill>
                  <a:blip r:embed="rId31"/>
                  <a:stretch>
                    <a:fillRect b="-11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5A9F4E1B-EDD1-65E4-6820-7E4D02FA54C9}"/>
                </a:ext>
              </a:extLst>
            </p:cNvPr>
            <p:cNvSpPr/>
            <p:nvPr/>
          </p:nvSpPr>
          <p:spPr>
            <a:xfrm>
              <a:off x="15120088" y="20246347"/>
              <a:ext cx="650623" cy="1060274"/>
            </a:xfrm>
            <a:custGeom>
              <a:avLst/>
              <a:gdLst>
                <a:gd name="connsiteX0" fmla="*/ 0 w 580913"/>
                <a:gd name="connsiteY0" fmla="*/ 946673 h 946673"/>
                <a:gd name="connsiteX1" fmla="*/ 75303 w 580913"/>
                <a:gd name="connsiteY1" fmla="*/ 828339 h 946673"/>
                <a:gd name="connsiteX2" fmla="*/ 86061 w 580913"/>
                <a:gd name="connsiteY2" fmla="*/ 785309 h 946673"/>
                <a:gd name="connsiteX3" fmla="*/ 96819 w 580913"/>
                <a:gd name="connsiteY3" fmla="*/ 753036 h 946673"/>
                <a:gd name="connsiteX4" fmla="*/ 376518 w 580913"/>
                <a:gd name="connsiteY4" fmla="*/ 247426 h 946673"/>
                <a:gd name="connsiteX5" fmla="*/ 537882 w 580913"/>
                <a:gd name="connsiteY5" fmla="*/ 96819 h 946673"/>
                <a:gd name="connsiteX6" fmla="*/ 570155 w 580913"/>
                <a:gd name="connsiteY6" fmla="*/ 32273 h 946673"/>
                <a:gd name="connsiteX7" fmla="*/ 580913 w 580913"/>
                <a:gd name="connsiteY7" fmla="*/ 0 h 94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0913" h="946673">
                  <a:moveTo>
                    <a:pt x="0" y="946673"/>
                  </a:moveTo>
                  <a:cubicBezTo>
                    <a:pt x="27365" y="908362"/>
                    <a:pt x="58576" y="872945"/>
                    <a:pt x="75303" y="828339"/>
                  </a:cubicBezTo>
                  <a:cubicBezTo>
                    <a:pt x="80494" y="814496"/>
                    <a:pt x="81999" y="799525"/>
                    <a:pt x="86061" y="785309"/>
                  </a:cubicBezTo>
                  <a:cubicBezTo>
                    <a:pt x="89176" y="774406"/>
                    <a:pt x="93835" y="763976"/>
                    <a:pt x="96819" y="753036"/>
                  </a:cubicBezTo>
                  <a:cubicBezTo>
                    <a:pt x="149885" y="558463"/>
                    <a:pt x="148792" y="410088"/>
                    <a:pt x="376518" y="247426"/>
                  </a:cubicBezTo>
                  <a:cubicBezTo>
                    <a:pt x="458984" y="188522"/>
                    <a:pt x="470486" y="188723"/>
                    <a:pt x="537882" y="96819"/>
                  </a:cubicBezTo>
                  <a:cubicBezTo>
                    <a:pt x="552107" y="77421"/>
                    <a:pt x="560385" y="54255"/>
                    <a:pt x="570155" y="32273"/>
                  </a:cubicBezTo>
                  <a:cubicBezTo>
                    <a:pt x="574760" y="21911"/>
                    <a:pt x="580913" y="0"/>
                    <a:pt x="580913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E5A88CE0-ED82-AF0B-0710-4BFEA3B19BF9}"/>
                </a:ext>
              </a:extLst>
            </p:cNvPr>
            <p:cNvSpPr/>
            <p:nvPr/>
          </p:nvSpPr>
          <p:spPr>
            <a:xfrm>
              <a:off x="15794805" y="20222251"/>
              <a:ext cx="819302" cy="1072323"/>
            </a:xfrm>
            <a:custGeom>
              <a:avLst/>
              <a:gdLst>
                <a:gd name="connsiteX0" fmla="*/ 0 w 731520"/>
                <a:gd name="connsiteY0" fmla="*/ 0 h 957431"/>
                <a:gd name="connsiteX1" fmla="*/ 86061 w 731520"/>
                <a:gd name="connsiteY1" fmla="*/ 53788 h 957431"/>
                <a:gd name="connsiteX2" fmla="*/ 129092 w 731520"/>
                <a:gd name="connsiteY2" fmla="*/ 75304 h 957431"/>
                <a:gd name="connsiteX3" fmla="*/ 172122 w 731520"/>
                <a:gd name="connsiteY3" fmla="*/ 118334 h 957431"/>
                <a:gd name="connsiteX4" fmla="*/ 236668 w 731520"/>
                <a:gd name="connsiteY4" fmla="*/ 172123 h 957431"/>
                <a:gd name="connsiteX5" fmla="*/ 268941 w 731520"/>
                <a:gd name="connsiteY5" fmla="*/ 225911 h 957431"/>
                <a:gd name="connsiteX6" fmla="*/ 290457 w 731520"/>
                <a:gd name="connsiteY6" fmla="*/ 311972 h 957431"/>
                <a:gd name="connsiteX7" fmla="*/ 311972 w 731520"/>
                <a:gd name="connsiteY7" fmla="*/ 484094 h 957431"/>
                <a:gd name="connsiteX8" fmla="*/ 333487 w 731520"/>
                <a:gd name="connsiteY8" fmla="*/ 548640 h 957431"/>
                <a:gd name="connsiteX9" fmla="*/ 398033 w 731520"/>
                <a:gd name="connsiteY9" fmla="*/ 613186 h 957431"/>
                <a:gd name="connsiteX10" fmla="*/ 419548 w 731520"/>
                <a:gd name="connsiteY10" fmla="*/ 645459 h 957431"/>
                <a:gd name="connsiteX11" fmla="*/ 451821 w 731520"/>
                <a:gd name="connsiteY11" fmla="*/ 666974 h 957431"/>
                <a:gd name="connsiteX12" fmla="*/ 505610 w 731520"/>
                <a:gd name="connsiteY12" fmla="*/ 710005 h 957431"/>
                <a:gd name="connsiteX13" fmla="*/ 559398 w 731520"/>
                <a:gd name="connsiteY13" fmla="*/ 753035 h 957431"/>
                <a:gd name="connsiteX14" fmla="*/ 580913 w 731520"/>
                <a:gd name="connsiteY14" fmla="*/ 774551 h 957431"/>
                <a:gd name="connsiteX15" fmla="*/ 613186 w 731520"/>
                <a:gd name="connsiteY15" fmla="*/ 796066 h 957431"/>
                <a:gd name="connsiteX16" fmla="*/ 645459 w 731520"/>
                <a:gd name="connsiteY16" fmla="*/ 860612 h 957431"/>
                <a:gd name="connsiteX17" fmla="*/ 688490 w 731520"/>
                <a:gd name="connsiteY17" fmla="*/ 914400 h 957431"/>
                <a:gd name="connsiteX18" fmla="*/ 731520 w 731520"/>
                <a:gd name="connsiteY18" fmla="*/ 957431 h 957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1520" h="957431">
                  <a:moveTo>
                    <a:pt x="0" y="0"/>
                  </a:moveTo>
                  <a:cubicBezTo>
                    <a:pt x="28687" y="17929"/>
                    <a:pt x="56840" y="36742"/>
                    <a:pt x="86061" y="53788"/>
                  </a:cubicBezTo>
                  <a:cubicBezTo>
                    <a:pt x="99913" y="61868"/>
                    <a:pt x="116263" y="65682"/>
                    <a:pt x="129092" y="75304"/>
                  </a:cubicBezTo>
                  <a:cubicBezTo>
                    <a:pt x="145320" y="87475"/>
                    <a:pt x="156721" y="105133"/>
                    <a:pt x="172122" y="118334"/>
                  </a:cubicBezTo>
                  <a:cubicBezTo>
                    <a:pt x="276961" y="208197"/>
                    <a:pt x="124760" y="60215"/>
                    <a:pt x="236668" y="172123"/>
                  </a:cubicBezTo>
                  <a:cubicBezTo>
                    <a:pt x="267144" y="263546"/>
                    <a:pt x="224640" y="152075"/>
                    <a:pt x="268941" y="225911"/>
                  </a:cubicBezTo>
                  <a:cubicBezTo>
                    <a:pt x="278865" y="242452"/>
                    <a:pt x="288143" y="300402"/>
                    <a:pt x="290457" y="311972"/>
                  </a:cubicBezTo>
                  <a:cubicBezTo>
                    <a:pt x="295574" y="368268"/>
                    <a:pt x="296814" y="428514"/>
                    <a:pt x="311972" y="484094"/>
                  </a:cubicBezTo>
                  <a:cubicBezTo>
                    <a:pt x="317939" y="505974"/>
                    <a:pt x="317450" y="532603"/>
                    <a:pt x="333487" y="548640"/>
                  </a:cubicBezTo>
                  <a:cubicBezTo>
                    <a:pt x="355002" y="570155"/>
                    <a:pt x="381155" y="587869"/>
                    <a:pt x="398033" y="613186"/>
                  </a:cubicBezTo>
                  <a:cubicBezTo>
                    <a:pt x="405205" y="623944"/>
                    <a:pt x="410406" y="636317"/>
                    <a:pt x="419548" y="645459"/>
                  </a:cubicBezTo>
                  <a:cubicBezTo>
                    <a:pt x="428690" y="654601"/>
                    <a:pt x="441725" y="658897"/>
                    <a:pt x="451821" y="666974"/>
                  </a:cubicBezTo>
                  <a:cubicBezTo>
                    <a:pt x="528465" y="728289"/>
                    <a:pt x="406279" y="643785"/>
                    <a:pt x="505610" y="710005"/>
                  </a:cubicBezTo>
                  <a:cubicBezTo>
                    <a:pt x="548463" y="774285"/>
                    <a:pt x="501662" y="718393"/>
                    <a:pt x="559398" y="753035"/>
                  </a:cubicBezTo>
                  <a:cubicBezTo>
                    <a:pt x="568095" y="758253"/>
                    <a:pt x="572993" y="768215"/>
                    <a:pt x="580913" y="774551"/>
                  </a:cubicBezTo>
                  <a:cubicBezTo>
                    <a:pt x="591009" y="782628"/>
                    <a:pt x="602428" y="788894"/>
                    <a:pt x="613186" y="796066"/>
                  </a:cubicBezTo>
                  <a:cubicBezTo>
                    <a:pt x="674845" y="888556"/>
                    <a:pt x="600920" y="771535"/>
                    <a:pt x="645459" y="860612"/>
                  </a:cubicBezTo>
                  <a:cubicBezTo>
                    <a:pt x="667536" y="904765"/>
                    <a:pt x="661804" y="881044"/>
                    <a:pt x="688490" y="914400"/>
                  </a:cubicBezTo>
                  <a:cubicBezTo>
                    <a:pt x="723109" y="957673"/>
                    <a:pt x="693073" y="938206"/>
                    <a:pt x="731520" y="957431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AAB1A186-B50B-D2C2-DC09-60B06B7CA070}"/>
                </a:ext>
              </a:extLst>
            </p:cNvPr>
            <p:cNvSpPr/>
            <p:nvPr/>
          </p:nvSpPr>
          <p:spPr>
            <a:xfrm>
              <a:off x="14035718" y="16258273"/>
              <a:ext cx="1735873" cy="3927832"/>
            </a:xfrm>
            <a:custGeom>
              <a:avLst/>
              <a:gdLst>
                <a:gd name="connsiteX0" fmla="*/ 0 w 1549887"/>
                <a:gd name="connsiteY0" fmla="*/ 0 h 3506993"/>
                <a:gd name="connsiteX1" fmla="*/ 64546 w 1549887"/>
                <a:gd name="connsiteY1" fmla="*/ 75304 h 3506993"/>
                <a:gd name="connsiteX2" fmla="*/ 107576 w 1549887"/>
                <a:gd name="connsiteY2" fmla="*/ 118334 h 3506993"/>
                <a:gd name="connsiteX3" fmla="*/ 193637 w 1549887"/>
                <a:gd name="connsiteY3" fmla="*/ 247426 h 3506993"/>
                <a:gd name="connsiteX4" fmla="*/ 258183 w 1549887"/>
                <a:gd name="connsiteY4" fmla="*/ 333487 h 3506993"/>
                <a:gd name="connsiteX5" fmla="*/ 279698 w 1549887"/>
                <a:gd name="connsiteY5" fmla="*/ 376518 h 3506993"/>
                <a:gd name="connsiteX6" fmla="*/ 333487 w 1549887"/>
                <a:gd name="connsiteY6" fmla="*/ 473337 h 3506993"/>
                <a:gd name="connsiteX7" fmla="*/ 355002 w 1549887"/>
                <a:gd name="connsiteY7" fmla="*/ 527125 h 3506993"/>
                <a:gd name="connsiteX8" fmla="*/ 365760 w 1549887"/>
                <a:gd name="connsiteY8" fmla="*/ 559398 h 3506993"/>
                <a:gd name="connsiteX9" fmla="*/ 408790 w 1549887"/>
                <a:gd name="connsiteY9" fmla="*/ 645459 h 3506993"/>
                <a:gd name="connsiteX10" fmla="*/ 430306 w 1549887"/>
                <a:gd name="connsiteY10" fmla="*/ 688490 h 3506993"/>
                <a:gd name="connsiteX11" fmla="*/ 441063 w 1549887"/>
                <a:gd name="connsiteY11" fmla="*/ 720763 h 3506993"/>
                <a:gd name="connsiteX12" fmla="*/ 451821 w 1549887"/>
                <a:gd name="connsiteY12" fmla="*/ 763793 h 3506993"/>
                <a:gd name="connsiteX13" fmla="*/ 494851 w 1549887"/>
                <a:gd name="connsiteY13" fmla="*/ 849854 h 3506993"/>
                <a:gd name="connsiteX14" fmla="*/ 537882 w 1549887"/>
                <a:gd name="connsiteY14" fmla="*/ 946673 h 3506993"/>
                <a:gd name="connsiteX15" fmla="*/ 559397 w 1549887"/>
                <a:gd name="connsiteY15" fmla="*/ 978946 h 3506993"/>
                <a:gd name="connsiteX16" fmla="*/ 591670 w 1549887"/>
                <a:gd name="connsiteY16" fmla="*/ 1054250 h 3506993"/>
                <a:gd name="connsiteX17" fmla="*/ 613186 w 1549887"/>
                <a:gd name="connsiteY17" fmla="*/ 1086523 h 3506993"/>
                <a:gd name="connsiteX18" fmla="*/ 634701 w 1549887"/>
                <a:gd name="connsiteY18" fmla="*/ 1129553 h 3506993"/>
                <a:gd name="connsiteX19" fmla="*/ 666974 w 1549887"/>
                <a:gd name="connsiteY19" fmla="*/ 1161826 h 3506993"/>
                <a:gd name="connsiteX20" fmla="*/ 699247 w 1549887"/>
                <a:gd name="connsiteY20" fmla="*/ 1204857 h 3506993"/>
                <a:gd name="connsiteX21" fmla="*/ 763793 w 1549887"/>
                <a:gd name="connsiteY21" fmla="*/ 1301676 h 3506993"/>
                <a:gd name="connsiteX22" fmla="*/ 828338 w 1549887"/>
                <a:gd name="connsiteY22" fmla="*/ 1387737 h 3506993"/>
                <a:gd name="connsiteX23" fmla="*/ 871369 w 1549887"/>
                <a:gd name="connsiteY23" fmla="*/ 1473798 h 3506993"/>
                <a:gd name="connsiteX24" fmla="*/ 957430 w 1549887"/>
                <a:gd name="connsiteY24" fmla="*/ 1602890 h 3506993"/>
                <a:gd name="connsiteX25" fmla="*/ 968188 w 1549887"/>
                <a:gd name="connsiteY25" fmla="*/ 1645920 h 3506993"/>
                <a:gd name="connsiteX26" fmla="*/ 1000461 w 1549887"/>
                <a:gd name="connsiteY26" fmla="*/ 1688951 h 3506993"/>
                <a:gd name="connsiteX27" fmla="*/ 1021976 w 1549887"/>
                <a:gd name="connsiteY27" fmla="*/ 1721224 h 3506993"/>
                <a:gd name="connsiteX28" fmla="*/ 1054249 w 1549887"/>
                <a:gd name="connsiteY28" fmla="*/ 1785770 h 3506993"/>
                <a:gd name="connsiteX29" fmla="*/ 1075764 w 1549887"/>
                <a:gd name="connsiteY29" fmla="*/ 1850316 h 3506993"/>
                <a:gd name="connsiteX30" fmla="*/ 1086522 w 1549887"/>
                <a:gd name="connsiteY30" fmla="*/ 1882589 h 3506993"/>
                <a:gd name="connsiteX31" fmla="*/ 1108037 w 1549887"/>
                <a:gd name="connsiteY31" fmla="*/ 1914861 h 3506993"/>
                <a:gd name="connsiteX32" fmla="*/ 1129553 w 1549887"/>
                <a:gd name="connsiteY32" fmla="*/ 1936377 h 3506993"/>
                <a:gd name="connsiteX33" fmla="*/ 1161826 w 1549887"/>
                <a:gd name="connsiteY33" fmla="*/ 1979407 h 3506993"/>
                <a:gd name="connsiteX34" fmla="*/ 1194098 w 1549887"/>
                <a:gd name="connsiteY34" fmla="*/ 2043953 h 3506993"/>
                <a:gd name="connsiteX35" fmla="*/ 1215614 w 1549887"/>
                <a:gd name="connsiteY35" fmla="*/ 2108499 h 3506993"/>
                <a:gd name="connsiteX36" fmla="*/ 1258644 w 1549887"/>
                <a:gd name="connsiteY36" fmla="*/ 2183803 h 3506993"/>
                <a:gd name="connsiteX37" fmla="*/ 1280160 w 1549887"/>
                <a:gd name="connsiteY37" fmla="*/ 2269864 h 3506993"/>
                <a:gd name="connsiteX38" fmla="*/ 1290917 w 1549887"/>
                <a:gd name="connsiteY38" fmla="*/ 2302137 h 3506993"/>
                <a:gd name="connsiteX39" fmla="*/ 1301675 w 1549887"/>
                <a:gd name="connsiteY39" fmla="*/ 2355925 h 3506993"/>
                <a:gd name="connsiteX40" fmla="*/ 1323190 w 1549887"/>
                <a:gd name="connsiteY40" fmla="*/ 2431229 h 3506993"/>
                <a:gd name="connsiteX41" fmla="*/ 1333948 w 1549887"/>
                <a:gd name="connsiteY41" fmla="*/ 2474259 h 3506993"/>
                <a:gd name="connsiteX42" fmla="*/ 1355463 w 1549887"/>
                <a:gd name="connsiteY42" fmla="*/ 2528047 h 3506993"/>
                <a:gd name="connsiteX43" fmla="*/ 1376978 w 1549887"/>
                <a:gd name="connsiteY43" fmla="*/ 2635624 h 3506993"/>
                <a:gd name="connsiteX44" fmla="*/ 1398494 w 1549887"/>
                <a:gd name="connsiteY44" fmla="*/ 2743200 h 3506993"/>
                <a:gd name="connsiteX45" fmla="*/ 1409251 w 1549887"/>
                <a:gd name="connsiteY45" fmla="*/ 2786231 h 3506993"/>
                <a:gd name="connsiteX46" fmla="*/ 1420009 w 1549887"/>
                <a:gd name="connsiteY46" fmla="*/ 2872292 h 3506993"/>
                <a:gd name="connsiteX47" fmla="*/ 1430767 w 1549887"/>
                <a:gd name="connsiteY47" fmla="*/ 2926080 h 3506993"/>
                <a:gd name="connsiteX48" fmla="*/ 1452282 w 1549887"/>
                <a:gd name="connsiteY48" fmla="*/ 3130476 h 3506993"/>
                <a:gd name="connsiteX49" fmla="*/ 1463040 w 1549887"/>
                <a:gd name="connsiteY49" fmla="*/ 3173506 h 3506993"/>
                <a:gd name="connsiteX50" fmla="*/ 1484555 w 1549887"/>
                <a:gd name="connsiteY50" fmla="*/ 3205779 h 3506993"/>
                <a:gd name="connsiteX51" fmla="*/ 1495313 w 1549887"/>
                <a:gd name="connsiteY51" fmla="*/ 3238052 h 3506993"/>
                <a:gd name="connsiteX52" fmla="*/ 1516828 w 1549887"/>
                <a:gd name="connsiteY52" fmla="*/ 3367144 h 3506993"/>
                <a:gd name="connsiteX53" fmla="*/ 1527586 w 1549887"/>
                <a:gd name="connsiteY53" fmla="*/ 3399417 h 3506993"/>
                <a:gd name="connsiteX54" fmla="*/ 1538343 w 1549887"/>
                <a:gd name="connsiteY54" fmla="*/ 3442447 h 3506993"/>
                <a:gd name="connsiteX55" fmla="*/ 1549101 w 1549887"/>
                <a:gd name="connsiteY55" fmla="*/ 3474720 h 3506993"/>
                <a:gd name="connsiteX56" fmla="*/ 1549101 w 1549887"/>
                <a:gd name="connsiteY56" fmla="*/ 3506993 h 3506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549887" h="3506993">
                  <a:moveTo>
                    <a:pt x="0" y="0"/>
                  </a:moveTo>
                  <a:cubicBezTo>
                    <a:pt x="21515" y="25101"/>
                    <a:pt x="42307" y="50841"/>
                    <a:pt x="64546" y="75304"/>
                  </a:cubicBezTo>
                  <a:cubicBezTo>
                    <a:pt x="78191" y="90313"/>
                    <a:pt x="94590" y="102751"/>
                    <a:pt x="107576" y="118334"/>
                  </a:cubicBezTo>
                  <a:cubicBezTo>
                    <a:pt x="288736" y="335727"/>
                    <a:pt x="108238" y="119328"/>
                    <a:pt x="193637" y="247426"/>
                  </a:cubicBezTo>
                  <a:cubicBezTo>
                    <a:pt x="213528" y="277262"/>
                    <a:pt x="242147" y="301414"/>
                    <a:pt x="258183" y="333487"/>
                  </a:cubicBezTo>
                  <a:cubicBezTo>
                    <a:pt x="265355" y="347831"/>
                    <a:pt x="271910" y="362499"/>
                    <a:pt x="279698" y="376518"/>
                  </a:cubicBezTo>
                  <a:cubicBezTo>
                    <a:pt x="309869" y="430827"/>
                    <a:pt x="310560" y="421752"/>
                    <a:pt x="333487" y="473337"/>
                  </a:cubicBezTo>
                  <a:cubicBezTo>
                    <a:pt x="341330" y="490983"/>
                    <a:pt x="348222" y="509044"/>
                    <a:pt x="355002" y="527125"/>
                  </a:cubicBezTo>
                  <a:cubicBezTo>
                    <a:pt x="358984" y="537743"/>
                    <a:pt x="361068" y="549075"/>
                    <a:pt x="365760" y="559398"/>
                  </a:cubicBezTo>
                  <a:cubicBezTo>
                    <a:pt x="379032" y="588596"/>
                    <a:pt x="394447" y="616772"/>
                    <a:pt x="408790" y="645459"/>
                  </a:cubicBezTo>
                  <a:cubicBezTo>
                    <a:pt x="415962" y="659803"/>
                    <a:pt x="425235" y="673276"/>
                    <a:pt x="430306" y="688490"/>
                  </a:cubicBezTo>
                  <a:cubicBezTo>
                    <a:pt x="433892" y="699248"/>
                    <a:pt x="437948" y="709860"/>
                    <a:pt x="441063" y="720763"/>
                  </a:cubicBezTo>
                  <a:cubicBezTo>
                    <a:pt x="445125" y="734979"/>
                    <a:pt x="446135" y="750145"/>
                    <a:pt x="451821" y="763793"/>
                  </a:cubicBezTo>
                  <a:cubicBezTo>
                    <a:pt x="464157" y="793399"/>
                    <a:pt x="482939" y="820075"/>
                    <a:pt x="494851" y="849854"/>
                  </a:cubicBezTo>
                  <a:cubicBezTo>
                    <a:pt x="510220" y="888275"/>
                    <a:pt x="517782" y="911497"/>
                    <a:pt x="537882" y="946673"/>
                  </a:cubicBezTo>
                  <a:cubicBezTo>
                    <a:pt x="544297" y="957899"/>
                    <a:pt x="552982" y="967720"/>
                    <a:pt x="559397" y="978946"/>
                  </a:cubicBezTo>
                  <a:cubicBezTo>
                    <a:pt x="648955" y="1135672"/>
                    <a:pt x="531316" y="933542"/>
                    <a:pt x="591670" y="1054250"/>
                  </a:cubicBezTo>
                  <a:cubicBezTo>
                    <a:pt x="597452" y="1065814"/>
                    <a:pt x="606771" y="1075297"/>
                    <a:pt x="613186" y="1086523"/>
                  </a:cubicBezTo>
                  <a:cubicBezTo>
                    <a:pt x="621142" y="1100446"/>
                    <a:pt x="625380" y="1116504"/>
                    <a:pt x="634701" y="1129553"/>
                  </a:cubicBezTo>
                  <a:cubicBezTo>
                    <a:pt x="643544" y="1141933"/>
                    <a:pt x="657073" y="1150275"/>
                    <a:pt x="666974" y="1161826"/>
                  </a:cubicBezTo>
                  <a:cubicBezTo>
                    <a:pt x="678642" y="1175439"/>
                    <a:pt x="689041" y="1190115"/>
                    <a:pt x="699247" y="1204857"/>
                  </a:cubicBezTo>
                  <a:cubicBezTo>
                    <a:pt x="721325" y="1236748"/>
                    <a:pt x="740521" y="1270646"/>
                    <a:pt x="763793" y="1301676"/>
                  </a:cubicBezTo>
                  <a:cubicBezTo>
                    <a:pt x="785308" y="1330363"/>
                    <a:pt x="812301" y="1355664"/>
                    <a:pt x="828338" y="1387737"/>
                  </a:cubicBezTo>
                  <a:cubicBezTo>
                    <a:pt x="842682" y="1416424"/>
                    <a:pt x="854370" y="1446600"/>
                    <a:pt x="871369" y="1473798"/>
                  </a:cubicBezTo>
                  <a:cubicBezTo>
                    <a:pt x="934660" y="1575063"/>
                    <a:pt x="904860" y="1532796"/>
                    <a:pt x="957430" y="1602890"/>
                  </a:cubicBezTo>
                  <a:cubicBezTo>
                    <a:pt x="961016" y="1617233"/>
                    <a:pt x="961576" y="1632696"/>
                    <a:pt x="968188" y="1645920"/>
                  </a:cubicBezTo>
                  <a:cubicBezTo>
                    <a:pt x="976206" y="1661957"/>
                    <a:pt x="990040" y="1674361"/>
                    <a:pt x="1000461" y="1688951"/>
                  </a:cubicBezTo>
                  <a:cubicBezTo>
                    <a:pt x="1007976" y="1699472"/>
                    <a:pt x="1015697" y="1709922"/>
                    <a:pt x="1021976" y="1721224"/>
                  </a:cubicBezTo>
                  <a:cubicBezTo>
                    <a:pt x="1033658" y="1742252"/>
                    <a:pt x="1044997" y="1763565"/>
                    <a:pt x="1054249" y="1785770"/>
                  </a:cubicBezTo>
                  <a:cubicBezTo>
                    <a:pt x="1062972" y="1806705"/>
                    <a:pt x="1068592" y="1828801"/>
                    <a:pt x="1075764" y="1850316"/>
                  </a:cubicBezTo>
                  <a:cubicBezTo>
                    <a:pt x="1079350" y="1861074"/>
                    <a:pt x="1080232" y="1873154"/>
                    <a:pt x="1086522" y="1882589"/>
                  </a:cubicBezTo>
                  <a:cubicBezTo>
                    <a:pt x="1093694" y="1893346"/>
                    <a:pt x="1099960" y="1904765"/>
                    <a:pt x="1108037" y="1914861"/>
                  </a:cubicBezTo>
                  <a:cubicBezTo>
                    <a:pt x="1114373" y="1922781"/>
                    <a:pt x="1123060" y="1928585"/>
                    <a:pt x="1129553" y="1936377"/>
                  </a:cubicBezTo>
                  <a:cubicBezTo>
                    <a:pt x="1141031" y="1950151"/>
                    <a:pt x="1151068" y="1965064"/>
                    <a:pt x="1161826" y="1979407"/>
                  </a:cubicBezTo>
                  <a:cubicBezTo>
                    <a:pt x="1201050" y="2097086"/>
                    <a:pt x="1138497" y="1918852"/>
                    <a:pt x="1194098" y="2043953"/>
                  </a:cubicBezTo>
                  <a:cubicBezTo>
                    <a:pt x="1203309" y="2064678"/>
                    <a:pt x="1203034" y="2089629"/>
                    <a:pt x="1215614" y="2108499"/>
                  </a:cubicBezTo>
                  <a:cubicBezTo>
                    <a:pt x="1231353" y="2132109"/>
                    <a:pt x="1249544" y="2156504"/>
                    <a:pt x="1258644" y="2183803"/>
                  </a:cubicBezTo>
                  <a:cubicBezTo>
                    <a:pt x="1267995" y="2211855"/>
                    <a:pt x="1270810" y="2241811"/>
                    <a:pt x="1280160" y="2269864"/>
                  </a:cubicBezTo>
                  <a:cubicBezTo>
                    <a:pt x="1283746" y="2280622"/>
                    <a:pt x="1288167" y="2291136"/>
                    <a:pt x="1290917" y="2302137"/>
                  </a:cubicBezTo>
                  <a:cubicBezTo>
                    <a:pt x="1295352" y="2319876"/>
                    <a:pt x="1297240" y="2338186"/>
                    <a:pt x="1301675" y="2355925"/>
                  </a:cubicBezTo>
                  <a:cubicBezTo>
                    <a:pt x="1308007" y="2381251"/>
                    <a:pt x="1316321" y="2406043"/>
                    <a:pt x="1323190" y="2431229"/>
                  </a:cubicBezTo>
                  <a:cubicBezTo>
                    <a:pt x="1327080" y="2445493"/>
                    <a:pt x="1329273" y="2460233"/>
                    <a:pt x="1333948" y="2474259"/>
                  </a:cubicBezTo>
                  <a:cubicBezTo>
                    <a:pt x="1340055" y="2492578"/>
                    <a:pt x="1350487" y="2509389"/>
                    <a:pt x="1355463" y="2528047"/>
                  </a:cubicBezTo>
                  <a:cubicBezTo>
                    <a:pt x="1364885" y="2563381"/>
                    <a:pt x="1368108" y="2600147"/>
                    <a:pt x="1376978" y="2635624"/>
                  </a:cubicBezTo>
                  <a:cubicBezTo>
                    <a:pt x="1401961" y="2735552"/>
                    <a:pt x="1372124" y="2611348"/>
                    <a:pt x="1398494" y="2743200"/>
                  </a:cubicBezTo>
                  <a:cubicBezTo>
                    <a:pt x="1401394" y="2757698"/>
                    <a:pt x="1406820" y="2771647"/>
                    <a:pt x="1409251" y="2786231"/>
                  </a:cubicBezTo>
                  <a:cubicBezTo>
                    <a:pt x="1414004" y="2814748"/>
                    <a:pt x="1415613" y="2843718"/>
                    <a:pt x="1420009" y="2872292"/>
                  </a:cubicBezTo>
                  <a:cubicBezTo>
                    <a:pt x="1422789" y="2890364"/>
                    <a:pt x="1427181" y="2908151"/>
                    <a:pt x="1430767" y="2926080"/>
                  </a:cubicBezTo>
                  <a:cubicBezTo>
                    <a:pt x="1438255" y="3023436"/>
                    <a:pt x="1436143" y="3049782"/>
                    <a:pt x="1452282" y="3130476"/>
                  </a:cubicBezTo>
                  <a:cubicBezTo>
                    <a:pt x="1455182" y="3144974"/>
                    <a:pt x="1457216" y="3159917"/>
                    <a:pt x="1463040" y="3173506"/>
                  </a:cubicBezTo>
                  <a:cubicBezTo>
                    <a:pt x="1468133" y="3185390"/>
                    <a:pt x="1478773" y="3194215"/>
                    <a:pt x="1484555" y="3205779"/>
                  </a:cubicBezTo>
                  <a:cubicBezTo>
                    <a:pt x="1489626" y="3215921"/>
                    <a:pt x="1492563" y="3227051"/>
                    <a:pt x="1495313" y="3238052"/>
                  </a:cubicBezTo>
                  <a:cubicBezTo>
                    <a:pt x="1514554" y="3315017"/>
                    <a:pt x="1498614" y="3276078"/>
                    <a:pt x="1516828" y="3367144"/>
                  </a:cubicBezTo>
                  <a:cubicBezTo>
                    <a:pt x="1519052" y="3378263"/>
                    <a:pt x="1524471" y="3388514"/>
                    <a:pt x="1527586" y="3399417"/>
                  </a:cubicBezTo>
                  <a:cubicBezTo>
                    <a:pt x="1531648" y="3413633"/>
                    <a:pt x="1534281" y="3428231"/>
                    <a:pt x="1538343" y="3442447"/>
                  </a:cubicBezTo>
                  <a:cubicBezTo>
                    <a:pt x="1541458" y="3453350"/>
                    <a:pt x="1547237" y="3463535"/>
                    <a:pt x="1549101" y="3474720"/>
                  </a:cubicBezTo>
                  <a:cubicBezTo>
                    <a:pt x="1550870" y="3485331"/>
                    <a:pt x="1549101" y="3496235"/>
                    <a:pt x="1549101" y="3506993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81FF144D-5AE5-E919-922F-7CC9B732DEF2}"/>
                </a:ext>
              </a:extLst>
            </p:cNvPr>
            <p:cNvSpPr/>
            <p:nvPr/>
          </p:nvSpPr>
          <p:spPr>
            <a:xfrm>
              <a:off x="13928555" y="16134874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8A545E8-60B7-ECFF-DC83-41D159023753}"/>
                </a:ext>
              </a:extLst>
            </p:cNvPr>
            <p:cNvSpPr/>
            <p:nvPr/>
          </p:nvSpPr>
          <p:spPr>
            <a:xfrm>
              <a:off x="10936661" y="17111997"/>
              <a:ext cx="2648103" cy="4184295"/>
            </a:xfrm>
            <a:custGeom>
              <a:avLst/>
              <a:gdLst>
                <a:gd name="connsiteX0" fmla="*/ 0 w 2364378"/>
                <a:gd name="connsiteY0" fmla="*/ 3735978 h 3735978"/>
                <a:gd name="connsiteX1" fmla="*/ 13063 w 2364378"/>
                <a:gd name="connsiteY1" fmla="*/ 3644538 h 3735978"/>
                <a:gd name="connsiteX2" fmla="*/ 39189 w 2364378"/>
                <a:gd name="connsiteY2" fmla="*/ 3592286 h 3735978"/>
                <a:gd name="connsiteX3" fmla="*/ 52252 w 2364378"/>
                <a:gd name="connsiteY3" fmla="*/ 3553098 h 3735978"/>
                <a:gd name="connsiteX4" fmla="*/ 78378 w 2364378"/>
                <a:gd name="connsiteY4" fmla="*/ 3513909 h 3735978"/>
                <a:gd name="connsiteX5" fmla="*/ 104503 w 2364378"/>
                <a:gd name="connsiteY5" fmla="*/ 3448595 h 3735978"/>
                <a:gd name="connsiteX6" fmla="*/ 130629 w 2364378"/>
                <a:gd name="connsiteY6" fmla="*/ 3409406 h 3735978"/>
                <a:gd name="connsiteX7" fmla="*/ 169818 w 2364378"/>
                <a:gd name="connsiteY7" fmla="*/ 3344092 h 3735978"/>
                <a:gd name="connsiteX8" fmla="*/ 182880 w 2364378"/>
                <a:gd name="connsiteY8" fmla="*/ 3304903 h 3735978"/>
                <a:gd name="connsiteX9" fmla="*/ 209006 w 2364378"/>
                <a:gd name="connsiteY9" fmla="*/ 3239589 h 3735978"/>
                <a:gd name="connsiteX10" fmla="*/ 235132 w 2364378"/>
                <a:gd name="connsiteY10" fmla="*/ 3200400 h 3735978"/>
                <a:gd name="connsiteX11" fmla="*/ 261258 w 2364378"/>
                <a:gd name="connsiteY11" fmla="*/ 3122023 h 3735978"/>
                <a:gd name="connsiteX12" fmla="*/ 274320 w 2364378"/>
                <a:gd name="connsiteY12" fmla="*/ 3082835 h 3735978"/>
                <a:gd name="connsiteX13" fmla="*/ 287383 w 2364378"/>
                <a:gd name="connsiteY13" fmla="*/ 3043646 h 3735978"/>
                <a:gd name="connsiteX14" fmla="*/ 300446 w 2364378"/>
                <a:gd name="connsiteY14" fmla="*/ 2991395 h 3735978"/>
                <a:gd name="connsiteX15" fmla="*/ 326572 w 2364378"/>
                <a:gd name="connsiteY15" fmla="*/ 2952206 h 3735978"/>
                <a:gd name="connsiteX16" fmla="*/ 339635 w 2364378"/>
                <a:gd name="connsiteY16" fmla="*/ 2913018 h 3735978"/>
                <a:gd name="connsiteX17" fmla="*/ 404949 w 2364378"/>
                <a:gd name="connsiteY17" fmla="*/ 2834640 h 3735978"/>
                <a:gd name="connsiteX18" fmla="*/ 444138 w 2364378"/>
                <a:gd name="connsiteY18" fmla="*/ 2808515 h 3735978"/>
                <a:gd name="connsiteX19" fmla="*/ 522515 w 2364378"/>
                <a:gd name="connsiteY19" fmla="*/ 2730138 h 3735978"/>
                <a:gd name="connsiteX20" fmla="*/ 561703 w 2364378"/>
                <a:gd name="connsiteY20" fmla="*/ 2677886 h 3735978"/>
                <a:gd name="connsiteX21" fmla="*/ 587829 w 2364378"/>
                <a:gd name="connsiteY21" fmla="*/ 2625635 h 3735978"/>
                <a:gd name="connsiteX22" fmla="*/ 653143 w 2364378"/>
                <a:gd name="connsiteY22" fmla="*/ 2534195 h 3735978"/>
                <a:gd name="connsiteX23" fmla="*/ 692332 w 2364378"/>
                <a:gd name="connsiteY23" fmla="*/ 2508069 h 3735978"/>
                <a:gd name="connsiteX24" fmla="*/ 757646 w 2364378"/>
                <a:gd name="connsiteY24" fmla="*/ 2416629 h 3735978"/>
                <a:gd name="connsiteX25" fmla="*/ 809898 w 2364378"/>
                <a:gd name="connsiteY25" fmla="*/ 2338252 h 3735978"/>
                <a:gd name="connsiteX26" fmla="*/ 849086 w 2364378"/>
                <a:gd name="connsiteY26" fmla="*/ 2246812 h 3735978"/>
                <a:gd name="connsiteX27" fmla="*/ 862149 w 2364378"/>
                <a:gd name="connsiteY27" fmla="*/ 2207623 h 3735978"/>
                <a:gd name="connsiteX28" fmla="*/ 914400 w 2364378"/>
                <a:gd name="connsiteY28" fmla="*/ 2129246 h 3735978"/>
                <a:gd name="connsiteX29" fmla="*/ 940526 w 2364378"/>
                <a:gd name="connsiteY29" fmla="*/ 2090058 h 3735978"/>
                <a:gd name="connsiteX30" fmla="*/ 979715 w 2364378"/>
                <a:gd name="connsiteY30" fmla="*/ 2050869 h 3735978"/>
                <a:gd name="connsiteX31" fmla="*/ 1031966 w 2364378"/>
                <a:gd name="connsiteY31" fmla="*/ 1959429 h 3735978"/>
                <a:gd name="connsiteX32" fmla="*/ 1071155 w 2364378"/>
                <a:gd name="connsiteY32" fmla="*/ 1907178 h 3735978"/>
                <a:gd name="connsiteX33" fmla="*/ 1084218 w 2364378"/>
                <a:gd name="connsiteY33" fmla="*/ 1867989 h 3735978"/>
                <a:gd name="connsiteX34" fmla="*/ 1110343 w 2364378"/>
                <a:gd name="connsiteY34" fmla="*/ 1737360 h 3735978"/>
                <a:gd name="connsiteX35" fmla="*/ 1136469 w 2364378"/>
                <a:gd name="connsiteY35" fmla="*/ 1672046 h 3735978"/>
                <a:gd name="connsiteX36" fmla="*/ 1227909 w 2364378"/>
                <a:gd name="connsiteY36" fmla="*/ 1528355 h 3735978"/>
                <a:gd name="connsiteX37" fmla="*/ 1240972 w 2364378"/>
                <a:gd name="connsiteY37" fmla="*/ 1489166 h 3735978"/>
                <a:gd name="connsiteX38" fmla="*/ 1280160 w 2364378"/>
                <a:gd name="connsiteY38" fmla="*/ 1436915 h 3735978"/>
                <a:gd name="connsiteX39" fmla="*/ 1319349 w 2364378"/>
                <a:gd name="connsiteY39" fmla="*/ 1371600 h 3735978"/>
                <a:gd name="connsiteX40" fmla="*/ 1436915 w 2364378"/>
                <a:gd name="connsiteY40" fmla="*/ 1227909 h 3735978"/>
                <a:gd name="connsiteX41" fmla="*/ 1476103 w 2364378"/>
                <a:gd name="connsiteY41" fmla="*/ 1201783 h 3735978"/>
                <a:gd name="connsiteX42" fmla="*/ 1541418 w 2364378"/>
                <a:gd name="connsiteY42" fmla="*/ 1123406 h 3735978"/>
                <a:gd name="connsiteX43" fmla="*/ 1593669 w 2364378"/>
                <a:gd name="connsiteY43" fmla="*/ 1045029 h 3735978"/>
                <a:gd name="connsiteX44" fmla="*/ 1619795 w 2364378"/>
                <a:gd name="connsiteY44" fmla="*/ 1005840 h 3735978"/>
                <a:gd name="connsiteX45" fmla="*/ 1645920 w 2364378"/>
                <a:gd name="connsiteY45" fmla="*/ 966652 h 3735978"/>
                <a:gd name="connsiteX46" fmla="*/ 1685109 w 2364378"/>
                <a:gd name="connsiteY46" fmla="*/ 927463 h 3735978"/>
                <a:gd name="connsiteX47" fmla="*/ 1711235 w 2364378"/>
                <a:gd name="connsiteY47" fmla="*/ 875212 h 3735978"/>
                <a:gd name="connsiteX48" fmla="*/ 1763486 w 2364378"/>
                <a:gd name="connsiteY48" fmla="*/ 796835 h 3735978"/>
                <a:gd name="connsiteX49" fmla="*/ 1802675 w 2364378"/>
                <a:gd name="connsiteY49" fmla="*/ 718458 h 3735978"/>
                <a:gd name="connsiteX50" fmla="*/ 1854926 w 2364378"/>
                <a:gd name="connsiteY50" fmla="*/ 640080 h 3735978"/>
                <a:gd name="connsiteX51" fmla="*/ 1867989 w 2364378"/>
                <a:gd name="connsiteY51" fmla="*/ 600892 h 3735978"/>
                <a:gd name="connsiteX52" fmla="*/ 1920240 w 2364378"/>
                <a:gd name="connsiteY52" fmla="*/ 561703 h 3735978"/>
                <a:gd name="connsiteX53" fmla="*/ 1998618 w 2364378"/>
                <a:gd name="connsiteY53" fmla="*/ 496389 h 3735978"/>
                <a:gd name="connsiteX54" fmla="*/ 2050869 w 2364378"/>
                <a:gd name="connsiteY54" fmla="*/ 418012 h 3735978"/>
                <a:gd name="connsiteX55" fmla="*/ 2076995 w 2364378"/>
                <a:gd name="connsiteY55" fmla="*/ 378823 h 3735978"/>
                <a:gd name="connsiteX56" fmla="*/ 2090058 w 2364378"/>
                <a:gd name="connsiteY56" fmla="*/ 339635 h 3735978"/>
                <a:gd name="connsiteX57" fmla="*/ 2129246 w 2364378"/>
                <a:gd name="connsiteY57" fmla="*/ 300446 h 3735978"/>
                <a:gd name="connsiteX58" fmla="*/ 2168435 w 2364378"/>
                <a:gd name="connsiteY58" fmla="*/ 222069 h 3735978"/>
                <a:gd name="connsiteX59" fmla="*/ 2207623 w 2364378"/>
                <a:gd name="connsiteY59" fmla="*/ 143692 h 3735978"/>
                <a:gd name="connsiteX60" fmla="*/ 2286000 w 2364378"/>
                <a:gd name="connsiteY60" fmla="*/ 91440 h 3735978"/>
                <a:gd name="connsiteX61" fmla="*/ 2312126 w 2364378"/>
                <a:gd name="connsiteY61" fmla="*/ 52252 h 3735978"/>
                <a:gd name="connsiteX62" fmla="*/ 2364378 w 2364378"/>
                <a:gd name="connsiteY62" fmla="*/ 0 h 3735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364378" h="3735978">
                  <a:moveTo>
                    <a:pt x="0" y="3735978"/>
                  </a:moveTo>
                  <a:cubicBezTo>
                    <a:pt x="4354" y="3705498"/>
                    <a:pt x="4962" y="3674243"/>
                    <a:pt x="13063" y="3644538"/>
                  </a:cubicBezTo>
                  <a:cubicBezTo>
                    <a:pt x="18187" y="3625751"/>
                    <a:pt x="31518" y="3610185"/>
                    <a:pt x="39189" y="3592286"/>
                  </a:cubicBezTo>
                  <a:cubicBezTo>
                    <a:pt x="44613" y="3579630"/>
                    <a:pt x="46094" y="3565414"/>
                    <a:pt x="52252" y="3553098"/>
                  </a:cubicBezTo>
                  <a:cubicBezTo>
                    <a:pt x="59273" y="3539056"/>
                    <a:pt x="71357" y="3527951"/>
                    <a:pt x="78378" y="3513909"/>
                  </a:cubicBezTo>
                  <a:cubicBezTo>
                    <a:pt x="88864" y="3492936"/>
                    <a:pt x="94017" y="3469568"/>
                    <a:pt x="104503" y="3448595"/>
                  </a:cubicBezTo>
                  <a:cubicBezTo>
                    <a:pt x="111524" y="3434553"/>
                    <a:pt x="122308" y="3422719"/>
                    <a:pt x="130629" y="3409406"/>
                  </a:cubicBezTo>
                  <a:cubicBezTo>
                    <a:pt x="144086" y="3387876"/>
                    <a:pt x="158464" y="3366801"/>
                    <a:pt x="169818" y="3344092"/>
                  </a:cubicBezTo>
                  <a:cubicBezTo>
                    <a:pt x="175976" y="3331776"/>
                    <a:pt x="178045" y="3317796"/>
                    <a:pt x="182880" y="3304903"/>
                  </a:cubicBezTo>
                  <a:cubicBezTo>
                    <a:pt x="191113" y="3282947"/>
                    <a:pt x="198519" y="3260562"/>
                    <a:pt x="209006" y="3239589"/>
                  </a:cubicBezTo>
                  <a:cubicBezTo>
                    <a:pt x="216027" y="3225547"/>
                    <a:pt x="228756" y="3214747"/>
                    <a:pt x="235132" y="3200400"/>
                  </a:cubicBezTo>
                  <a:cubicBezTo>
                    <a:pt x="246317" y="3175235"/>
                    <a:pt x="252550" y="3148149"/>
                    <a:pt x="261258" y="3122023"/>
                  </a:cubicBezTo>
                  <a:lnTo>
                    <a:pt x="274320" y="3082835"/>
                  </a:lnTo>
                  <a:cubicBezTo>
                    <a:pt x="278674" y="3069772"/>
                    <a:pt x="284043" y="3057004"/>
                    <a:pt x="287383" y="3043646"/>
                  </a:cubicBezTo>
                  <a:cubicBezTo>
                    <a:pt x="291737" y="3026229"/>
                    <a:pt x="293374" y="3007896"/>
                    <a:pt x="300446" y="2991395"/>
                  </a:cubicBezTo>
                  <a:cubicBezTo>
                    <a:pt x="306631" y="2976965"/>
                    <a:pt x="319551" y="2966248"/>
                    <a:pt x="326572" y="2952206"/>
                  </a:cubicBezTo>
                  <a:cubicBezTo>
                    <a:pt x="332730" y="2939890"/>
                    <a:pt x="333477" y="2925334"/>
                    <a:pt x="339635" y="2913018"/>
                  </a:cubicBezTo>
                  <a:cubicBezTo>
                    <a:pt x="354315" y="2883658"/>
                    <a:pt x="380184" y="2855277"/>
                    <a:pt x="404949" y="2834640"/>
                  </a:cubicBezTo>
                  <a:cubicBezTo>
                    <a:pt x="417010" y="2824589"/>
                    <a:pt x="432404" y="2818945"/>
                    <a:pt x="444138" y="2808515"/>
                  </a:cubicBezTo>
                  <a:cubicBezTo>
                    <a:pt x="471753" y="2783969"/>
                    <a:pt x="500347" y="2759696"/>
                    <a:pt x="522515" y="2730138"/>
                  </a:cubicBezTo>
                  <a:cubicBezTo>
                    <a:pt x="535578" y="2712721"/>
                    <a:pt x="550164" y="2696348"/>
                    <a:pt x="561703" y="2677886"/>
                  </a:cubicBezTo>
                  <a:cubicBezTo>
                    <a:pt x="572024" y="2661373"/>
                    <a:pt x="578168" y="2642542"/>
                    <a:pt x="587829" y="2625635"/>
                  </a:cubicBezTo>
                  <a:cubicBezTo>
                    <a:pt x="597718" y="2608329"/>
                    <a:pt x="643798" y="2543540"/>
                    <a:pt x="653143" y="2534195"/>
                  </a:cubicBezTo>
                  <a:cubicBezTo>
                    <a:pt x="664244" y="2523094"/>
                    <a:pt x="679269" y="2516778"/>
                    <a:pt x="692332" y="2508069"/>
                  </a:cubicBezTo>
                  <a:cubicBezTo>
                    <a:pt x="777260" y="2380678"/>
                    <a:pt x="644243" y="2578632"/>
                    <a:pt x="757646" y="2416629"/>
                  </a:cubicBezTo>
                  <a:cubicBezTo>
                    <a:pt x="775652" y="2390906"/>
                    <a:pt x="809898" y="2338252"/>
                    <a:pt x="809898" y="2338252"/>
                  </a:cubicBezTo>
                  <a:cubicBezTo>
                    <a:pt x="837082" y="2229507"/>
                    <a:pt x="803981" y="2337020"/>
                    <a:pt x="849086" y="2246812"/>
                  </a:cubicBezTo>
                  <a:cubicBezTo>
                    <a:pt x="855244" y="2234496"/>
                    <a:pt x="855462" y="2219660"/>
                    <a:pt x="862149" y="2207623"/>
                  </a:cubicBezTo>
                  <a:cubicBezTo>
                    <a:pt x="877398" y="2180175"/>
                    <a:pt x="896983" y="2155372"/>
                    <a:pt x="914400" y="2129246"/>
                  </a:cubicBezTo>
                  <a:cubicBezTo>
                    <a:pt x="923109" y="2116183"/>
                    <a:pt x="929425" y="2101159"/>
                    <a:pt x="940526" y="2090058"/>
                  </a:cubicBezTo>
                  <a:cubicBezTo>
                    <a:pt x="953589" y="2076995"/>
                    <a:pt x="967888" y="2065061"/>
                    <a:pt x="979715" y="2050869"/>
                  </a:cubicBezTo>
                  <a:cubicBezTo>
                    <a:pt x="1015667" y="2007726"/>
                    <a:pt x="1000028" y="2010529"/>
                    <a:pt x="1031966" y="1959429"/>
                  </a:cubicBezTo>
                  <a:cubicBezTo>
                    <a:pt x="1043505" y="1940967"/>
                    <a:pt x="1058092" y="1924595"/>
                    <a:pt x="1071155" y="1907178"/>
                  </a:cubicBezTo>
                  <a:cubicBezTo>
                    <a:pt x="1075509" y="1894115"/>
                    <a:pt x="1081122" y="1881406"/>
                    <a:pt x="1084218" y="1867989"/>
                  </a:cubicBezTo>
                  <a:cubicBezTo>
                    <a:pt x="1094203" y="1824721"/>
                    <a:pt x="1093851" y="1778589"/>
                    <a:pt x="1110343" y="1737360"/>
                  </a:cubicBezTo>
                  <a:cubicBezTo>
                    <a:pt x="1119052" y="1715589"/>
                    <a:pt x="1125241" y="1692631"/>
                    <a:pt x="1136469" y="1672046"/>
                  </a:cubicBezTo>
                  <a:cubicBezTo>
                    <a:pt x="1198579" y="1558179"/>
                    <a:pt x="1175981" y="1632209"/>
                    <a:pt x="1227909" y="1528355"/>
                  </a:cubicBezTo>
                  <a:cubicBezTo>
                    <a:pt x="1234067" y="1516039"/>
                    <a:pt x="1234140" y="1501121"/>
                    <a:pt x="1240972" y="1489166"/>
                  </a:cubicBezTo>
                  <a:cubicBezTo>
                    <a:pt x="1251773" y="1470263"/>
                    <a:pt x="1268084" y="1455030"/>
                    <a:pt x="1280160" y="1436915"/>
                  </a:cubicBezTo>
                  <a:cubicBezTo>
                    <a:pt x="1294244" y="1415789"/>
                    <a:pt x="1304897" y="1392475"/>
                    <a:pt x="1319349" y="1371600"/>
                  </a:cubicBezTo>
                  <a:cubicBezTo>
                    <a:pt x="1347562" y="1330847"/>
                    <a:pt x="1392922" y="1264570"/>
                    <a:pt x="1436915" y="1227909"/>
                  </a:cubicBezTo>
                  <a:cubicBezTo>
                    <a:pt x="1448976" y="1217858"/>
                    <a:pt x="1463040" y="1210492"/>
                    <a:pt x="1476103" y="1201783"/>
                  </a:cubicBezTo>
                  <a:cubicBezTo>
                    <a:pt x="1569472" y="1061733"/>
                    <a:pt x="1424060" y="1274295"/>
                    <a:pt x="1541418" y="1123406"/>
                  </a:cubicBezTo>
                  <a:cubicBezTo>
                    <a:pt x="1560695" y="1098621"/>
                    <a:pt x="1576252" y="1071155"/>
                    <a:pt x="1593669" y="1045029"/>
                  </a:cubicBezTo>
                  <a:lnTo>
                    <a:pt x="1619795" y="1005840"/>
                  </a:lnTo>
                  <a:cubicBezTo>
                    <a:pt x="1628503" y="992777"/>
                    <a:pt x="1634819" y="977753"/>
                    <a:pt x="1645920" y="966652"/>
                  </a:cubicBezTo>
                  <a:cubicBezTo>
                    <a:pt x="1658983" y="953589"/>
                    <a:pt x="1674371" y="942496"/>
                    <a:pt x="1685109" y="927463"/>
                  </a:cubicBezTo>
                  <a:cubicBezTo>
                    <a:pt x="1696427" y="911617"/>
                    <a:pt x="1701216" y="891910"/>
                    <a:pt x="1711235" y="875212"/>
                  </a:cubicBezTo>
                  <a:cubicBezTo>
                    <a:pt x="1727390" y="848288"/>
                    <a:pt x="1763486" y="796835"/>
                    <a:pt x="1763486" y="796835"/>
                  </a:cubicBezTo>
                  <a:cubicBezTo>
                    <a:pt x="1796320" y="698332"/>
                    <a:pt x="1752029" y="819749"/>
                    <a:pt x="1802675" y="718458"/>
                  </a:cubicBezTo>
                  <a:cubicBezTo>
                    <a:pt x="1840486" y="642837"/>
                    <a:pt x="1780636" y="714372"/>
                    <a:pt x="1854926" y="640080"/>
                  </a:cubicBezTo>
                  <a:cubicBezTo>
                    <a:pt x="1859280" y="627017"/>
                    <a:pt x="1859174" y="611470"/>
                    <a:pt x="1867989" y="600892"/>
                  </a:cubicBezTo>
                  <a:cubicBezTo>
                    <a:pt x="1881927" y="584167"/>
                    <a:pt x="1902524" y="574357"/>
                    <a:pt x="1920240" y="561703"/>
                  </a:cubicBezTo>
                  <a:cubicBezTo>
                    <a:pt x="1957980" y="534746"/>
                    <a:pt x="1968120" y="535600"/>
                    <a:pt x="1998618" y="496389"/>
                  </a:cubicBezTo>
                  <a:cubicBezTo>
                    <a:pt x="2017895" y="471604"/>
                    <a:pt x="2033452" y="444138"/>
                    <a:pt x="2050869" y="418012"/>
                  </a:cubicBezTo>
                  <a:cubicBezTo>
                    <a:pt x="2059578" y="404949"/>
                    <a:pt x="2072030" y="393717"/>
                    <a:pt x="2076995" y="378823"/>
                  </a:cubicBezTo>
                  <a:cubicBezTo>
                    <a:pt x="2081349" y="365760"/>
                    <a:pt x="2082420" y="351092"/>
                    <a:pt x="2090058" y="339635"/>
                  </a:cubicBezTo>
                  <a:cubicBezTo>
                    <a:pt x="2100305" y="324264"/>
                    <a:pt x="2116183" y="313509"/>
                    <a:pt x="2129246" y="300446"/>
                  </a:cubicBezTo>
                  <a:cubicBezTo>
                    <a:pt x="2162081" y="201943"/>
                    <a:pt x="2117788" y="323363"/>
                    <a:pt x="2168435" y="222069"/>
                  </a:cubicBezTo>
                  <a:cubicBezTo>
                    <a:pt x="2186035" y="186869"/>
                    <a:pt x="2174347" y="172808"/>
                    <a:pt x="2207623" y="143692"/>
                  </a:cubicBezTo>
                  <a:cubicBezTo>
                    <a:pt x="2231253" y="123015"/>
                    <a:pt x="2286000" y="91440"/>
                    <a:pt x="2286000" y="91440"/>
                  </a:cubicBezTo>
                  <a:cubicBezTo>
                    <a:pt x="2294709" y="78377"/>
                    <a:pt x="2302075" y="64313"/>
                    <a:pt x="2312126" y="52252"/>
                  </a:cubicBezTo>
                  <a:lnTo>
                    <a:pt x="2364378" y="0"/>
                  </a:ln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B618380-FCAE-3DF5-23CA-D936F26C2EF7}"/>
                </a:ext>
              </a:extLst>
            </p:cNvPr>
            <p:cNvSpPr/>
            <p:nvPr/>
          </p:nvSpPr>
          <p:spPr>
            <a:xfrm>
              <a:off x="12750834" y="17111997"/>
              <a:ext cx="1271336" cy="4198925"/>
            </a:xfrm>
            <a:custGeom>
              <a:avLst/>
              <a:gdLst>
                <a:gd name="connsiteX0" fmla="*/ 679268 w 1135121"/>
                <a:gd name="connsiteY0" fmla="*/ 3749040 h 3749040"/>
                <a:gd name="connsiteX1" fmla="*/ 613954 w 1135121"/>
                <a:gd name="connsiteY1" fmla="*/ 3657600 h 3749040"/>
                <a:gd name="connsiteX2" fmla="*/ 522514 w 1135121"/>
                <a:gd name="connsiteY2" fmla="*/ 3540035 h 3749040"/>
                <a:gd name="connsiteX3" fmla="*/ 483325 w 1135121"/>
                <a:gd name="connsiteY3" fmla="*/ 3448595 h 3749040"/>
                <a:gd name="connsiteX4" fmla="*/ 444137 w 1135121"/>
                <a:gd name="connsiteY4" fmla="*/ 3357155 h 3749040"/>
                <a:gd name="connsiteX5" fmla="*/ 431074 w 1135121"/>
                <a:gd name="connsiteY5" fmla="*/ 3291840 h 3749040"/>
                <a:gd name="connsiteX6" fmla="*/ 378823 w 1135121"/>
                <a:gd name="connsiteY6" fmla="*/ 3030583 h 3749040"/>
                <a:gd name="connsiteX7" fmla="*/ 365760 w 1135121"/>
                <a:gd name="connsiteY7" fmla="*/ 2991395 h 3749040"/>
                <a:gd name="connsiteX8" fmla="*/ 339634 w 1135121"/>
                <a:gd name="connsiteY8" fmla="*/ 2886892 h 3749040"/>
                <a:gd name="connsiteX9" fmla="*/ 313508 w 1135121"/>
                <a:gd name="connsiteY9" fmla="*/ 2808515 h 3749040"/>
                <a:gd name="connsiteX10" fmla="*/ 261257 w 1135121"/>
                <a:gd name="connsiteY10" fmla="*/ 2730138 h 3749040"/>
                <a:gd name="connsiteX11" fmla="*/ 209005 w 1135121"/>
                <a:gd name="connsiteY11" fmla="*/ 2651760 h 3749040"/>
                <a:gd name="connsiteX12" fmla="*/ 156754 w 1135121"/>
                <a:gd name="connsiteY12" fmla="*/ 2573383 h 3749040"/>
                <a:gd name="connsiteX13" fmla="*/ 117565 w 1135121"/>
                <a:gd name="connsiteY13" fmla="*/ 2495006 h 3749040"/>
                <a:gd name="connsiteX14" fmla="*/ 78377 w 1135121"/>
                <a:gd name="connsiteY14" fmla="*/ 2377440 h 3749040"/>
                <a:gd name="connsiteX15" fmla="*/ 52251 w 1135121"/>
                <a:gd name="connsiteY15" fmla="*/ 2299063 h 3749040"/>
                <a:gd name="connsiteX16" fmla="*/ 26125 w 1135121"/>
                <a:gd name="connsiteY16" fmla="*/ 2194560 h 3749040"/>
                <a:gd name="connsiteX17" fmla="*/ 13063 w 1135121"/>
                <a:gd name="connsiteY17" fmla="*/ 2155372 h 3749040"/>
                <a:gd name="connsiteX18" fmla="*/ 0 w 1135121"/>
                <a:gd name="connsiteY18" fmla="*/ 2076995 h 3749040"/>
                <a:gd name="connsiteX19" fmla="*/ 13063 w 1135121"/>
                <a:gd name="connsiteY19" fmla="*/ 1946366 h 3749040"/>
                <a:gd name="connsiteX20" fmla="*/ 65314 w 1135121"/>
                <a:gd name="connsiteY20" fmla="*/ 1815738 h 3749040"/>
                <a:gd name="connsiteX21" fmla="*/ 91440 w 1135121"/>
                <a:gd name="connsiteY21" fmla="*/ 1750423 h 3749040"/>
                <a:gd name="connsiteX22" fmla="*/ 117565 w 1135121"/>
                <a:gd name="connsiteY22" fmla="*/ 1711235 h 3749040"/>
                <a:gd name="connsiteX23" fmla="*/ 130628 w 1135121"/>
                <a:gd name="connsiteY23" fmla="*/ 1672046 h 3749040"/>
                <a:gd name="connsiteX24" fmla="*/ 156754 w 1135121"/>
                <a:gd name="connsiteY24" fmla="*/ 1619795 h 3749040"/>
                <a:gd name="connsiteX25" fmla="*/ 195943 w 1135121"/>
                <a:gd name="connsiteY25" fmla="*/ 1541418 h 3749040"/>
                <a:gd name="connsiteX26" fmla="*/ 248194 w 1135121"/>
                <a:gd name="connsiteY26" fmla="*/ 1423852 h 3749040"/>
                <a:gd name="connsiteX27" fmla="*/ 365760 w 1135121"/>
                <a:gd name="connsiteY27" fmla="*/ 1345475 h 3749040"/>
                <a:gd name="connsiteX28" fmla="*/ 444137 w 1135121"/>
                <a:gd name="connsiteY28" fmla="*/ 1293223 h 3749040"/>
                <a:gd name="connsiteX29" fmla="*/ 483325 w 1135121"/>
                <a:gd name="connsiteY29" fmla="*/ 1267098 h 3749040"/>
                <a:gd name="connsiteX30" fmla="*/ 509451 w 1135121"/>
                <a:gd name="connsiteY30" fmla="*/ 1227909 h 3749040"/>
                <a:gd name="connsiteX31" fmla="*/ 548640 w 1135121"/>
                <a:gd name="connsiteY31" fmla="*/ 1188720 h 3749040"/>
                <a:gd name="connsiteX32" fmla="*/ 561703 w 1135121"/>
                <a:gd name="connsiteY32" fmla="*/ 1149532 h 3749040"/>
                <a:gd name="connsiteX33" fmla="*/ 613954 w 1135121"/>
                <a:gd name="connsiteY33" fmla="*/ 1071155 h 3749040"/>
                <a:gd name="connsiteX34" fmla="*/ 640080 w 1135121"/>
                <a:gd name="connsiteY34" fmla="*/ 1031966 h 3749040"/>
                <a:gd name="connsiteX35" fmla="*/ 718457 w 1135121"/>
                <a:gd name="connsiteY35" fmla="*/ 966652 h 3749040"/>
                <a:gd name="connsiteX36" fmla="*/ 757645 w 1135121"/>
                <a:gd name="connsiteY36" fmla="*/ 927463 h 3749040"/>
                <a:gd name="connsiteX37" fmla="*/ 836023 w 1135121"/>
                <a:gd name="connsiteY37" fmla="*/ 875212 h 3749040"/>
                <a:gd name="connsiteX38" fmla="*/ 914400 w 1135121"/>
                <a:gd name="connsiteY38" fmla="*/ 809898 h 3749040"/>
                <a:gd name="connsiteX39" fmla="*/ 979714 w 1135121"/>
                <a:gd name="connsiteY39" fmla="*/ 731520 h 3749040"/>
                <a:gd name="connsiteX40" fmla="*/ 1018903 w 1135121"/>
                <a:gd name="connsiteY40" fmla="*/ 705395 h 3749040"/>
                <a:gd name="connsiteX41" fmla="*/ 1097280 w 1135121"/>
                <a:gd name="connsiteY41" fmla="*/ 640080 h 3749040"/>
                <a:gd name="connsiteX42" fmla="*/ 1110343 w 1135121"/>
                <a:gd name="connsiteY42" fmla="*/ 431075 h 3749040"/>
                <a:gd name="connsiteX43" fmla="*/ 1005840 w 1135121"/>
                <a:gd name="connsiteY43" fmla="*/ 339635 h 3749040"/>
                <a:gd name="connsiteX44" fmla="*/ 914400 w 1135121"/>
                <a:gd name="connsiteY44" fmla="*/ 222069 h 3749040"/>
                <a:gd name="connsiteX45" fmla="*/ 875211 w 1135121"/>
                <a:gd name="connsiteY45" fmla="*/ 104503 h 3749040"/>
                <a:gd name="connsiteX46" fmla="*/ 862148 w 1135121"/>
                <a:gd name="connsiteY46" fmla="*/ 65315 h 3749040"/>
                <a:gd name="connsiteX47" fmla="*/ 822960 w 1135121"/>
                <a:gd name="connsiteY47" fmla="*/ 52252 h 3749040"/>
                <a:gd name="connsiteX48" fmla="*/ 770708 w 1135121"/>
                <a:gd name="connsiteY48" fmla="*/ 0 h 374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1135121" h="3749040">
                  <a:moveTo>
                    <a:pt x="679268" y="3749040"/>
                  </a:moveTo>
                  <a:cubicBezTo>
                    <a:pt x="657497" y="3718560"/>
                    <a:pt x="637353" y="3686849"/>
                    <a:pt x="613954" y="3657600"/>
                  </a:cubicBezTo>
                  <a:cubicBezTo>
                    <a:pt x="556610" y="3585921"/>
                    <a:pt x="578132" y="3651271"/>
                    <a:pt x="522514" y="3540035"/>
                  </a:cubicBezTo>
                  <a:cubicBezTo>
                    <a:pt x="435878" y="3366763"/>
                    <a:pt x="540978" y="3583121"/>
                    <a:pt x="483325" y="3448595"/>
                  </a:cubicBezTo>
                  <a:cubicBezTo>
                    <a:pt x="460898" y="3396264"/>
                    <a:pt x="456389" y="3406164"/>
                    <a:pt x="444137" y="3357155"/>
                  </a:cubicBezTo>
                  <a:cubicBezTo>
                    <a:pt x="438752" y="3335615"/>
                    <a:pt x="434933" y="3313705"/>
                    <a:pt x="431074" y="3291840"/>
                  </a:cubicBezTo>
                  <a:cubicBezTo>
                    <a:pt x="416606" y="3209857"/>
                    <a:pt x="405892" y="3111787"/>
                    <a:pt x="378823" y="3030583"/>
                  </a:cubicBezTo>
                  <a:cubicBezTo>
                    <a:pt x="374469" y="3017520"/>
                    <a:pt x="369383" y="3004679"/>
                    <a:pt x="365760" y="2991395"/>
                  </a:cubicBezTo>
                  <a:cubicBezTo>
                    <a:pt x="356312" y="2956754"/>
                    <a:pt x="350989" y="2920956"/>
                    <a:pt x="339634" y="2886892"/>
                  </a:cubicBezTo>
                  <a:cubicBezTo>
                    <a:pt x="330925" y="2860766"/>
                    <a:pt x="328784" y="2831429"/>
                    <a:pt x="313508" y="2808515"/>
                  </a:cubicBezTo>
                  <a:lnTo>
                    <a:pt x="261257" y="2730138"/>
                  </a:lnTo>
                  <a:cubicBezTo>
                    <a:pt x="236274" y="2655189"/>
                    <a:pt x="266085" y="2725149"/>
                    <a:pt x="209005" y="2651760"/>
                  </a:cubicBezTo>
                  <a:cubicBezTo>
                    <a:pt x="189728" y="2626975"/>
                    <a:pt x="166683" y="2603171"/>
                    <a:pt x="156754" y="2573383"/>
                  </a:cubicBezTo>
                  <a:cubicBezTo>
                    <a:pt x="138726" y="2519301"/>
                    <a:pt x="151329" y="2545652"/>
                    <a:pt x="117565" y="2495006"/>
                  </a:cubicBezTo>
                  <a:lnTo>
                    <a:pt x="78377" y="2377440"/>
                  </a:lnTo>
                  <a:lnTo>
                    <a:pt x="52251" y="2299063"/>
                  </a:lnTo>
                  <a:cubicBezTo>
                    <a:pt x="43542" y="2264229"/>
                    <a:pt x="37479" y="2228624"/>
                    <a:pt x="26125" y="2194560"/>
                  </a:cubicBezTo>
                  <a:cubicBezTo>
                    <a:pt x="21771" y="2181497"/>
                    <a:pt x="16050" y="2168813"/>
                    <a:pt x="13063" y="2155372"/>
                  </a:cubicBezTo>
                  <a:cubicBezTo>
                    <a:pt x="7317" y="2129517"/>
                    <a:pt x="4354" y="2103121"/>
                    <a:pt x="0" y="2076995"/>
                  </a:cubicBezTo>
                  <a:cubicBezTo>
                    <a:pt x="4354" y="2033452"/>
                    <a:pt x="4999" y="1989377"/>
                    <a:pt x="13063" y="1946366"/>
                  </a:cubicBezTo>
                  <a:cubicBezTo>
                    <a:pt x="25324" y="1880971"/>
                    <a:pt x="41029" y="1870378"/>
                    <a:pt x="65314" y="1815738"/>
                  </a:cubicBezTo>
                  <a:cubicBezTo>
                    <a:pt x="74838" y="1794310"/>
                    <a:pt x="80953" y="1771396"/>
                    <a:pt x="91440" y="1750423"/>
                  </a:cubicBezTo>
                  <a:cubicBezTo>
                    <a:pt x="98461" y="1736381"/>
                    <a:pt x="110544" y="1725277"/>
                    <a:pt x="117565" y="1711235"/>
                  </a:cubicBezTo>
                  <a:cubicBezTo>
                    <a:pt x="123723" y="1698919"/>
                    <a:pt x="125204" y="1684702"/>
                    <a:pt x="130628" y="1672046"/>
                  </a:cubicBezTo>
                  <a:cubicBezTo>
                    <a:pt x="138299" y="1654148"/>
                    <a:pt x="149083" y="1637693"/>
                    <a:pt x="156754" y="1619795"/>
                  </a:cubicBezTo>
                  <a:cubicBezTo>
                    <a:pt x="189204" y="1544079"/>
                    <a:pt x="145735" y="1616728"/>
                    <a:pt x="195943" y="1541418"/>
                  </a:cubicBezTo>
                  <a:cubicBezTo>
                    <a:pt x="205674" y="1512222"/>
                    <a:pt x="218968" y="1449425"/>
                    <a:pt x="248194" y="1423852"/>
                  </a:cubicBezTo>
                  <a:cubicBezTo>
                    <a:pt x="248213" y="1423835"/>
                    <a:pt x="346155" y="1358545"/>
                    <a:pt x="365760" y="1345475"/>
                  </a:cubicBezTo>
                  <a:lnTo>
                    <a:pt x="444137" y="1293223"/>
                  </a:lnTo>
                  <a:lnTo>
                    <a:pt x="483325" y="1267098"/>
                  </a:lnTo>
                  <a:cubicBezTo>
                    <a:pt x="492034" y="1254035"/>
                    <a:pt x="499400" y="1239970"/>
                    <a:pt x="509451" y="1227909"/>
                  </a:cubicBezTo>
                  <a:cubicBezTo>
                    <a:pt x="521278" y="1213717"/>
                    <a:pt x="538392" y="1204091"/>
                    <a:pt x="548640" y="1188720"/>
                  </a:cubicBezTo>
                  <a:cubicBezTo>
                    <a:pt x="556278" y="1177263"/>
                    <a:pt x="555016" y="1161569"/>
                    <a:pt x="561703" y="1149532"/>
                  </a:cubicBezTo>
                  <a:cubicBezTo>
                    <a:pt x="576952" y="1122084"/>
                    <a:pt x="596537" y="1097281"/>
                    <a:pt x="613954" y="1071155"/>
                  </a:cubicBezTo>
                  <a:cubicBezTo>
                    <a:pt x="622663" y="1058092"/>
                    <a:pt x="628979" y="1043067"/>
                    <a:pt x="640080" y="1031966"/>
                  </a:cubicBezTo>
                  <a:cubicBezTo>
                    <a:pt x="754576" y="917470"/>
                    <a:pt x="609330" y="1057592"/>
                    <a:pt x="718457" y="966652"/>
                  </a:cubicBezTo>
                  <a:cubicBezTo>
                    <a:pt x="732649" y="954825"/>
                    <a:pt x="743063" y="938805"/>
                    <a:pt x="757645" y="927463"/>
                  </a:cubicBezTo>
                  <a:cubicBezTo>
                    <a:pt x="782430" y="908186"/>
                    <a:pt x="813821" y="897415"/>
                    <a:pt x="836023" y="875212"/>
                  </a:cubicBezTo>
                  <a:cubicBezTo>
                    <a:pt x="886312" y="824922"/>
                    <a:pt x="859840" y="846270"/>
                    <a:pt x="914400" y="809898"/>
                  </a:cubicBezTo>
                  <a:cubicBezTo>
                    <a:pt x="940088" y="771365"/>
                    <a:pt x="941996" y="762951"/>
                    <a:pt x="979714" y="731520"/>
                  </a:cubicBezTo>
                  <a:cubicBezTo>
                    <a:pt x="991775" y="721469"/>
                    <a:pt x="1006842" y="715446"/>
                    <a:pt x="1018903" y="705395"/>
                  </a:cubicBezTo>
                  <a:cubicBezTo>
                    <a:pt x="1119491" y="621572"/>
                    <a:pt x="999974" y="704951"/>
                    <a:pt x="1097280" y="640080"/>
                  </a:cubicBezTo>
                  <a:cubicBezTo>
                    <a:pt x="1150470" y="560294"/>
                    <a:pt x="1140616" y="592534"/>
                    <a:pt x="1110343" y="431075"/>
                  </a:cubicBezTo>
                  <a:cubicBezTo>
                    <a:pt x="1101802" y="385522"/>
                    <a:pt x="1027277" y="361072"/>
                    <a:pt x="1005840" y="339635"/>
                  </a:cubicBezTo>
                  <a:cubicBezTo>
                    <a:pt x="972027" y="305822"/>
                    <a:pt x="930025" y="268944"/>
                    <a:pt x="914400" y="222069"/>
                  </a:cubicBezTo>
                  <a:lnTo>
                    <a:pt x="875211" y="104503"/>
                  </a:lnTo>
                  <a:cubicBezTo>
                    <a:pt x="870857" y="91440"/>
                    <a:pt x="875211" y="69669"/>
                    <a:pt x="862148" y="65315"/>
                  </a:cubicBezTo>
                  <a:lnTo>
                    <a:pt x="822960" y="52252"/>
                  </a:lnTo>
                  <a:cubicBezTo>
                    <a:pt x="791433" y="4962"/>
                    <a:pt x="810876" y="20084"/>
                    <a:pt x="770708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EC01FF3F-75D2-F924-2A1E-AA0BDCC8313E}"/>
                </a:ext>
              </a:extLst>
            </p:cNvPr>
            <p:cNvSpPr/>
            <p:nvPr/>
          </p:nvSpPr>
          <p:spPr>
            <a:xfrm>
              <a:off x="13570136" y="16263435"/>
              <a:ext cx="438911" cy="819302"/>
            </a:xfrm>
            <a:custGeom>
              <a:avLst/>
              <a:gdLst>
                <a:gd name="connsiteX0" fmla="*/ 0 w 391885"/>
                <a:gd name="connsiteY0" fmla="*/ 731520 h 731520"/>
                <a:gd name="connsiteX1" fmla="*/ 26125 w 391885"/>
                <a:gd name="connsiteY1" fmla="*/ 587828 h 731520"/>
                <a:gd name="connsiteX2" fmla="*/ 39188 w 391885"/>
                <a:gd name="connsiteY2" fmla="*/ 548640 h 731520"/>
                <a:gd name="connsiteX3" fmla="*/ 78377 w 391885"/>
                <a:gd name="connsiteY3" fmla="*/ 509451 h 731520"/>
                <a:gd name="connsiteX4" fmla="*/ 104503 w 391885"/>
                <a:gd name="connsiteY4" fmla="*/ 470263 h 731520"/>
                <a:gd name="connsiteX5" fmla="*/ 143691 w 391885"/>
                <a:gd name="connsiteY5" fmla="*/ 352697 h 731520"/>
                <a:gd name="connsiteX6" fmla="*/ 156754 w 391885"/>
                <a:gd name="connsiteY6" fmla="*/ 313508 h 731520"/>
                <a:gd name="connsiteX7" fmla="*/ 209005 w 391885"/>
                <a:gd name="connsiteY7" fmla="*/ 235131 h 731520"/>
                <a:gd name="connsiteX8" fmla="*/ 235131 w 391885"/>
                <a:gd name="connsiteY8" fmla="*/ 195943 h 731520"/>
                <a:gd name="connsiteX9" fmla="*/ 300445 w 391885"/>
                <a:gd name="connsiteY9" fmla="*/ 78377 h 731520"/>
                <a:gd name="connsiteX10" fmla="*/ 339634 w 391885"/>
                <a:gd name="connsiteY10" fmla="*/ 65314 h 731520"/>
                <a:gd name="connsiteX11" fmla="*/ 391885 w 391885"/>
                <a:gd name="connsiteY11" fmla="*/ 0 h 73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1885" h="731520">
                  <a:moveTo>
                    <a:pt x="0" y="731520"/>
                  </a:moveTo>
                  <a:cubicBezTo>
                    <a:pt x="10570" y="657530"/>
                    <a:pt x="8530" y="649412"/>
                    <a:pt x="26125" y="587828"/>
                  </a:cubicBezTo>
                  <a:cubicBezTo>
                    <a:pt x="29908" y="574588"/>
                    <a:pt x="31550" y="560097"/>
                    <a:pt x="39188" y="548640"/>
                  </a:cubicBezTo>
                  <a:cubicBezTo>
                    <a:pt x="49436" y="533269"/>
                    <a:pt x="66550" y="523643"/>
                    <a:pt x="78377" y="509451"/>
                  </a:cubicBezTo>
                  <a:cubicBezTo>
                    <a:pt x="88428" y="497390"/>
                    <a:pt x="95794" y="483326"/>
                    <a:pt x="104503" y="470263"/>
                  </a:cubicBezTo>
                  <a:lnTo>
                    <a:pt x="143691" y="352697"/>
                  </a:lnTo>
                  <a:cubicBezTo>
                    <a:pt x="148045" y="339634"/>
                    <a:pt x="149116" y="324965"/>
                    <a:pt x="156754" y="313508"/>
                  </a:cubicBezTo>
                  <a:lnTo>
                    <a:pt x="209005" y="235131"/>
                  </a:lnTo>
                  <a:lnTo>
                    <a:pt x="235131" y="195943"/>
                  </a:lnTo>
                  <a:cubicBezTo>
                    <a:pt x="254606" y="137518"/>
                    <a:pt x="250164" y="111897"/>
                    <a:pt x="300445" y="78377"/>
                  </a:cubicBezTo>
                  <a:cubicBezTo>
                    <a:pt x="311902" y="70739"/>
                    <a:pt x="326571" y="69668"/>
                    <a:pt x="339634" y="65314"/>
                  </a:cubicBezTo>
                  <a:cubicBezTo>
                    <a:pt x="385707" y="19241"/>
                    <a:pt x="370561" y="42649"/>
                    <a:pt x="391885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5F488F8B-8DB6-633F-1E96-FC35CDD95AC9}"/>
                </a:ext>
              </a:extLst>
            </p:cNvPr>
            <p:cNvSpPr/>
            <p:nvPr/>
          </p:nvSpPr>
          <p:spPr>
            <a:xfrm>
              <a:off x="13503933" y="17005675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520"/>
            </a:p>
          </p:txBody>
        </p:sp>
      </p:grp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048983B-BC19-B7B4-E651-386190820A54}"/>
              </a:ext>
            </a:extLst>
          </p:cNvPr>
          <p:cNvCxnSpPr>
            <a:cxnSpLocks/>
          </p:cNvCxnSpPr>
          <p:nvPr/>
        </p:nvCxnSpPr>
        <p:spPr>
          <a:xfrm>
            <a:off x="17285478" y="9568220"/>
            <a:ext cx="17434" cy="1122924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/>
              <p:nvPr/>
            </p:nvSpPr>
            <p:spPr>
              <a:xfrm>
                <a:off x="16686905" y="10193798"/>
                <a:ext cx="896111" cy="634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52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520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905" y="10193798"/>
                <a:ext cx="896111" cy="63402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476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oup 382">
            <a:extLst>
              <a:ext uri="{FF2B5EF4-FFF2-40B4-BE49-F238E27FC236}">
                <a16:creationId xmlns:a16="http://schemas.microsoft.com/office/drawing/2014/main" id="{7531A99C-63D6-3F17-C0AD-271BA8E27C2A}"/>
              </a:ext>
            </a:extLst>
          </p:cNvPr>
          <p:cNvGrpSpPr/>
          <p:nvPr/>
        </p:nvGrpSpPr>
        <p:grpSpPr>
          <a:xfrm>
            <a:off x="25866293" y="8684037"/>
            <a:ext cx="5921961" cy="4715165"/>
            <a:chOff x="29735901" y="14271453"/>
            <a:chExt cx="7402451" cy="5893956"/>
          </a:xfrm>
        </p:grpSpPr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44282207-BF7B-2075-C2D5-2B9F1C3C2A28}"/>
                </a:ext>
              </a:extLst>
            </p:cNvPr>
            <p:cNvGrpSpPr/>
            <p:nvPr/>
          </p:nvGrpSpPr>
          <p:grpSpPr>
            <a:xfrm>
              <a:off x="29735901" y="14271453"/>
              <a:ext cx="7402451" cy="5893956"/>
              <a:chOff x="29454143" y="14223077"/>
              <a:chExt cx="8119166" cy="5893956"/>
            </a:xfrm>
          </p:grpSpPr>
          <p:sp>
            <p:nvSpPr>
              <p:cNvPr id="306" name="Parallelogram 305">
                <a:extLst>
                  <a:ext uri="{FF2B5EF4-FFF2-40B4-BE49-F238E27FC236}">
                    <a16:creationId xmlns:a16="http://schemas.microsoft.com/office/drawing/2014/main" id="{ACE58C7A-AC42-E576-96B7-54B0D6B050FB}"/>
                  </a:ext>
                </a:extLst>
              </p:cNvPr>
              <p:cNvSpPr/>
              <p:nvPr/>
            </p:nvSpPr>
            <p:spPr>
              <a:xfrm>
                <a:off x="30170557" y="16546586"/>
                <a:ext cx="2551145" cy="856124"/>
              </a:xfrm>
              <a:prstGeom prst="parallelogram">
                <a:avLst>
                  <a:gd name="adj" fmla="val 64128"/>
                </a:avLst>
              </a:prstGeom>
              <a:solidFill>
                <a:srgbClr val="712FA1"/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2DD607D7-5B0E-4E32-814B-DF1D02E6D6BC}"/>
                  </a:ext>
                </a:extLst>
              </p:cNvPr>
              <p:cNvGrpSpPr/>
              <p:nvPr/>
            </p:nvGrpSpPr>
            <p:grpSpPr>
              <a:xfrm>
                <a:off x="29734943" y="14223077"/>
                <a:ext cx="7053118" cy="5893956"/>
                <a:chOff x="28091219" y="16311470"/>
                <a:chExt cx="7053118" cy="6453155"/>
              </a:xfrm>
            </p:grpSpPr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4B6EC721-60C4-6A1C-187B-26502DA88E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2530" y="16311470"/>
                  <a:ext cx="19748" cy="144303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3E82737D-6B49-8FB9-7308-B9C0A0C340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7097" y="16776952"/>
                  <a:ext cx="0" cy="95996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8E4008D7-4B76-27A6-E958-636DB1F874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B8922C79-FFC6-6EC7-78ED-7727321CE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0D00D360-5101-F1F0-F59C-650487A1C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62A39DE2-651E-8A29-3E43-C8D159F521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9B7ADE64-873E-05DA-8F43-1F6B48205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5CE84C0-6584-4949-9FDB-8FD69D580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E4921A92-A462-70BE-82BD-FD28E57E3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CC8C9608-D069-2E54-63C3-BED6273FE3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3" y="18886643"/>
                  <a:ext cx="824987" cy="18209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481D7431-5CE5-159E-6911-AD006606F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831623" cy="17724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A66DCAA-60D2-A05B-884D-B19962411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24109" cy="115565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4E7A9FCA-6FDA-9766-3DE2-9C101A836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9149" y="17718873"/>
                  <a:ext cx="1518358" cy="28859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D5A17825-F715-4C17-41D8-A5B051E0E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A163F14F-E17E-4644-22AB-26CA01DE52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07413"/>
                  <a:ext cx="2762243" cy="1516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75A6F12A-D94A-B7F1-9A07-28C99087ED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583736" cy="292554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37028" y="21775226"/>
                      <a:ext cx="841575" cy="73292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60" dirty="0"/>
                    </a:p>
                  </p:txBody>
                </p:sp>
              </mc:Choice>
              <mc:Fallback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37028" y="21775226"/>
                      <a:ext cx="841575" cy="732925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107503" y="21775227"/>
                      <a:ext cx="841575" cy="6655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60" dirty="0"/>
                    </a:p>
                  </p:txBody>
                </p:sp>
              </mc:Choice>
              <mc:Fallback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107503" y="21775227"/>
                      <a:ext cx="841575" cy="66553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952215" y="21818998"/>
                      <a:ext cx="841575" cy="6655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60" dirty="0"/>
                    </a:p>
                  </p:txBody>
                </p:sp>
              </mc:Choice>
              <mc:Fallback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952215" y="21818998"/>
                      <a:ext cx="841575" cy="66553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302762" y="22099095"/>
                      <a:ext cx="841575" cy="6655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60" dirty="0"/>
                    </a:p>
                  </p:txBody>
                </p:sp>
              </mc:Choice>
              <mc:Fallback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302762" y="22099095"/>
                      <a:ext cx="841575" cy="66553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5" name="Trapezoid 254">
                <a:extLst>
                  <a:ext uri="{FF2B5EF4-FFF2-40B4-BE49-F238E27FC236}">
                    <a16:creationId xmlns:a16="http://schemas.microsoft.com/office/drawing/2014/main" id="{86974620-15A3-0A3E-6E4D-16F3C423C5FE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sp>
            <p:nvSpPr>
              <p:cNvPr id="257" name="Trapezoid 256">
                <a:extLst>
                  <a:ext uri="{FF2B5EF4-FFF2-40B4-BE49-F238E27FC236}">
                    <a16:creationId xmlns:a16="http://schemas.microsoft.com/office/drawing/2014/main" id="{D836DA2A-778C-3EC5-0548-64175ED985D6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5" name="Trapezoid 274">
                <a:extLst>
                  <a:ext uri="{FF2B5EF4-FFF2-40B4-BE49-F238E27FC236}">
                    <a16:creationId xmlns:a16="http://schemas.microsoft.com/office/drawing/2014/main" id="{28DFF800-1C29-51F2-B5B5-AE7F0F2B1481}"/>
                  </a:ext>
                </a:extLst>
              </p:cNvPr>
              <p:cNvSpPr/>
              <p:nvPr/>
            </p:nvSpPr>
            <p:spPr>
              <a:xfrm>
                <a:off x="33263987" y="18168401"/>
                <a:ext cx="1505477" cy="1021386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7" name="Trapezoid 276">
                <a:extLst>
                  <a:ext uri="{FF2B5EF4-FFF2-40B4-BE49-F238E27FC236}">
                    <a16:creationId xmlns:a16="http://schemas.microsoft.com/office/drawing/2014/main" id="{21C8A5BC-D5FC-3A5B-B104-06723CDA8C68}"/>
                  </a:ext>
                </a:extLst>
              </p:cNvPr>
              <p:cNvSpPr/>
              <p:nvPr/>
            </p:nvSpPr>
            <p:spPr>
              <a:xfrm>
                <a:off x="34940342" y="18153932"/>
                <a:ext cx="1285672" cy="1021387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1E7686A-BFAB-6D0C-6A04-2A00792470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522651"/>
                <a:ext cx="851011" cy="101234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12B1000-3A7C-E6FA-C1BF-B38AB5E7C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74676" y="14597904"/>
                <a:ext cx="2027513" cy="353140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5D0D7471-45EC-7C1A-9A76-50A12D4B3C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83030" y="14648224"/>
                <a:ext cx="2136513" cy="349373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6" name="Trapezoid 345">
                <a:extLst>
                  <a:ext uri="{FF2B5EF4-FFF2-40B4-BE49-F238E27FC236}">
                    <a16:creationId xmlns:a16="http://schemas.microsoft.com/office/drawing/2014/main" id="{44D423C3-09B3-0A4D-1A36-F805959B2F89}"/>
                  </a:ext>
                </a:extLst>
              </p:cNvPr>
              <p:cNvSpPr/>
              <p:nvPr/>
            </p:nvSpPr>
            <p:spPr>
              <a:xfrm>
                <a:off x="36375695" y="18152707"/>
                <a:ext cx="1197614" cy="1021386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463C340-2198-4310-3CBC-49FFCE017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00295" y="14628489"/>
                <a:ext cx="366736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2ABF5531-A8A9-BDD6-5049-A460F4EE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97821" y="14335385"/>
                <a:ext cx="2051" cy="30970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9E1E668A-9A45-29B2-2013-A625347EEF1B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38C4C88-821B-6ED6-3DED-944D7A1E936A}"/>
              </a:ext>
            </a:extLst>
          </p:cNvPr>
          <p:cNvGrpSpPr/>
          <p:nvPr/>
        </p:nvGrpSpPr>
        <p:grpSpPr>
          <a:xfrm>
            <a:off x="19139391" y="9164220"/>
            <a:ext cx="5286104" cy="4043655"/>
            <a:chOff x="30234841" y="20244775"/>
            <a:chExt cx="5779316" cy="5096132"/>
          </a:xfrm>
        </p:grpSpPr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822E7AA3-1F33-8458-1C70-8684F489475E}"/>
                </a:ext>
              </a:extLst>
            </p:cNvPr>
            <p:cNvGrpSpPr/>
            <p:nvPr/>
          </p:nvGrpSpPr>
          <p:grpSpPr>
            <a:xfrm>
              <a:off x="30534400" y="20244775"/>
              <a:ext cx="5201797" cy="4668427"/>
              <a:chOff x="31103293" y="16628066"/>
              <a:chExt cx="5201797" cy="4668427"/>
            </a:xfrm>
          </p:grpSpPr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7296AB60-C552-19AE-D41B-58A55CCDCA08}"/>
                  </a:ext>
                </a:extLst>
              </p:cNvPr>
              <p:cNvSpPr/>
              <p:nvPr/>
            </p:nvSpPr>
            <p:spPr>
              <a:xfrm>
                <a:off x="33087347" y="17599700"/>
                <a:ext cx="861767" cy="1728476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C3E8B878-C704-87D0-6DF2-E2E573FBEF61}"/>
                  </a:ext>
                </a:extLst>
              </p:cNvPr>
              <p:cNvSpPr/>
              <p:nvPr/>
            </p:nvSpPr>
            <p:spPr>
              <a:xfrm>
                <a:off x="33060316" y="16661028"/>
                <a:ext cx="686501" cy="949466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B45AA4E7-1B35-C987-0A05-8BBE46E244CD}"/>
                  </a:ext>
                </a:extLst>
              </p:cNvPr>
              <p:cNvSpPr/>
              <p:nvPr/>
            </p:nvSpPr>
            <p:spPr>
              <a:xfrm>
                <a:off x="33734338" y="16628066"/>
                <a:ext cx="2570752" cy="3939934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4E040DF3-9237-0CC0-89F0-55A5C71F9CFD}"/>
                  </a:ext>
                </a:extLst>
              </p:cNvPr>
              <p:cNvSpPr/>
              <p:nvPr/>
            </p:nvSpPr>
            <p:spPr>
              <a:xfrm>
                <a:off x="31103293" y="18454009"/>
                <a:ext cx="1147773" cy="1653439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EF7DC215-0634-3EAD-9228-28EF6587E797}"/>
                  </a:ext>
                </a:extLst>
              </p:cNvPr>
              <p:cNvSpPr/>
              <p:nvPr/>
            </p:nvSpPr>
            <p:spPr>
              <a:xfrm>
                <a:off x="32121432" y="18463945"/>
                <a:ext cx="564749" cy="2832548"/>
              </a:xfrm>
              <a:custGeom>
                <a:avLst/>
                <a:gdLst>
                  <a:gd name="connsiteX0" fmla="*/ 790443 w 790443"/>
                  <a:gd name="connsiteY0" fmla="*/ 2902998 h 2902998"/>
                  <a:gd name="connsiteX1" fmla="*/ 719422 w 790443"/>
                  <a:gd name="connsiteY1" fmla="*/ 2805344 h 2902998"/>
                  <a:gd name="connsiteX2" fmla="*/ 692789 w 790443"/>
                  <a:gd name="connsiteY2" fmla="*/ 2769833 h 2902998"/>
                  <a:gd name="connsiteX3" fmla="*/ 630645 w 790443"/>
                  <a:gd name="connsiteY3" fmla="*/ 2672179 h 2902998"/>
                  <a:gd name="connsiteX4" fmla="*/ 595135 w 790443"/>
                  <a:gd name="connsiteY4" fmla="*/ 2610035 h 2902998"/>
                  <a:gd name="connsiteX5" fmla="*/ 577379 w 790443"/>
                  <a:gd name="connsiteY5" fmla="*/ 2574524 h 2902998"/>
                  <a:gd name="connsiteX6" fmla="*/ 524113 w 790443"/>
                  <a:gd name="connsiteY6" fmla="*/ 2494625 h 2902998"/>
                  <a:gd name="connsiteX7" fmla="*/ 506358 w 790443"/>
                  <a:gd name="connsiteY7" fmla="*/ 2467992 h 2902998"/>
                  <a:gd name="connsiteX8" fmla="*/ 488603 w 790443"/>
                  <a:gd name="connsiteY8" fmla="*/ 2432482 h 2902998"/>
                  <a:gd name="connsiteX9" fmla="*/ 435337 w 790443"/>
                  <a:gd name="connsiteY9" fmla="*/ 2343705 h 2902998"/>
                  <a:gd name="connsiteX10" fmla="*/ 426459 w 790443"/>
                  <a:gd name="connsiteY10" fmla="*/ 2308194 h 2902998"/>
                  <a:gd name="connsiteX11" fmla="*/ 408704 w 790443"/>
                  <a:gd name="connsiteY11" fmla="*/ 2254928 h 2902998"/>
                  <a:gd name="connsiteX12" fmla="*/ 399826 w 790443"/>
                  <a:gd name="connsiteY12" fmla="*/ 2219418 h 2902998"/>
                  <a:gd name="connsiteX13" fmla="*/ 382071 w 790443"/>
                  <a:gd name="connsiteY13" fmla="*/ 2166152 h 2902998"/>
                  <a:gd name="connsiteX14" fmla="*/ 373193 w 790443"/>
                  <a:gd name="connsiteY14" fmla="*/ 2139519 h 2902998"/>
                  <a:gd name="connsiteX15" fmla="*/ 364315 w 790443"/>
                  <a:gd name="connsiteY15" fmla="*/ 2068497 h 2902998"/>
                  <a:gd name="connsiteX16" fmla="*/ 355438 w 790443"/>
                  <a:gd name="connsiteY16" fmla="*/ 1882066 h 2902998"/>
                  <a:gd name="connsiteX17" fmla="*/ 293294 w 790443"/>
                  <a:gd name="connsiteY17" fmla="*/ 1784412 h 2902998"/>
                  <a:gd name="connsiteX18" fmla="*/ 266661 w 790443"/>
                  <a:gd name="connsiteY18" fmla="*/ 1748901 h 2902998"/>
                  <a:gd name="connsiteX19" fmla="*/ 240028 w 790443"/>
                  <a:gd name="connsiteY19" fmla="*/ 1722268 h 2902998"/>
                  <a:gd name="connsiteX20" fmla="*/ 213395 w 790443"/>
                  <a:gd name="connsiteY20" fmla="*/ 1677880 h 2902998"/>
                  <a:gd name="connsiteX21" fmla="*/ 186762 w 790443"/>
                  <a:gd name="connsiteY21" fmla="*/ 1642369 h 2902998"/>
                  <a:gd name="connsiteX22" fmla="*/ 160129 w 790443"/>
                  <a:gd name="connsiteY22" fmla="*/ 1589103 h 2902998"/>
                  <a:gd name="connsiteX23" fmla="*/ 142373 w 790443"/>
                  <a:gd name="connsiteY23" fmla="*/ 1544715 h 2902998"/>
                  <a:gd name="connsiteX24" fmla="*/ 124618 w 790443"/>
                  <a:gd name="connsiteY24" fmla="*/ 1518082 h 2902998"/>
                  <a:gd name="connsiteX25" fmla="*/ 89107 w 790443"/>
                  <a:gd name="connsiteY25" fmla="*/ 1447060 h 2902998"/>
                  <a:gd name="connsiteX26" fmla="*/ 71352 w 790443"/>
                  <a:gd name="connsiteY26" fmla="*/ 1393794 h 2902998"/>
                  <a:gd name="connsiteX27" fmla="*/ 35841 w 790443"/>
                  <a:gd name="connsiteY27" fmla="*/ 1331651 h 2902998"/>
                  <a:gd name="connsiteX28" fmla="*/ 26964 w 790443"/>
                  <a:gd name="connsiteY28" fmla="*/ 1296140 h 2902998"/>
                  <a:gd name="connsiteX29" fmla="*/ 9208 w 790443"/>
                  <a:gd name="connsiteY29" fmla="*/ 1242874 h 2902998"/>
                  <a:gd name="connsiteX30" fmla="*/ 331 w 790443"/>
                  <a:gd name="connsiteY30" fmla="*/ 1189608 h 2902998"/>
                  <a:gd name="connsiteX31" fmla="*/ 18086 w 790443"/>
                  <a:gd name="connsiteY31" fmla="*/ 1020932 h 2902998"/>
                  <a:gd name="connsiteX32" fmla="*/ 26964 w 790443"/>
                  <a:gd name="connsiteY32" fmla="*/ 985422 h 2902998"/>
                  <a:gd name="connsiteX33" fmla="*/ 44719 w 790443"/>
                  <a:gd name="connsiteY33" fmla="*/ 949911 h 2902998"/>
                  <a:gd name="connsiteX34" fmla="*/ 53597 w 790443"/>
                  <a:gd name="connsiteY34" fmla="*/ 923278 h 2902998"/>
                  <a:gd name="connsiteX35" fmla="*/ 71352 w 790443"/>
                  <a:gd name="connsiteY35" fmla="*/ 896645 h 2902998"/>
                  <a:gd name="connsiteX36" fmla="*/ 80230 w 790443"/>
                  <a:gd name="connsiteY36" fmla="*/ 870012 h 2902998"/>
                  <a:gd name="connsiteX37" fmla="*/ 106863 w 790443"/>
                  <a:gd name="connsiteY37" fmla="*/ 843379 h 2902998"/>
                  <a:gd name="connsiteX38" fmla="*/ 133496 w 790443"/>
                  <a:gd name="connsiteY38" fmla="*/ 798991 h 2902998"/>
                  <a:gd name="connsiteX39" fmla="*/ 151251 w 790443"/>
                  <a:gd name="connsiteY39" fmla="*/ 772358 h 2902998"/>
                  <a:gd name="connsiteX40" fmla="*/ 186762 w 790443"/>
                  <a:gd name="connsiteY40" fmla="*/ 736847 h 2902998"/>
                  <a:gd name="connsiteX41" fmla="*/ 204517 w 790443"/>
                  <a:gd name="connsiteY41" fmla="*/ 719091 h 2902998"/>
                  <a:gd name="connsiteX42" fmla="*/ 240028 w 790443"/>
                  <a:gd name="connsiteY42" fmla="*/ 665825 h 2902998"/>
                  <a:gd name="connsiteX43" fmla="*/ 248906 w 790443"/>
                  <a:gd name="connsiteY43" fmla="*/ 639192 h 2902998"/>
                  <a:gd name="connsiteX44" fmla="*/ 302172 w 790443"/>
                  <a:gd name="connsiteY44" fmla="*/ 568171 h 2902998"/>
                  <a:gd name="connsiteX45" fmla="*/ 319927 w 790443"/>
                  <a:gd name="connsiteY45" fmla="*/ 514905 h 2902998"/>
                  <a:gd name="connsiteX46" fmla="*/ 337682 w 790443"/>
                  <a:gd name="connsiteY46" fmla="*/ 488272 h 2902998"/>
                  <a:gd name="connsiteX47" fmla="*/ 355438 w 790443"/>
                  <a:gd name="connsiteY47" fmla="*/ 435006 h 2902998"/>
                  <a:gd name="connsiteX48" fmla="*/ 346560 w 790443"/>
                  <a:gd name="connsiteY48" fmla="*/ 355107 h 2902998"/>
                  <a:gd name="connsiteX49" fmla="*/ 319927 w 790443"/>
                  <a:gd name="connsiteY49" fmla="*/ 301841 h 2902998"/>
                  <a:gd name="connsiteX50" fmla="*/ 311049 w 790443"/>
                  <a:gd name="connsiteY50" fmla="*/ 275208 h 2902998"/>
                  <a:gd name="connsiteX51" fmla="*/ 293294 w 790443"/>
                  <a:gd name="connsiteY51" fmla="*/ 248575 h 2902998"/>
                  <a:gd name="connsiteX52" fmla="*/ 284416 w 790443"/>
                  <a:gd name="connsiteY52" fmla="*/ 221942 h 2902998"/>
                  <a:gd name="connsiteX53" fmla="*/ 266661 w 790443"/>
                  <a:gd name="connsiteY53" fmla="*/ 195309 h 2902998"/>
                  <a:gd name="connsiteX54" fmla="*/ 257783 w 790443"/>
                  <a:gd name="connsiteY54" fmla="*/ 168676 h 2902998"/>
                  <a:gd name="connsiteX55" fmla="*/ 222273 w 790443"/>
                  <a:gd name="connsiteY55" fmla="*/ 79899 h 2902998"/>
                  <a:gd name="connsiteX56" fmla="*/ 177884 w 790443"/>
                  <a:gd name="connsiteY56" fmla="*/ 26633 h 2902998"/>
                  <a:gd name="connsiteX57" fmla="*/ 133496 w 790443"/>
                  <a:gd name="connsiteY57" fmla="*/ 0 h 290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790443" h="2902998">
                    <a:moveTo>
                      <a:pt x="790443" y="2902998"/>
                    </a:moveTo>
                    <a:cubicBezTo>
                      <a:pt x="671561" y="2764304"/>
                      <a:pt x="777029" y="2897517"/>
                      <a:pt x="719422" y="2805344"/>
                    </a:cubicBezTo>
                    <a:cubicBezTo>
                      <a:pt x="711580" y="2792797"/>
                      <a:pt x="700244" y="2782614"/>
                      <a:pt x="692789" y="2769833"/>
                    </a:cubicBezTo>
                    <a:cubicBezTo>
                      <a:pt x="635214" y="2671133"/>
                      <a:pt x="683796" y="2725330"/>
                      <a:pt x="630645" y="2672179"/>
                    </a:cubicBezTo>
                    <a:cubicBezTo>
                      <a:pt x="577003" y="2564892"/>
                      <a:pt x="645317" y="2697853"/>
                      <a:pt x="595135" y="2610035"/>
                    </a:cubicBezTo>
                    <a:cubicBezTo>
                      <a:pt x="588569" y="2598544"/>
                      <a:pt x="584188" y="2585872"/>
                      <a:pt x="577379" y="2574524"/>
                    </a:cubicBezTo>
                    <a:cubicBezTo>
                      <a:pt x="577354" y="2574482"/>
                      <a:pt x="533004" y="2507962"/>
                      <a:pt x="524113" y="2494625"/>
                    </a:cubicBezTo>
                    <a:cubicBezTo>
                      <a:pt x="518195" y="2485747"/>
                      <a:pt x="511130" y="2477535"/>
                      <a:pt x="506358" y="2467992"/>
                    </a:cubicBezTo>
                    <a:cubicBezTo>
                      <a:pt x="500440" y="2456155"/>
                      <a:pt x="495412" y="2443830"/>
                      <a:pt x="488603" y="2432482"/>
                    </a:cubicBezTo>
                    <a:cubicBezTo>
                      <a:pt x="467951" y="2398063"/>
                      <a:pt x="448867" y="2379785"/>
                      <a:pt x="435337" y="2343705"/>
                    </a:cubicBezTo>
                    <a:cubicBezTo>
                      <a:pt x="431053" y="2332281"/>
                      <a:pt x="429965" y="2319881"/>
                      <a:pt x="426459" y="2308194"/>
                    </a:cubicBezTo>
                    <a:cubicBezTo>
                      <a:pt x="421081" y="2290268"/>
                      <a:pt x="413243" y="2273085"/>
                      <a:pt x="408704" y="2254928"/>
                    </a:cubicBezTo>
                    <a:cubicBezTo>
                      <a:pt x="405745" y="2243091"/>
                      <a:pt x="403332" y="2231104"/>
                      <a:pt x="399826" y="2219418"/>
                    </a:cubicBezTo>
                    <a:cubicBezTo>
                      <a:pt x="394448" y="2201492"/>
                      <a:pt x="387989" y="2183907"/>
                      <a:pt x="382071" y="2166152"/>
                    </a:cubicBezTo>
                    <a:lnTo>
                      <a:pt x="373193" y="2139519"/>
                    </a:lnTo>
                    <a:cubicBezTo>
                      <a:pt x="370234" y="2115845"/>
                      <a:pt x="365956" y="2092299"/>
                      <a:pt x="364315" y="2068497"/>
                    </a:cubicBezTo>
                    <a:cubicBezTo>
                      <a:pt x="360035" y="2006430"/>
                      <a:pt x="360605" y="1944065"/>
                      <a:pt x="355438" y="1882066"/>
                    </a:cubicBezTo>
                    <a:cubicBezTo>
                      <a:pt x="352589" y="1847875"/>
                      <a:pt x="303517" y="1798043"/>
                      <a:pt x="293294" y="1784412"/>
                    </a:cubicBezTo>
                    <a:cubicBezTo>
                      <a:pt x="284416" y="1772575"/>
                      <a:pt x="277123" y="1759363"/>
                      <a:pt x="266661" y="1748901"/>
                    </a:cubicBezTo>
                    <a:cubicBezTo>
                      <a:pt x="257783" y="1740023"/>
                      <a:pt x="247561" y="1732312"/>
                      <a:pt x="240028" y="1722268"/>
                    </a:cubicBezTo>
                    <a:cubicBezTo>
                      <a:pt x="229675" y="1708464"/>
                      <a:pt x="222966" y="1692237"/>
                      <a:pt x="213395" y="1677880"/>
                    </a:cubicBezTo>
                    <a:cubicBezTo>
                      <a:pt x="205188" y="1665569"/>
                      <a:pt x="195640" y="1654206"/>
                      <a:pt x="186762" y="1642369"/>
                    </a:cubicBezTo>
                    <a:cubicBezTo>
                      <a:pt x="164448" y="1575429"/>
                      <a:pt x="194547" y="1657939"/>
                      <a:pt x="160129" y="1589103"/>
                    </a:cubicBezTo>
                    <a:cubicBezTo>
                      <a:pt x="153002" y="1574850"/>
                      <a:pt x="149500" y="1558968"/>
                      <a:pt x="142373" y="1544715"/>
                    </a:cubicBezTo>
                    <a:cubicBezTo>
                      <a:pt x="137601" y="1535172"/>
                      <a:pt x="129389" y="1527625"/>
                      <a:pt x="124618" y="1518082"/>
                    </a:cubicBezTo>
                    <a:cubicBezTo>
                      <a:pt x="81187" y="1431217"/>
                      <a:pt x="130241" y="1508759"/>
                      <a:pt x="89107" y="1447060"/>
                    </a:cubicBezTo>
                    <a:cubicBezTo>
                      <a:pt x="83189" y="1429305"/>
                      <a:pt x="81733" y="1409367"/>
                      <a:pt x="71352" y="1393794"/>
                    </a:cubicBezTo>
                    <a:cubicBezTo>
                      <a:pt x="46256" y="1356150"/>
                      <a:pt x="58369" y="1376704"/>
                      <a:pt x="35841" y="1331651"/>
                    </a:cubicBezTo>
                    <a:cubicBezTo>
                      <a:pt x="32882" y="1319814"/>
                      <a:pt x="30470" y="1307827"/>
                      <a:pt x="26964" y="1296140"/>
                    </a:cubicBezTo>
                    <a:cubicBezTo>
                      <a:pt x="21586" y="1278213"/>
                      <a:pt x="9208" y="1242874"/>
                      <a:pt x="9208" y="1242874"/>
                    </a:cubicBezTo>
                    <a:cubicBezTo>
                      <a:pt x="6249" y="1225119"/>
                      <a:pt x="331" y="1207608"/>
                      <a:pt x="331" y="1189608"/>
                    </a:cubicBezTo>
                    <a:cubicBezTo>
                      <a:pt x="331" y="1010812"/>
                      <a:pt x="-3928" y="1097978"/>
                      <a:pt x="18086" y="1020932"/>
                    </a:cubicBezTo>
                    <a:cubicBezTo>
                      <a:pt x="21438" y="1009200"/>
                      <a:pt x="22680" y="996846"/>
                      <a:pt x="26964" y="985422"/>
                    </a:cubicBezTo>
                    <a:cubicBezTo>
                      <a:pt x="31611" y="973031"/>
                      <a:pt x="39506" y="962075"/>
                      <a:pt x="44719" y="949911"/>
                    </a:cubicBezTo>
                    <a:cubicBezTo>
                      <a:pt x="48405" y="941310"/>
                      <a:pt x="49412" y="931648"/>
                      <a:pt x="53597" y="923278"/>
                    </a:cubicBezTo>
                    <a:cubicBezTo>
                      <a:pt x="58369" y="913735"/>
                      <a:pt x="66580" y="906188"/>
                      <a:pt x="71352" y="896645"/>
                    </a:cubicBezTo>
                    <a:cubicBezTo>
                      <a:pt x="75537" y="888275"/>
                      <a:pt x="75039" y="877798"/>
                      <a:pt x="80230" y="870012"/>
                    </a:cubicBezTo>
                    <a:cubicBezTo>
                      <a:pt x="87194" y="859566"/>
                      <a:pt x="97985" y="852257"/>
                      <a:pt x="106863" y="843379"/>
                    </a:cubicBezTo>
                    <a:cubicBezTo>
                      <a:pt x="122279" y="797126"/>
                      <a:pt x="105641" y="833809"/>
                      <a:pt x="133496" y="798991"/>
                    </a:cubicBezTo>
                    <a:cubicBezTo>
                      <a:pt x="140161" y="790660"/>
                      <a:pt x="144307" y="780459"/>
                      <a:pt x="151251" y="772358"/>
                    </a:cubicBezTo>
                    <a:cubicBezTo>
                      <a:pt x="162145" y="759648"/>
                      <a:pt x="174925" y="748684"/>
                      <a:pt x="186762" y="736847"/>
                    </a:cubicBezTo>
                    <a:cubicBezTo>
                      <a:pt x="192680" y="730928"/>
                      <a:pt x="199874" y="726055"/>
                      <a:pt x="204517" y="719091"/>
                    </a:cubicBezTo>
                    <a:cubicBezTo>
                      <a:pt x="216354" y="701336"/>
                      <a:pt x="233280" y="686069"/>
                      <a:pt x="240028" y="665825"/>
                    </a:cubicBezTo>
                    <a:cubicBezTo>
                      <a:pt x="242987" y="656947"/>
                      <a:pt x="244361" y="647372"/>
                      <a:pt x="248906" y="639192"/>
                    </a:cubicBezTo>
                    <a:cubicBezTo>
                      <a:pt x="274004" y="594016"/>
                      <a:pt x="275232" y="595110"/>
                      <a:pt x="302172" y="568171"/>
                    </a:cubicBezTo>
                    <a:cubicBezTo>
                      <a:pt x="308090" y="550416"/>
                      <a:pt x="309546" y="530478"/>
                      <a:pt x="319927" y="514905"/>
                    </a:cubicBezTo>
                    <a:cubicBezTo>
                      <a:pt x="325845" y="506027"/>
                      <a:pt x="333349" y="498022"/>
                      <a:pt x="337682" y="488272"/>
                    </a:cubicBezTo>
                    <a:cubicBezTo>
                      <a:pt x="345283" y="471169"/>
                      <a:pt x="355438" y="435006"/>
                      <a:pt x="355438" y="435006"/>
                    </a:cubicBezTo>
                    <a:cubicBezTo>
                      <a:pt x="352479" y="408373"/>
                      <a:pt x="350966" y="381539"/>
                      <a:pt x="346560" y="355107"/>
                    </a:cubicBezTo>
                    <a:cubicBezTo>
                      <a:pt x="340982" y="321637"/>
                      <a:pt x="335264" y="332514"/>
                      <a:pt x="319927" y="301841"/>
                    </a:cubicBezTo>
                    <a:cubicBezTo>
                      <a:pt x="315742" y="293471"/>
                      <a:pt x="315234" y="283578"/>
                      <a:pt x="311049" y="275208"/>
                    </a:cubicBezTo>
                    <a:cubicBezTo>
                      <a:pt x="306277" y="265665"/>
                      <a:pt x="298066" y="258118"/>
                      <a:pt x="293294" y="248575"/>
                    </a:cubicBezTo>
                    <a:cubicBezTo>
                      <a:pt x="289109" y="240205"/>
                      <a:pt x="288601" y="230312"/>
                      <a:pt x="284416" y="221942"/>
                    </a:cubicBezTo>
                    <a:cubicBezTo>
                      <a:pt x="279644" y="212399"/>
                      <a:pt x="271433" y="204852"/>
                      <a:pt x="266661" y="195309"/>
                    </a:cubicBezTo>
                    <a:cubicBezTo>
                      <a:pt x="262476" y="186939"/>
                      <a:pt x="261142" y="177410"/>
                      <a:pt x="257783" y="168676"/>
                    </a:cubicBezTo>
                    <a:cubicBezTo>
                      <a:pt x="246342" y="138929"/>
                      <a:pt x="237898" y="107678"/>
                      <a:pt x="222273" y="79899"/>
                    </a:cubicBezTo>
                    <a:cubicBezTo>
                      <a:pt x="210942" y="59755"/>
                      <a:pt x="195063" y="42094"/>
                      <a:pt x="177884" y="26633"/>
                    </a:cubicBezTo>
                    <a:cubicBezTo>
                      <a:pt x="165058" y="15090"/>
                      <a:pt x="133496" y="0"/>
                      <a:pt x="133496" y="0"/>
                    </a:cubicBez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6" name="Freeform 295">
                <a:extLst>
                  <a:ext uri="{FF2B5EF4-FFF2-40B4-BE49-F238E27FC236}">
                    <a16:creationId xmlns:a16="http://schemas.microsoft.com/office/drawing/2014/main" id="{0EA7AA7F-BBC5-FC56-87DD-D05132BA3908}"/>
                  </a:ext>
                </a:extLst>
              </p:cNvPr>
              <p:cNvSpPr/>
              <p:nvPr/>
            </p:nvSpPr>
            <p:spPr>
              <a:xfrm>
                <a:off x="32227724" y="17595166"/>
                <a:ext cx="859623" cy="868772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762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0" name="Freeform: Shape 639">
                <a:extLst>
                  <a:ext uri="{FF2B5EF4-FFF2-40B4-BE49-F238E27FC236}">
                    <a16:creationId xmlns:a16="http://schemas.microsoft.com/office/drawing/2014/main" id="{3FABF73E-B6A2-9795-99DC-59428A1FB03A}"/>
                  </a:ext>
                </a:extLst>
              </p:cNvPr>
              <p:cNvSpPr/>
              <p:nvPr/>
            </p:nvSpPr>
            <p:spPr>
              <a:xfrm>
                <a:off x="32749861" y="17827825"/>
                <a:ext cx="410551" cy="2061151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1" name="Freeform: Shape 582">
                <a:extLst>
                  <a:ext uri="{FF2B5EF4-FFF2-40B4-BE49-F238E27FC236}">
                    <a16:creationId xmlns:a16="http://schemas.microsoft.com/office/drawing/2014/main" id="{AAE3D7B8-30E8-92C6-D5A4-F362162F64F4}"/>
                  </a:ext>
                </a:extLst>
              </p:cNvPr>
              <p:cNvSpPr/>
              <p:nvPr/>
            </p:nvSpPr>
            <p:spPr>
              <a:xfrm>
                <a:off x="31405634" y="19549512"/>
                <a:ext cx="285766" cy="1334468"/>
              </a:xfrm>
              <a:custGeom>
                <a:avLst/>
                <a:gdLst>
                  <a:gd name="connsiteX0" fmla="*/ 0 w 97367"/>
                  <a:gd name="connsiteY0" fmla="*/ 0 h 143933"/>
                  <a:gd name="connsiteX1" fmla="*/ 8467 w 97367"/>
                  <a:gd name="connsiteY1" fmla="*/ 19050 h 143933"/>
                  <a:gd name="connsiteX2" fmla="*/ 12700 w 97367"/>
                  <a:gd name="connsiteY2" fmla="*/ 27517 h 143933"/>
                  <a:gd name="connsiteX3" fmla="*/ 14817 w 97367"/>
                  <a:gd name="connsiteY3" fmla="*/ 33867 h 143933"/>
                  <a:gd name="connsiteX4" fmla="*/ 21167 w 97367"/>
                  <a:gd name="connsiteY4" fmla="*/ 38100 h 143933"/>
                  <a:gd name="connsiteX5" fmla="*/ 35983 w 97367"/>
                  <a:gd name="connsiteY5" fmla="*/ 55033 h 143933"/>
                  <a:gd name="connsiteX6" fmla="*/ 40217 w 97367"/>
                  <a:gd name="connsiteY6" fmla="*/ 63500 h 143933"/>
                  <a:gd name="connsiteX7" fmla="*/ 67733 w 97367"/>
                  <a:gd name="connsiteY7" fmla="*/ 86783 h 143933"/>
                  <a:gd name="connsiteX8" fmla="*/ 71967 w 97367"/>
                  <a:gd name="connsiteY8" fmla="*/ 99483 h 143933"/>
                  <a:gd name="connsiteX9" fmla="*/ 80433 w 97367"/>
                  <a:gd name="connsiteY9" fmla="*/ 112183 h 143933"/>
                  <a:gd name="connsiteX10" fmla="*/ 86783 w 97367"/>
                  <a:gd name="connsiteY10" fmla="*/ 129117 h 143933"/>
                  <a:gd name="connsiteX11" fmla="*/ 91017 w 97367"/>
                  <a:gd name="connsiteY11" fmla="*/ 133350 h 143933"/>
                  <a:gd name="connsiteX12" fmla="*/ 97367 w 97367"/>
                  <a:gd name="connsiteY12" fmla="*/ 143933 h 143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7367" h="143933">
                    <a:moveTo>
                      <a:pt x="0" y="0"/>
                    </a:moveTo>
                    <a:cubicBezTo>
                      <a:pt x="3490" y="17446"/>
                      <a:pt x="-709" y="4367"/>
                      <a:pt x="8467" y="19050"/>
                    </a:cubicBezTo>
                    <a:cubicBezTo>
                      <a:pt x="10139" y="21726"/>
                      <a:pt x="11457" y="24617"/>
                      <a:pt x="12700" y="27517"/>
                    </a:cubicBezTo>
                    <a:cubicBezTo>
                      <a:pt x="13579" y="29568"/>
                      <a:pt x="13423" y="32125"/>
                      <a:pt x="14817" y="33867"/>
                    </a:cubicBezTo>
                    <a:cubicBezTo>
                      <a:pt x="16406" y="35853"/>
                      <a:pt x="19050" y="36689"/>
                      <a:pt x="21167" y="38100"/>
                    </a:cubicBezTo>
                    <a:cubicBezTo>
                      <a:pt x="31064" y="57896"/>
                      <a:pt x="17719" y="34161"/>
                      <a:pt x="35983" y="55033"/>
                    </a:cubicBezTo>
                    <a:cubicBezTo>
                      <a:pt x="38061" y="57408"/>
                      <a:pt x="38163" y="61104"/>
                      <a:pt x="40217" y="63500"/>
                    </a:cubicBezTo>
                    <a:cubicBezTo>
                      <a:pt x="58413" y="84729"/>
                      <a:pt x="52934" y="81851"/>
                      <a:pt x="67733" y="86783"/>
                    </a:cubicBezTo>
                    <a:cubicBezTo>
                      <a:pt x="69144" y="91016"/>
                      <a:pt x="68812" y="96327"/>
                      <a:pt x="71967" y="99483"/>
                    </a:cubicBezTo>
                    <a:cubicBezTo>
                      <a:pt x="77134" y="104651"/>
                      <a:pt x="77358" y="103983"/>
                      <a:pt x="80433" y="112183"/>
                    </a:cubicBezTo>
                    <a:cubicBezTo>
                      <a:pt x="84421" y="122816"/>
                      <a:pt x="80050" y="119018"/>
                      <a:pt x="86783" y="129117"/>
                    </a:cubicBezTo>
                    <a:cubicBezTo>
                      <a:pt x="87890" y="130777"/>
                      <a:pt x="89770" y="131792"/>
                      <a:pt x="91017" y="133350"/>
                    </a:cubicBezTo>
                    <a:cubicBezTo>
                      <a:pt x="94420" y="137604"/>
                      <a:pt x="95170" y="139539"/>
                      <a:pt x="97367" y="143933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2" name="Freeform: Shape 406">
                <a:extLst>
                  <a:ext uri="{FF2B5EF4-FFF2-40B4-BE49-F238E27FC236}">
                    <a16:creationId xmlns:a16="http://schemas.microsoft.com/office/drawing/2014/main" id="{50ABBEB7-EDE1-40C9-15E0-DF95016DEDE0}"/>
                  </a:ext>
                </a:extLst>
              </p:cNvPr>
              <p:cNvSpPr/>
              <p:nvPr/>
            </p:nvSpPr>
            <p:spPr>
              <a:xfrm>
                <a:off x="33510449" y="19033561"/>
                <a:ext cx="259551" cy="1357689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3" name="Freeform: Shape 639">
                <a:extLst>
                  <a:ext uri="{FF2B5EF4-FFF2-40B4-BE49-F238E27FC236}">
                    <a16:creationId xmlns:a16="http://schemas.microsoft.com/office/drawing/2014/main" id="{80AB8AE9-3BD1-0222-538A-E6E71BF1335C}"/>
                  </a:ext>
                </a:extLst>
              </p:cNvPr>
              <p:cNvSpPr/>
              <p:nvPr/>
            </p:nvSpPr>
            <p:spPr>
              <a:xfrm>
                <a:off x="35068519" y="19239083"/>
                <a:ext cx="475984" cy="772088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4" name="Freeform: Shape 406">
                <a:extLst>
                  <a:ext uri="{FF2B5EF4-FFF2-40B4-BE49-F238E27FC236}">
                    <a16:creationId xmlns:a16="http://schemas.microsoft.com/office/drawing/2014/main" id="{C6E940FE-21E3-F34B-5C0D-29378BAD1778}"/>
                  </a:ext>
                </a:extLst>
              </p:cNvPr>
              <p:cNvSpPr/>
              <p:nvPr/>
            </p:nvSpPr>
            <p:spPr>
              <a:xfrm>
                <a:off x="35680849" y="19961727"/>
                <a:ext cx="189583" cy="606273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/>
                <p:nvPr/>
              </p:nvSpPr>
              <p:spPr>
                <a:xfrm>
                  <a:off x="30234841" y="23578437"/>
                  <a:ext cx="583706" cy="602998"/>
                </a:xfrm>
                <a:custGeom>
                  <a:avLst/>
                  <a:gdLst>
                    <a:gd name="connsiteX0" fmla="*/ 0 w 533892"/>
                    <a:gd name="connsiteY0" fmla="*/ 0 h 478464"/>
                    <a:gd name="connsiteX1" fmla="*/ 533892 w 533892"/>
                    <a:gd name="connsiteY1" fmla="*/ 0 h 478464"/>
                    <a:gd name="connsiteX2" fmla="*/ 533892 w 533892"/>
                    <a:gd name="connsiteY2" fmla="*/ 478464 h 478464"/>
                    <a:gd name="connsiteX3" fmla="*/ 0 w 533892"/>
                    <a:gd name="connsiteY3" fmla="*/ 478464 h 478464"/>
                    <a:gd name="connsiteX4" fmla="*/ 0 w 5338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892" h="478464" extrusionOk="0">
                      <a:moveTo>
                        <a:pt x="0" y="0"/>
                      </a:moveTo>
                      <a:cubicBezTo>
                        <a:pt x="249798" y="-7628"/>
                        <a:pt x="307944" y="45758"/>
                        <a:pt x="533892" y="0"/>
                      </a:cubicBezTo>
                      <a:cubicBezTo>
                        <a:pt x="582841" y="175492"/>
                        <a:pt x="507721" y="339994"/>
                        <a:pt x="533892" y="478464"/>
                      </a:cubicBezTo>
                      <a:cubicBezTo>
                        <a:pt x="280547" y="523487"/>
                        <a:pt x="126532" y="471614"/>
                        <a:pt x="0" y="478464"/>
                      </a:cubicBezTo>
                      <a:cubicBezTo>
                        <a:pt x="-19422" y="349564"/>
                        <a:pt x="14864" y="15063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41" y="23578437"/>
                  <a:ext cx="583706" cy="602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custGeom>
                          <a:avLst/>
                          <a:gdLst>
                            <a:gd name="connsiteX0" fmla="*/ 0 w 533892"/>
                            <a:gd name="connsiteY0" fmla="*/ 0 h 478464"/>
                            <a:gd name="connsiteX1" fmla="*/ 533892 w 533892"/>
                            <a:gd name="connsiteY1" fmla="*/ 0 h 478464"/>
                            <a:gd name="connsiteX2" fmla="*/ 533892 w 533892"/>
                            <a:gd name="connsiteY2" fmla="*/ 478464 h 478464"/>
                            <a:gd name="connsiteX3" fmla="*/ 0 w 533892"/>
                            <a:gd name="connsiteY3" fmla="*/ 478464 h 478464"/>
                            <a:gd name="connsiteX4" fmla="*/ 0 w 5338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33892" h="478464" extrusionOk="0">
                              <a:moveTo>
                                <a:pt x="0" y="0"/>
                              </a:moveTo>
                              <a:cubicBezTo>
                                <a:pt x="249798" y="-7628"/>
                                <a:pt x="307944" y="45758"/>
                                <a:pt x="533892" y="0"/>
                              </a:cubicBezTo>
                              <a:cubicBezTo>
                                <a:pt x="582841" y="175492"/>
                                <a:pt x="507721" y="339994"/>
                                <a:pt x="533892" y="478464"/>
                              </a:cubicBezTo>
                              <a:cubicBezTo>
                                <a:pt x="280547" y="523487"/>
                                <a:pt x="126532" y="471614"/>
                                <a:pt x="0" y="478464"/>
                              </a:cubicBezTo>
                              <a:cubicBezTo>
                                <a:pt x="-19422" y="349564"/>
                                <a:pt x="14864" y="15063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/>
                <p:nvPr/>
              </p:nvSpPr>
              <p:spPr>
                <a:xfrm>
                  <a:off x="30837416" y="24352473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08095" y="-2920"/>
                        <a:pt x="337862" y="7609"/>
                        <a:pt x="516553" y="0"/>
                      </a:cubicBezTo>
                      <a:cubicBezTo>
                        <a:pt x="526599" y="158809"/>
                        <a:pt x="508562" y="259416"/>
                        <a:pt x="516553" y="478464"/>
                      </a:cubicBezTo>
                      <a:cubicBezTo>
                        <a:pt x="373202" y="468128"/>
                        <a:pt x="223706" y="490637"/>
                        <a:pt x="0" y="478464"/>
                      </a:cubicBezTo>
                      <a:cubicBezTo>
                        <a:pt x="2260" y="300948"/>
                        <a:pt x="-15439" y="11853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𝑎</m:t>
                            </m:r>
                          </m:e>
                          <m:sub>
                            <m:r>
                              <a:rPr lang="en-US" sz="2509"/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>
                    <a:latin typeface="+mn-lt"/>
                  </a:endParaRPr>
                </a:p>
              </p:txBody>
            </p:sp>
          </mc:Choice>
          <mc:Fallback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37416" y="24352473"/>
                  <a:ext cx="564749" cy="60299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08095" y="-2920"/>
                                <a:pt x="337862" y="7609"/>
                                <a:pt x="516553" y="0"/>
                              </a:cubicBezTo>
                              <a:cubicBezTo>
                                <a:pt x="526599" y="158809"/>
                                <a:pt x="508562" y="259416"/>
                                <a:pt x="516553" y="478464"/>
                              </a:cubicBezTo>
                              <a:cubicBezTo>
                                <a:pt x="373202" y="468128"/>
                                <a:pt x="223706" y="490637"/>
                                <a:pt x="0" y="478464"/>
                              </a:cubicBezTo>
                              <a:cubicBezTo>
                                <a:pt x="2260" y="300948"/>
                                <a:pt x="-15439" y="11853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/>
                <p:nvPr/>
              </p:nvSpPr>
              <p:spPr>
                <a:xfrm>
                  <a:off x="31812533" y="24737909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207532" y="-7840"/>
                        <a:pt x="265328" y="21731"/>
                        <a:pt x="516553" y="0"/>
                      </a:cubicBezTo>
                      <a:cubicBezTo>
                        <a:pt x="514190" y="180754"/>
                        <a:pt x="503024" y="350996"/>
                        <a:pt x="516553" y="478464"/>
                      </a:cubicBezTo>
                      <a:cubicBezTo>
                        <a:pt x="277421" y="486504"/>
                        <a:pt x="116336" y="489071"/>
                        <a:pt x="0" y="478464"/>
                      </a:cubicBezTo>
                      <a:cubicBezTo>
                        <a:pt x="9598" y="253802"/>
                        <a:pt x="17872" y="10392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𝑏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>
                    <a:latin typeface="+mn-lt"/>
                  </a:endParaRPr>
                </a:p>
              </p:txBody>
            </p:sp>
          </mc:Choice>
          <mc:Fallback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12533" y="24737909"/>
                  <a:ext cx="564749" cy="602998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207532" y="-7840"/>
                                <a:pt x="265328" y="21731"/>
                                <a:pt x="516553" y="0"/>
                              </a:cubicBezTo>
                              <a:cubicBezTo>
                                <a:pt x="514190" y="180754"/>
                                <a:pt x="503024" y="350996"/>
                                <a:pt x="516553" y="478464"/>
                              </a:cubicBezTo>
                              <a:cubicBezTo>
                                <a:pt x="277421" y="486504"/>
                                <a:pt x="116336" y="489071"/>
                                <a:pt x="0" y="478464"/>
                              </a:cubicBezTo>
                              <a:cubicBezTo>
                                <a:pt x="9598" y="253802"/>
                                <a:pt x="17872" y="10392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86B70681-D09F-3028-8DB5-8583C95E32C2}"/>
                </a:ext>
              </a:extLst>
            </p:cNvPr>
            <p:cNvSpPr/>
            <p:nvPr/>
          </p:nvSpPr>
          <p:spPr>
            <a:xfrm>
              <a:off x="32691213" y="22107590"/>
              <a:ext cx="287531" cy="677595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/>
                <p:nvPr/>
              </p:nvSpPr>
              <p:spPr>
                <a:xfrm>
                  <a:off x="33219331" y="22808995"/>
                  <a:ext cx="464232" cy="602998"/>
                </a:xfrm>
                <a:custGeom>
                  <a:avLst/>
                  <a:gdLst>
                    <a:gd name="connsiteX0" fmla="*/ 0 w 424614"/>
                    <a:gd name="connsiteY0" fmla="*/ 0 h 478464"/>
                    <a:gd name="connsiteX1" fmla="*/ 424614 w 424614"/>
                    <a:gd name="connsiteY1" fmla="*/ 0 h 478464"/>
                    <a:gd name="connsiteX2" fmla="*/ 424614 w 424614"/>
                    <a:gd name="connsiteY2" fmla="*/ 478464 h 478464"/>
                    <a:gd name="connsiteX3" fmla="*/ 0 w 424614"/>
                    <a:gd name="connsiteY3" fmla="*/ 478464 h 478464"/>
                    <a:gd name="connsiteX4" fmla="*/ 0 w 424614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4614" h="478464" extrusionOk="0">
                      <a:moveTo>
                        <a:pt x="0" y="0"/>
                      </a:moveTo>
                      <a:cubicBezTo>
                        <a:pt x="103851" y="15446"/>
                        <a:pt x="320078" y="2545"/>
                        <a:pt x="424614" y="0"/>
                      </a:cubicBezTo>
                      <a:cubicBezTo>
                        <a:pt x="401096" y="171188"/>
                        <a:pt x="412981" y="340904"/>
                        <a:pt x="424614" y="478464"/>
                      </a:cubicBezTo>
                      <a:cubicBezTo>
                        <a:pt x="282577" y="468985"/>
                        <a:pt x="207562" y="496884"/>
                        <a:pt x="0" y="478464"/>
                      </a:cubicBezTo>
                      <a:cubicBezTo>
                        <a:pt x="-4507" y="375654"/>
                        <a:pt x="2506" y="207085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𝑐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>
                    <a:latin typeface="+mn-lt"/>
                  </a:endParaRPr>
                </a:p>
              </p:txBody>
            </p:sp>
          </mc:Choice>
          <mc:Fallback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19331" y="22808995"/>
                  <a:ext cx="464232" cy="60299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custGeom>
                          <a:avLst/>
                          <a:gdLst>
                            <a:gd name="connsiteX0" fmla="*/ 0 w 424614"/>
                            <a:gd name="connsiteY0" fmla="*/ 0 h 478464"/>
                            <a:gd name="connsiteX1" fmla="*/ 424614 w 424614"/>
                            <a:gd name="connsiteY1" fmla="*/ 0 h 478464"/>
                            <a:gd name="connsiteX2" fmla="*/ 424614 w 424614"/>
                            <a:gd name="connsiteY2" fmla="*/ 478464 h 478464"/>
                            <a:gd name="connsiteX3" fmla="*/ 0 w 424614"/>
                            <a:gd name="connsiteY3" fmla="*/ 478464 h 478464"/>
                            <a:gd name="connsiteX4" fmla="*/ 0 w 424614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24614" h="478464" extrusionOk="0">
                              <a:moveTo>
                                <a:pt x="0" y="0"/>
                              </a:moveTo>
                              <a:cubicBezTo>
                                <a:pt x="103851" y="15446"/>
                                <a:pt x="320078" y="2545"/>
                                <a:pt x="424614" y="0"/>
                              </a:cubicBezTo>
                              <a:cubicBezTo>
                                <a:pt x="401096" y="171188"/>
                                <a:pt x="412981" y="340904"/>
                                <a:pt x="424614" y="478464"/>
                              </a:cubicBezTo>
                              <a:cubicBezTo>
                                <a:pt x="282577" y="468985"/>
                                <a:pt x="207562" y="496884"/>
                                <a:pt x="0" y="478464"/>
                              </a:cubicBezTo>
                              <a:cubicBezTo>
                                <a:pt x="-4507" y="375654"/>
                                <a:pt x="2506" y="207085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/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blipFill>
                  <a:blip r:embed="rId10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/>
                <p:nvPr/>
              </p:nvSpPr>
              <p:spPr>
                <a:xfrm>
                  <a:off x="31926675" y="23412340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51568" y="-36692"/>
                        <a:pt x="408660" y="18371"/>
                        <a:pt x="516553" y="0"/>
                      </a:cubicBezTo>
                      <a:cubicBezTo>
                        <a:pt x="553227" y="218211"/>
                        <a:pt x="510101" y="331965"/>
                        <a:pt x="516553" y="478464"/>
                      </a:cubicBezTo>
                      <a:cubicBezTo>
                        <a:pt x="312788" y="529810"/>
                        <a:pt x="109948" y="421743"/>
                        <a:pt x="0" y="478464"/>
                      </a:cubicBezTo>
                      <a:cubicBezTo>
                        <a:pt x="-26254" y="374488"/>
                        <a:pt x="2433" y="1961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6675" y="23412340"/>
                  <a:ext cx="564749" cy="602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51568" y="-36692"/>
                                <a:pt x="408660" y="18371"/>
                                <a:pt x="516553" y="0"/>
                              </a:cubicBezTo>
                              <a:cubicBezTo>
                                <a:pt x="553227" y="218211"/>
                                <a:pt x="510101" y="331965"/>
                                <a:pt x="516553" y="478464"/>
                              </a:cubicBezTo>
                              <a:cubicBezTo>
                                <a:pt x="312788" y="529810"/>
                                <a:pt x="109948" y="421743"/>
                                <a:pt x="0" y="478464"/>
                              </a:cubicBezTo>
                              <a:cubicBezTo>
                                <a:pt x="-26254" y="374488"/>
                                <a:pt x="2433" y="1961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/>
                <p:nvPr/>
              </p:nvSpPr>
              <p:spPr>
                <a:xfrm>
                  <a:off x="32678126" y="23915522"/>
                  <a:ext cx="625709" cy="602998"/>
                </a:xfrm>
                <a:custGeom>
                  <a:avLst/>
                  <a:gdLst>
                    <a:gd name="connsiteX0" fmla="*/ 0 w 572310"/>
                    <a:gd name="connsiteY0" fmla="*/ 0 h 478464"/>
                    <a:gd name="connsiteX1" fmla="*/ 572310 w 572310"/>
                    <a:gd name="connsiteY1" fmla="*/ 0 h 478464"/>
                    <a:gd name="connsiteX2" fmla="*/ 572310 w 572310"/>
                    <a:gd name="connsiteY2" fmla="*/ 478464 h 478464"/>
                    <a:gd name="connsiteX3" fmla="*/ 0 w 572310"/>
                    <a:gd name="connsiteY3" fmla="*/ 478464 h 478464"/>
                    <a:gd name="connsiteX4" fmla="*/ 0 w 572310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310" h="478464" extrusionOk="0">
                      <a:moveTo>
                        <a:pt x="0" y="0"/>
                      </a:moveTo>
                      <a:cubicBezTo>
                        <a:pt x="234519" y="-35270"/>
                        <a:pt x="436798" y="3041"/>
                        <a:pt x="572310" y="0"/>
                      </a:cubicBezTo>
                      <a:cubicBezTo>
                        <a:pt x="606321" y="136340"/>
                        <a:pt x="552843" y="295474"/>
                        <a:pt x="572310" y="478464"/>
                      </a:cubicBezTo>
                      <a:cubicBezTo>
                        <a:pt x="305630" y="537574"/>
                        <a:pt x="230609" y="431899"/>
                        <a:pt x="0" y="478464"/>
                      </a:cubicBezTo>
                      <a:cubicBezTo>
                        <a:pt x="-56177" y="244548"/>
                        <a:pt x="29686" y="189253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78126" y="23915522"/>
                  <a:ext cx="625709" cy="60299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custGeom>
                          <a:avLst/>
                          <a:gdLst>
                            <a:gd name="connsiteX0" fmla="*/ 0 w 572310"/>
                            <a:gd name="connsiteY0" fmla="*/ 0 h 478464"/>
                            <a:gd name="connsiteX1" fmla="*/ 572310 w 572310"/>
                            <a:gd name="connsiteY1" fmla="*/ 0 h 478464"/>
                            <a:gd name="connsiteX2" fmla="*/ 572310 w 572310"/>
                            <a:gd name="connsiteY2" fmla="*/ 478464 h 478464"/>
                            <a:gd name="connsiteX3" fmla="*/ 0 w 572310"/>
                            <a:gd name="connsiteY3" fmla="*/ 478464 h 478464"/>
                            <a:gd name="connsiteX4" fmla="*/ 0 w 572310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72310" h="478464" extrusionOk="0">
                              <a:moveTo>
                                <a:pt x="0" y="0"/>
                              </a:moveTo>
                              <a:cubicBezTo>
                                <a:pt x="234519" y="-35270"/>
                                <a:pt x="436798" y="3041"/>
                                <a:pt x="572310" y="0"/>
                              </a:cubicBezTo>
                              <a:cubicBezTo>
                                <a:pt x="606321" y="136340"/>
                                <a:pt x="552843" y="295474"/>
                                <a:pt x="572310" y="478464"/>
                              </a:cubicBezTo>
                              <a:cubicBezTo>
                                <a:pt x="305630" y="537574"/>
                                <a:pt x="230609" y="431899"/>
                                <a:pt x="0" y="478464"/>
                              </a:cubicBezTo>
                              <a:cubicBezTo>
                                <a:pt x="-56177" y="244548"/>
                                <a:pt x="29686" y="189253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/>
                <p:nvPr/>
              </p:nvSpPr>
              <p:spPr>
                <a:xfrm>
                  <a:off x="34257707" y="23533709"/>
                  <a:ext cx="576928" cy="602998"/>
                </a:xfrm>
                <a:custGeom>
                  <a:avLst/>
                  <a:gdLst>
                    <a:gd name="connsiteX0" fmla="*/ 0 w 527692"/>
                    <a:gd name="connsiteY0" fmla="*/ 0 h 478464"/>
                    <a:gd name="connsiteX1" fmla="*/ 527692 w 527692"/>
                    <a:gd name="connsiteY1" fmla="*/ 0 h 478464"/>
                    <a:gd name="connsiteX2" fmla="*/ 527692 w 527692"/>
                    <a:gd name="connsiteY2" fmla="*/ 478464 h 478464"/>
                    <a:gd name="connsiteX3" fmla="*/ 0 w 527692"/>
                    <a:gd name="connsiteY3" fmla="*/ 478464 h 478464"/>
                    <a:gd name="connsiteX4" fmla="*/ 0 w 5276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7692" h="478464" extrusionOk="0">
                      <a:moveTo>
                        <a:pt x="0" y="0"/>
                      </a:moveTo>
                      <a:cubicBezTo>
                        <a:pt x="180492" y="-33578"/>
                        <a:pt x="307749" y="55825"/>
                        <a:pt x="527692" y="0"/>
                      </a:cubicBezTo>
                      <a:cubicBezTo>
                        <a:pt x="577697" y="154586"/>
                        <a:pt x="502782" y="381430"/>
                        <a:pt x="527692" y="478464"/>
                      </a:cubicBezTo>
                      <a:cubicBezTo>
                        <a:pt x="338451" y="530172"/>
                        <a:pt x="171752" y="419549"/>
                        <a:pt x="0" y="478464"/>
                      </a:cubicBezTo>
                      <a:cubicBezTo>
                        <a:pt x="-22464" y="292633"/>
                        <a:pt x="15538" y="154734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7707" y="23533709"/>
                  <a:ext cx="576928" cy="602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custGeom>
                          <a:avLst/>
                          <a:gdLst>
                            <a:gd name="connsiteX0" fmla="*/ 0 w 527692"/>
                            <a:gd name="connsiteY0" fmla="*/ 0 h 478464"/>
                            <a:gd name="connsiteX1" fmla="*/ 527692 w 527692"/>
                            <a:gd name="connsiteY1" fmla="*/ 0 h 478464"/>
                            <a:gd name="connsiteX2" fmla="*/ 527692 w 527692"/>
                            <a:gd name="connsiteY2" fmla="*/ 478464 h 478464"/>
                            <a:gd name="connsiteX3" fmla="*/ 0 w 527692"/>
                            <a:gd name="connsiteY3" fmla="*/ 478464 h 478464"/>
                            <a:gd name="connsiteX4" fmla="*/ 0 w 5276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27692" h="478464" extrusionOk="0">
                              <a:moveTo>
                                <a:pt x="0" y="0"/>
                              </a:moveTo>
                              <a:cubicBezTo>
                                <a:pt x="180492" y="-33578"/>
                                <a:pt x="307749" y="55825"/>
                                <a:pt x="527692" y="0"/>
                              </a:cubicBezTo>
                              <a:cubicBezTo>
                                <a:pt x="577697" y="154586"/>
                                <a:pt x="502782" y="381430"/>
                                <a:pt x="527692" y="478464"/>
                              </a:cubicBezTo>
                              <a:cubicBezTo>
                                <a:pt x="338451" y="530172"/>
                                <a:pt x="171752" y="419549"/>
                                <a:pt x="0" y="478464"/>
                              </a:cubicBezTo>
                              <a:cubicBezTo>
                                <a:pt x="-22464" y="292633"/>
                                <a:pt x="15538" y="154734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/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blipFill>
                  <a:blip r:embed="rId14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/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blipFill>
                  <a:blip r:embed="rId1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76885C7A-5213-6E23-76B0-1CBE5AF7CEB0}"/>
                </a:ext>
              </a:extLst>
            </p:cNvPr>
            <p:cNvSpPr/>
            <p:nvPr/>
          </p:nvSpPr>
          <p:spPr>
            <a:xfrm>
              <a:off x="32963148" y="20721782"/>
              <a:ext cx="1042618" cy="2146710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  <a:gd name="connsiteX0" fmla="*/ 1465230 w 1465230"/>
                <a:gd name="connsiteY0" fmla="*/ 3340478 h 3340478"/>
                <a:gd name="connsiteX1" fmla="*/ 1118937 w 1465230"/>
                <a:gd name="connsiteY1" fmla="*/ 2466474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139507 w 1465230"/>
                <a:gd name="connsiteY3" fmla="*/ 2221706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010653 w 1465230"/>
                <a:gd name="connsiteY3" fmla="*/ 2201779 h 3340478"/>
                <a:gd name="connsiteX4" fmla="*/ 986590 w 1465230"/>
                <a:gd name="connsiteY4" fmla="*/ 1864895 h 3340478"/>
                <a:gd name="connsiteX5" fmla="*/ 974558 w 1465230"/>
                <a:gd name="connsiteY5" fmla="*/ 1804737 h 3340478"/>
                <a:gd name="connsiteX6" fmla="*/ 938463 w 1465230"/>
                <a:gd name="connsiteY6" fmla="*/ 1684421 h 3340478"/>
                <a:gd name="connsiteX7" fmla="*/ 914400 w 1465230"/>
                <a:gd name="connsiteY7" fmla="*/ 1612232 h 3340478"/>
                <a:gd name="connsiteX8" fmla="*/ 890337 w 1465230"/>
                <a:gd name="connsiteY8" fmla="*/ 1564106 h 3340478"/>
                <a:gd name="connsiteX9" fmla="*/ 866274 w 1465230"/>
                <a:gd name="connsiteY9" fmla="*/ 1491916 h 3340478"/>
                <a:gd name="connsiteX10" fmla="*/ 854242 w 1465230"/>
                <a:gd name="connsiteY10" fmla="*/ 1455821 h 3340478"/>
                <a:gd name="connsiteX11" fmla="*/ 830179 w 1465230"/>
                <a:gd name="connsiteY11" fmla="*/ 1419727 h 3340478"/>
                <a:gd name="connsiteX12" fmla="*/ 770021 w 1465230"/>
                <a:gd name="connsiteY12" fmla="*/ 1311442 h 3340478"/>
                <a:gd name="connsiteX13" fmla="*/ 745958 w 1465230"/>
                <a:gd name="connsiteY13" fmla="*/ 1275348 h 3340478"/>
                <a:gd name="connsiteX14" fmla="*/ 721895 w 1465230"/>
                <a:gd name="connsiteY14" fmla="*/ 1239253 h 3340478"/>
                <a:gd name="connsiteX15" fmla="*/ 613611 w 1465230"/>
                <a:gd name="connsiteY15" fmla="*/ 1143000 h 3340478"/>
                <a:gd name="connsiteX16" fmla="*/ 589548 w 1465230"/>
                <a:gd name="connsiteY16" fmla="*/ 1106906 h 3340478"/>
                <a:gd name="connsiteX17" fmla="*/ 529390 w 1465230"/>
                <a:gd name="connsiteY17" fmla="*/ 1046748 h 3340478"/>
                <a:gd name="connsiteX18" fmla="*/ 505326 w 1465230"/>
                <a:gd name="connsiteY18" fmla="*/ 1010653 h 3340478"/>
                <a:gd name="connsiteX19" fmla="*/ 469232 w 1465230"/>
                <a:gd name="connsiteY19" fmla="*/ 974558 h 3340478"/>
                <a:gd name="connsiteX20" fmla="*/ 421105 w 1465230"/>
                <a:gd name="connsiteY20" fmla="*/ 902369 h 3340478"/>
                <a:gd name="connsiteX21" fmla="*/ 397042 w 1465230"/>
                <a:gd name="connsiteY21" fmla="*/ 866274 h 3340478"/>
                <a:gd name="connsiteX22" fmla="*/ 360948 w 1465230"/>
                <a:gd name="connsiteY22" fmla="*/ 830179 h 3340478"/>
                <a:gd name="connsiteX23" fmla="*/ 312821 w 1465230"/>
                <a:gd name="connsiteY23" fmla="*/ 757990 h 3340478"/>
                <a:gd name="connsiteX24" fmla="*/ 276726 w 1465230"/>
                <a:gd name="connsiteY24" fmla="*/ 697832 h 3340478"/>
                <a:gd name="connsiteX25" fmla="*/ 240632 w 1465230"/>
                <a:gd name="connsiteY25" fmla="*/ 625642 h 3340478"/>
                <a:gd name="connsiteX26" fmla="*/ 216569 w 1465230"/>
                <a:gd name="connsiteY26" fmla="*/ 553453 h 3340478"/>
                <a:gd name="connsiteX27" fmla="*/ 192505 w 1465230"/>
                <a:gd name="connsiteY27" fmla="*/ 481263 h 3340478"/>
                <a:gd name="connsiteX28" fmla="*/ 168442 w 1465230"/>
                <a:gd name="connsiteY28" fmla="*/ 409074 h 3340478"/>
                <a:gd name="connsiteX29" fmla="*/ 156411 w 1465230"/>
                <a:gd name="connsiteY29" fmla="*/ 372979 h 3340478"/>
                <a:gd name="connsiteX30" fmla="*/ 108284 w 1465230"/>
                <a:gd name="connsiteY30" fmla="*/ 180474 h 3340478"/>
                <a:gd name="connsiteX31" fmla="*/ 36095 w 1465230"/>
                <a:gd name="connsiteY31" fmla="*/ 72190 h 3340478"/>
                <a:gd name="connsiteX32" fmla="*/ 12032 w 1465230"/>
                <a:gd name="connsiteY32" fmla="*/ 36095 h 3340478"/>
                <a:gd name="connsiteX33" fmla="*/ 0 w 1465230"/>
                <a:gd name="connsiteY33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70021 w 1465230"/>
                <a:gd name="connsiteY11" fmla="*/ 1311442 h 3340478"/>
                <a:gd name="connsiteX12" fmla="*/ 745958 w 1465230"/>
                <a:gd name="connsiteY12" fmla="*/ 1275348 h 3340478"/>
                <a:gd name="connsiteX13" fmla="*/ 721895 w 1465230"/>
                <a:gd name="connsiteY13" fmla="*/ 1239253 h 3340478"/>
                <a:gd name="connsiteX14" fmla="*/ 613611 w 1465230"/>
                <a:gd name="connsiteY14" fmla="*/ 1143000 h 3340478"/>
                <a:gd name="connsiteX15" fmla="*/ 589548 w 1465230"/>
                <a:gd name="connsiteY15" fmla="*/ 1106906 h 3340478"/>
                <a:gd name="connsiteX16" fmla="*/ 529390 w 1465230"/>
                <a:gd name="connsiteY16" fmla="*/ 1046748 h 3340478"/>
                <a:gd name="connsiteX17" fmla="*/ 505326 w 1465230"/>
                <a:gd name="connsiteY17" fmla="*/ 1010653 h 3340478"/>
                <a:gd name="connsiteX18" fmla="*/ 469232 w 1465230"/>
                <a:gd name="connsiteY18" fmla="*/ 974558 h 3340478"/>
                <a:gd name="connsiteX19" fmla="*/ 421105 w 1465230"/>
                <a:gd name="connsiteY19" fmla="*/ 902369 h 3340478"/>
                <a:gd name="connsiteX20" fmla="*/ 397042 w 1465230"/>
                <a:gd name="connsiteY20" fmla="*/ 866274 h 3340478"/>
                <a:gd name="connsiteX21" fmla="*/ 360948 w 1465230"/>
                <a:gd name="connsiteY21" fmla="*/ 830179 h 3340478"/>
                <a:gd name="connsiteX22" fmla="*/ 312821 w 1465230"/>
                <a:gd name="connsiteY22" fmla="*/ 757990 h 3340478"/>
                <a:gd name="connsiteX23" fmla="*/ 276726 w 1465230"/>
                <a:gd name="connsiteY23" fmla="*/ 697832 h 3340478"/>
                <a:gd name="connsiteX24" fmla="*/ 240632 w 1465230"/>
                <a:gd name="connsiteY24" fmla="*/ 625642 h 3340478"/>
                <a:gd name="connsiteX25" fmla="*/ 216569 w 1465230"/>
                <a:gd name="connsiteY25" fmla="*/ 553453 h 3340478"/>
                <a:gd name="connsiteX26" fmla="*/ 192505 w 1465230"/>
                <a:gd name="connsiteY26" fmla="*/ 481263 h 3340478"/>
                <a:gd name="connsiteX27" fmla="*/ 168442 w 1465230"/>
                <a:gd name="connsiteY27" fmla="*/ 409074 h 3340478"/>
                <a:gd name="connsiteX28" fmla="*/ 156411 w 1465230"/>
                <a:gd name="connsiteY28" fmla="*/ 372979 h 3340478"/>
                <a:gd name="connsiteX29" fmla="*/ 108284 w 1465230"/>
                <a:gd name="connsiteY29" fmla="*/ 180474 h 3340478"/>
                <a:gd name="connsiteX30" fmla="*/ 36095 w 1465230"/>
                <a:gd name="connsiteY30" fmla="*/ 72190 h 3340478"/>
                <a:gd name="connsiteX31" fmla="*/ 12032 w 1465230"/>
                <a:gd name="connsiteY31" fmla="*/ 36095 h 3340478"/>
                <a:gd name="connsiteX32" fmla="*/ 0 w 1465230"/>
                <a:gd name="connsiteY32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45958 w 1465230"/>
                <a:gd name="connsiteY11" fmla="*/ 1275348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23235 w 1465230"/>
                <a:gd name="connsiteY3" fmla="*/ 1890972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570076 w 1465230"/>
                <a:gd name="connsiteY11" fmla="*/ 1209312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5230" h="3340478">
                  <a:moveTo>
                    <a:pt x="1465230" y="3340478"/>
                  </a:moveTo>
                  <a:cubicBezTo>
                    <a:pt x="1248662" y="3055731"/>
                    <a:pt x="1451486" y="2896371"/>
                    <a:pt x="1410990" y="2735960"/>
                  </a:cubicBezTo>
                  <a:cubicBezTo>
                    <a:pt x="1370494" y="2575549"/>
                    <a:pt x="1275522" y="2496383"/>
                    <a:pt x="1222254" y="2378009"/>
                  </a:cubicBezTo>
                  <a:cubicBezTo>
                    <a:pt x="1168986" y="2259635"/>
                    <a:pt x="1128945" y="2126043"/>
                    <a:pt x="1091381" y="2025716"/>
                  </a:cubicBezTo>
                  <a:cubicBezTo>
                    <a:pt x="1053817" y="1925389"/>
                    <a:pt x="1016866" y="1836027"/>
                    <a:pt x="996873" y="1776047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12132" y="1389648"/>
                    <a:pt x="725064" y="1391663"/>
                    <a:pt x="707017" y="1361584"/>
                  </a:cubicBezTo>
                  <a:cubicBezTo>
                    <a:pt x="666912" y="1309447"/>
                    <a:pt x="599681" y="1261785"/>
                    <a:pt x="570076" y="1209312"/>
                  </a:cubicBezTo>
                  <a:cubicBezTo>
                    <a:pt x="540472" y="1156839"/>
                    <a:pt x="540182" y="1079858"/>
                    <a:pt x="529390" y="1046748"/>
                  </a:cubicBezTo>
                  <a:cubicBezTo>
                    <a:pt x="518598" y="1013638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73739" y="397605"/>
                    <a:pt x="156411" y="372979"/>
                  </a:cubicBezTo>
                  <a:cubicBezTo>
                    <a:pt x="139083" y="348353"/>
                    <a:pt x="85618" y="293037"/>
                    <a:pt x="64475" y="261321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/>
                <p:nvPr/>
              </p:nvSpPr>
              <p:spPr>
                <a:xfrm>
                  <a:off x="33810258" y="22776994"/>
                  <a:ext cx="527668" cy="602998"/>
                </a:xfrm>
                <a:custGeom>
                  <a:avLst/>
                  <a:gdLst>
                    <a:gd name="connsiteX0" fmla="*/ 0 w 482636"/>
                    <a:gd name="connsiteY0" fmla="*/ 0 h 478464"/>
                    <a:gd name="connsiteX1" fmla="*/ 482636 w 482636"/>
                    <a:gd name="connsiteY1" fmla="*/ 0 h 478464"/>
                    <a:gd name="connsiteX2" fmla="*/ 482636 w 482636"/>
                    <a:gd name="connsiteY2" fmla="*/ 478464 h 478464"/>
                    <a:gd name="connsiteX3" fmla="*/ 0 w 482636"/>
                    <a:gd name="connsiteY3" fmla="*/ 478464 h 478464"/>
                    <a:gd name="connsiteX4" fmla="*/ 0 w 482636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636" h="478464" extrusionOk="0">
                      <a:moveTo>
                        <a:pt x="0" y="0"/>
                      </a:moveTo>
                      <a:cubicBezTo>
                        <a:pt x="174232" y="88"/>
                        <a:pt x="249381" y="-4106"/>
                        <a:pt x="482636" y="0"/>
                      </a:cubicBezTo>
                      <a:cubicBezTo>
                        <a:pt x="488307" y="156316"/>
                        <a:pt x="493188" y="371732"/>
                        <a:pt x="482636" y="478464"/>
                      </a:cubicBezTo>
                      <a:cubicBezTo>
                        <a:pt x="253992" y="468640"/>
                        <a:pt x="121306" y="472555"/>
                        <a:pt x="0" y="478464"/>
                      </a:cubicBezTo>
                      <a:cubicBezTo>
                        <a:pt x="4902" y="348491"/>
                        <a:pt x="1437" y="1538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𝑑</m:t>
                            </m:r>
                          </m:e>
                          <m:sub>
                            <m:r>
                              <a:rPr lang="en-US" sz="2509"/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509" dirty="0">
                    <a:latin typeface="+mn-lt"/>
                  </a:endParaRPr>
                </a:p>
              </p:txBody>
            </p:sp>
          </mc:Choice>
          <mc:Fallback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10258" y="22776994"/>
                  <a:ext cx="527668" cy="602998"/>
                </a:xfrm>
                <a:prstGeom prst="rect">
                  <a:avLst/>
                </a:prstGeom>
                <a:blipFill>
                  <a:blip r:embed="rId16"/>
                  <a:stretch>
                    <a:fillRect l="-4878"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0 w 482636"/>
                            <a:gd name="connsiteY0" fmla="*/ 0 h 478464"/>
                            <a:gd name="connsiteX1" fmla="*/ 482636 w 482636"/>
                            <a:gd name="connsiteY1" fmla="*/ 0 h 478464"/>
                            <a:gd name="connsiteX2" fmla="*/ 482636 w 482636"/>
                            <a:gd name="connsiteY2" fmla="*/ 478464 h 478464"/>
                            <a:gd name="connsiteX3" fmla="*/ 0 w 482636"/>
                            <a:gd name="connsiteY3" fmla="*/ 478464 h 478464"/>
                            <a:gd name="connsiteX4" fmla="*/ 0 w 482636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82636" h="478464" extrusionOk="0">
                              <a:moveTo>
                                <a:pt x="0" y="0"/>
                              </a:moveTo>
                              <a:cubicBezTo>
                                <a:pt x="174232" y="88"/>
                                <a:pt x="249381" y="-4106"/>
                                <a:pt x="482636" y="0"/>
                              </a:cubicBezTo>
                              <a:cubicBezTo>
                                <a:pt x="488307" y="156316"/>
                                <a:pt x="493188" y="371732"/>
                                <a:pt x="482636" y="478464"/>
                              </a:cubicBezTo>
                              <a:cubicBezTo>
                                <a:pt x="253992" y="468640"/>
                                <a:pt x="121306" y="472555"/>
                                <a:pt x="0" y="478464"/>
                              </a:cubicBezTo>
                              <a:cubicBezTo>
                                <a:pt x="4902" y="348491"/>
                                <a:pt x="1437" y="1538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1" name="TextBox 410">
            <a:extLst>
              <a:ext uri="{FF2B5EF4-FFF2-40B4-BE49-F238E27FC236}">
                <a16:creationId xmlns:a16="http://schemas.microsoft.com/office/drawing/2014/main" id="{BE5DC0A2-6793-7459-F7F0-AAEEB2378931}"/>
              </a:ext>
            </a:extLst>
          </p:cNvPr>
          <p:cNvSpPr txBox="1"/>
          <p:nvPr/>
        </p:nvSpPr>
        <p:spPr>
          <a:xfrm>
            <a:off x="23155734" y="9196393"/>
            <a:ext cx="2176418" cy="486287"/>
          </a:xfrm>
          <a:custGeom>
            <a:avLst/>
            <a:gdLst>
              <a:gd name="connsiteX0" fmla="*/ 0 w 2176418"/>
              <a:gd name="connsiteY0" fmla="*/ 0 h 486287"/>
              <a:gd name="connsiteX1" fmla="*/ 478812 w 2176418"/>
              <a:gd name="connsiteY1" fmla="*/ 0 h 486287"/>
              <a:gd name="connsiteX2" fmla="*/ 1022916 w 2176418"/>
              <a:gd name="connsiteY2" fmla="*/ 0 h 486287"/>
              <a:gd name="connsiteX3" fmla="*/ 1610549 w 2176418"/>
              <a:gd name="connsiteY3" fmla="*/ 0 h 486287"/>
              <a:gd name="connsiteX4" fmla="*/ 2176418 w 2176418"/>
              <a:gd name="connsiteY4" fmla="*/ 0 h 486287"/>
              <a:gd name="connsiteX5" fmla="*/ 2176418 w 2176418"/>
              <a:gd name="connsiteY5" fmla="*/ 486287 h 486287"/>
              <a:gd name="connsiteX6" fmla="*/ 1588785 w 2176418"/>
              <a:gd name="connsiteY6" fmla="*/ 486287 h 486287"/>
              <a:gd name="connsiteX7" fmla="*/ 1088209 w 2176418"/>
              <a:gd name="connsiteY7" fmla="*/ 486287 h 486287"/>
              <a:gd name="connsiteX8" fmla="*/ 500576 w 2176418"/>
              <a:gd name="connsiteY8" fmla="*/ 486287 h 486287"/>
              <a:gd name="connsiteX9" fmla="*/ 0 w 2176418"/>
              <a:gd name="connsiteY9" fmla="*/ 486287 h 486287"/>
              <a:gd name="connsiteX10" fmla="*/ 0 w 2176418"/>
              <a:gd name="connsiteY10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76418" h="486287" extrusionOk="0">
                <a:moveTo>
                  <a:pt x="0" y="0"/>
                </a:moveTo>
                <a:cubicBezTo>
                  <a:pt x="210098" y="-19704"/>
                  <a:pt x="288894" y="33832"/>
                  <a:pt x="478812" y="0"/>
                </a:cubicBezTo>
                <a:cubicBezTo>
                  <a:pt x="668730" y="-33832"/>
                  <a:pt x="757009" y="54954"/>
                  <a:pt x="1022916" y="0"/>
                </a:cubicBezTo>
                <a:cubicBezTo>
                  <a:pt x="1288823" y="-54954"/>
                  <a:pt x="1341581" y="15767"/>
                  <a:pt x="1610549" y="0"/>
                </a:cubicBezTo>
                <a:cubicBezTo>
                  <a:pt x="1879517" y="-15767"/>
                  <a:pt x="2003461" y="3253"/>
                  <a:pt x="2176418" y="0"/>
                </a:cubicBezTo>
                <a:cubicBezTo>
                  <a:pt x="2232098" y="231085"/>
                  <a:pt x="2132399" y="360154"/>
                  <a:pt x="2176418" y="486287"/>
                </a:cubicBezTo>
                <a:cubicBezTo>
                  <a:pt x="1898536" y="541273"/>
                  <a:pt x="1735818" y="463245"/>
                  <a:pt x="1588785" y="486287"/>
                </a:cubicBezTo>
                <a:cubicBezTo>
                  <a:pt x="1441752" y="509329"/>
                  <a:pt x="1203247" y="481428"/>
                  <a:pt x="1088209" y="486287"/>
                </a:cubicBezTo>
                <a:cubicBezTo>
                  <a:pt x="973171" y="491146"/>
                  <a:pt x="717079" y="474862"/>
                  <a:pt x="500576" y="486287"/>
                </a:cubicBezTo>
                <a:cubicBezTo>
                  <a:pt x="284073" y="497712"/>
                  <a:pt x="101191" y="443384"/>
                  <a:pt x="0" y="486287"/>
                </a:cubicBezTo>
                <a:cubicBezTo>
                  <a:pt x="-32834" y="332282"/>
                  <a:pt x="53823" y="201089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43227993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ea typeface="Cambria Math" panose="02040503050406030204" pitchFamily="18" charset="0"/>
              </a:rPr>
              <a:t>non-matching</a:t>
            </a:r>
            <a:endParaRPr lang="en-US" sz="2560" i="1" dirty="0">
              <a:ea typeface="Cambria Math" panose="02040503050406030204" pitchFamily="18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84D11F15-C9D1-CC54-F526-D268B18C1187}"/>
              </a:ext>
            </a:extLst>
          </p:cNvPr>
          <p:cNvSpPr txBox="1"/>
          <p:nvPr/>
        </p:nvSpPr>
        <p:spPr>
          <a:xfrm>
            <a:off x="23164749" y="9726488"/>
            <a:ext cx="1565380" cy="486287"/>
          </a:xfrm>
          <a:custGeom>
            <a:avLst/>
            <a:gdLst>
              <a:gd name="connsiteX0" fmla="*/ 0 w 1565380"/>
              <a:gd name="connsiteY0" fmla="*/ 0 h 486287"/>
              <a:gd name="connsiteX1" fmla="*/ 553101 w 1565380"/>
              <a:gd name="connsiteY1" fmla="*/ 0 h 486287"/>
              <a:gd name="connsiteX2" fmla="*/ 1074894 w 1565380"/>
              <a:gd name="connsiteY2" fmla="*/ 0 h 486287"/>
              <a:gd name="connsiteX3" fmla="*/ 1565380 w 1565380"/>
              <a:gd name="connsiteY3" fmla="*/ 0 h 486287"/>
              <a:gd name="connsiteX4" fmla="*/ 1565380 w 1565380"/>
              <a:gd name="connsiteY4" fmla="*/ 486287 h 486287"/>
              <a:gd name="connsiteX5" fmla="*/ 1012279 w 1565380"/>
              <a:gd name="connsiteY5" fmla="*/ 486287 h 486287"/>
              <a:gd name="connsiteX6" fmla="*/ 459178 w 1565380"/>
              <a:gd name="connsiteY6" fmla="*/ 486287 h 486287"/>
              <a:gd name="connsiteX7" fmla="*/ 0 w 1565380"/>
              <a:gd name="connsiteY7" fmla="*/ 486287 h 486287"/>
              <a:gd name="connsiteX8" fmla="*/ 0 w 1565380"/>
              <a:gd name="connsiteY8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380" h="486287" extrusionOk="0">
                <a:moveTo>
                  <a:pt x="0" y="0"/>
                </a:moveTo>
                <a:cubicBezTo>
                  <a:pt x="165065" y="3346"/>
                  <a:pt x="406601" y="19"/>
                  <a:pt x="553101" y="0"/>
                </a:cubicBezTo>
                <a:cubicBezTo>
                  <a:pt x="699601" y="-19"/>
                  <a:pt x="959497" y="703"/>
                  <a:pt x="1074894" y="0"/>
                </a:cubicBezTo>
                <a:cubicBezTo>
                  <a:pt x="1190291" y="-703"/>
                  <a:pt x="1460729" y="1757"/>
                  <a:pt x="1565380" y="0"/>
                </a:cubicBezTo>
                <a:cubicBezTo>
                  <a:pt x="1542331" y="211991"/>
                  <a:pt x="1583037" y="306808"/>
                  <a:pt x="1565380" y="486287"/>
                </a:cubicBezTo>
                <a:cubicBezTo>
                  <a:pt x="1346136" y="461354"/>
                  <a:pt x="1275618" y="463793"/>
                  <a:pt x="1012279" y="486287"/>
                </a:cubicBezTo>
                <a:cubicBezTo>
                  <a:pt x="748940" y="508781"/>
                  <a:pt x="656618" y="465570"/>
                  <a:pt x="459178" y="486287"/>
                </a:cubicBezTo>
                <a:cubicBezTo>
                  <a:pt x="261738" y="507004"/>
                  <a:pt x="103434" y="470432"/>
                  <a:pt x="0" y="486287"/>
                </a:cubicBezTo>
                <a:cubicBezTo>
                  <a:pt x="-17086" y="320250"/>
                  <a:pt x="-3871" y="114010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extLst>
              <a:ext uri="{C807C97D-BFC1-408E-A445-0C87EB9F89A2}">
                <ask:lineSketchStyleProps xmlns:ask="http://schemas.microsoft.com/office/drawing/2018/sketchyshapes" sd="66824711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ea typeface="Cambria Math" panose="02040503050406030204" pitchFamily="18" charset="0"/>
              </a:rPr>
              <a:t>matching</a:t>
            </a:r>
            <a:endParaRPr lang="en-US" sz="2560" i="1" dirty="0">
              <a:ea typeface="Cambria Math" panose="02040503050406030204" pitchFamily="18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DBB7863-F65D-EC02-F23C-1B7762E48A6F}"/>
              </a:ext>
            </a:extLst>
          </p:cNvPr>
          <p:cNvCxnSpPr>
            <a:cxnSpLocks/>
          </p:cNvCxnSpPr>
          <p:nvPr/>
        </p:nvCxnSpPr>
        <p:spPr>
          <a:xfrm>
            <a:off x="29924997" y="12885538"/>
            <a:ext cx="186325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1A67B12-8591-301A-35C0-D682D3F62924}"/>
              </a:ext>
            </a:extLst>
          </p:cNvPr>
          <p:cNvCxnSpPr>
            <a:cxnSpLocks/>
          </p:cNvCxnSpPr>
          <p:nvPr/>
        </p:nvCxnSpPr>
        <p:spPr>
          <a:xfrm flipV="1">
            <a:off x="25795709" y="10846601"/>
            <a:ext cx="639952" cy="2401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AD96BD3-59E0-E343-4DC0-C8E705C6667C}"/>
              </a:ext>
            </a:extLst>
          </p:cNvPr>
          <p:cNvSpPr txBox="1"/>
          <p:nvPr/>
        </p:nvSpPr>
        <p:spPr>
          <a:xfrm>
            <a:off x="23194503" y="10222004"/>
            <a:ext cx="1970726" cy="48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60" dirty="0">
                <a:ea typeface="Cambria Math" panose="02040503050406030204" pitchFamily="18" charset="0"/>
              </a:rPr>
              <a:t>examples</a:t>
            </a:r>
            <a:endParaRPr lang="en-US" sz="2560" i="1" dirty="0"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270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1532341" y="8978079"/>
            <a:ext cx="7187410" cy="5859901"/>
            <a:chOff x="26065361" y="17237100"/>
            <a:chExt cx="8984262" cy="7324876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324876"/>
              <a:chOff x="26432895" y="15082907"/>
              <a:chExt cx="8984262" cy="732487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1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2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6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76BE6E06-1FCD-FBBF-2A53-90F8D69E23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77A95D27-6719-C3F9-31B3-FE5FF497E0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59808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A4E91E4E-953F-7421-36CF-267E13F6B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59808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E42CAF-D70B-A214-7C85-3840AF99FE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1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C76FBAF7-9C9F-471C-C18F-F4AFCA2D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3"/>
                    <a:ext cx="1120139" cy="66693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DBB82B29-59A2-7979-7AE2-3077D6278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4"/>
                    <a:ext cx="1120139" cy="66693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AC4FD04-D12E-77D3-C347-3C464383B7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7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6BB997E-E22C-0D21-EB96-7584A621B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2" name="TextBox 151">
                    <a:extLst>
                      <a:ext uri="{FF2B5EF4-FFF2-40B4-BE49-F238E27FC236}">
                        <a16:creationId xmlns:a16="http://schemas.microsoft.com/office/drawing/2014/main" id="{8A2ED67E-22DC-7FF9-B343-D8B7B4ADD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C990E4BF-6CB9-58C6-FAFC-69D9B6A5E4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6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1" name="Parallelogram 230">
            <a:extLst>
              <a:ext uri="{FF2B5EF4-FFF2-40B4-BE49-F238E27FC236}">
                <a16:creationId xmlns:a16="http://schemas.microsoft.com/office/drawing/2014/main" id="{AA8D5CC3-01F6-9C6A-CD46-5A38B8F8DAB9}"/>
              </a:ext>
            </a:extLst>
          </p:cNvPr>
          <p:cNvSpPr/>
          <p:nvPr/>
        </p:nvSpPr>
        <p:spPr>
          <a:xfrm>
            <a:off x="13240847" y="12208775"/>
            <a:ext cx="1946626" cy="525711"/>
          </a:xfrm>
          <a:prstGeom prst="parallelogram">
            <a:avLst>
              <a:gd name="adj" fmla="val 79237"/>
            </a:avLst>
          </a:prstGeom>
          <a:pattFill prst="dk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>
              <a:solidFill>
                <a:schemeClr val="tx1"/>
              </a:solidFill>
            </a:endParaRPr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7C7B1F9C-306C-CB0F-AA78-9132A454C166}"/>
              </a:ext>
            </a:extLst>
          </p:cNvPr>
          <p:cNvSpPr/>
          <p:nvPr/>
        </p:nvSpPr>
        <p:spPr>
          <a:xfrm>
            <a:off x="15092023" y="11159466"/>
            <a:ext cx="1542927" cy="3164722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E172CB8B-DF47-B87B-14C9-D27C5DF29607}"/>
              </a:ext>
            </a:extLst>
          </p:cNvPr>
          <p:cNvSpPr/>
          <p:nvPr/>
        </p:nvSpPr>
        <p:spPr>
          <a:xfrm>
            <a:off x="14518004" y="1163566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9A81C14B-D74D-6674-8311-D7CE9666CE9D}"/>
              </a:ext>
            </a:extLst>
          </p:cNvPr>
          <p:cNvSpPr/>
          <p:nvPr/>
        </p:nvSpPr>
        <p:spPr>
          <a:xfrm>
            <a:off x="15078638" y="9937315"/>
            <a:ext cx="689413" cy="147882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887626C-12C3-EBF1-B4B8-B9FB3169E6B6}"/>
              </a:ext>
            </a:extLst>
          </p:cNvPr>
          <p:cNvSpPr/>
          <p:nvPr/>
        </p:nvSpPr>
        <p:spPr>
          <a:xfrm>
            <a:off x="15758066" y="9977361"/>
            <a:ext cx="2238121" cy="4346299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F3F1530-E31F-7DB4-DE6D-4A5333766EC2}"/>
              </a:ext>
            </a:extLst>
          </p:cNvPr>
          <p:cNvSpPr/>
          <p:nvPr/>
        </p:nvSpPr>
        <p:spPr>
          <a:xfrm>
            <a:off x="15686019" y="988792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D653778-EBE0-DC35-C099-A0CE2810FCE7}"/>
              </a:ext>
            </a:extLst>
          </p:cNvPr>
          <p:cNvCxnSpPr>
            <a:cxnSpLocks/>
          </p:cNvCxnSpPr>
          <p:nvPr/>
        </p:nvCxnSpPr>
        <p:spPr>
          <a:xfrm>
            <a:off x="15078636" y="11456925"/>
            <a:ext cx="0" cy="6935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A422B2FA-7427-6AB2-C19D-3807ECC887DA}"/>
              </a:ext>
            </a:extLst>
          </p:cNvPr>
          <p:cNvCxnSpPr>
            <a:cxnSpLocks/>
          </p:cNvCxnSpPr>
          <p:nvPr/>
        </p:nvCxnSpPr>
        <p:spPr>
          <a:xfrm>
            <a:off x="14590042" y="11770581"/>
            <a:ext cx="0" cy="3799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/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5B123E1-E458-FB53-7D6C-8D147E4F3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8773" y="11751782"/>
                <a:ext cx="568909" cy="47846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/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5F250E94-C627-1821-8052-280A64A3E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265" y="11520742"/>
                <a:ext cx="896111" cy="478464"/>
              </a:xfrm>
              <a:prstGeom prst="rect">
                <a:avLst/>
              </a:prstGeom>
              <a:blipFill>
                <a:blip r:embed="rId1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Freeform 224">
            <a:extLst>
              <a:ext uri="{FF2B5EF4-FFF2-40B4-BE49-F238E27FC236}">
                <a16:creationId xmlns:a16="http://schemas.microsoft.com/office/drawing/2014/main" id="{7A71C6DA-5701-8784-883E-0BDA2B097A94}"/>
              </a:ext>
            </a:extLst>
          </p:cNvPr>
          <p:cNvSpPr/>
          <p:nvPr/>
        </p:nvSpPr>
        <p:spPr>
          <a:xfrm>
            <a:off x="12813529" y="11716529"/>
            <a:ext cx="1757921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15CB9122-FDB5-5607-CEC0-3B1E045CCEDF}"/>
              </a:ext>
            </a:extLst>
          </p:cNvPr>
          <p:cNvSpPr/>
          <p:nvPr/>
        </p:nvSpPr>
        <p:spPr>
          <a:xfrm>
            <a:off x="14467742" y="11724478"/>
            <a:ext cx="708237" cy="2601086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E450F4FB-C17C-7685-4B27-826CA1457E02}"/>
              </a:ext>
            </a:extLst>
          </p:cNvPr>
          <p:cNvSpPr/>
          <p:nvPr/>
        </p:nvSpPr>
        <p:spPr>
          <a:xfrm>
            <a:off x="14603266" y="11239267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841E3BC-1148-2275-5444-E9C42649D63D}"/>
              </a:ext>
            </a:extLst>
          </p:cNvPr>
          <p:cNvSpPr/>
          <p:nvPr/>
        </p:nvSpPr>
        <p:spPr>
          <a:xfrm>
            <a:off x="15012618" y="1115478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>
              <a:solidFill>
                <a:schemeClr val="tx1"/>
              </a:solidFill>
            </a:endParaRPr>
          </a:p>
        </p:txBody>
      </p: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0F183F7A-4CF6-E37C-AF4E-2AC103A2E377}"/>
              </a:ext>
            </a:extLst>
          </p:cNvPr>
          <p:cNvGrpSpPr/>
          <p:nvPr/>
        </p:nvGrpSpPr>
        <p:grpSpPr>
          <a:xfrm>
            <a:off x="3748260" y="8978076"/>
            <a:ext cx="7898462" cy="5817550"/>
            <a:chOff x="9476775" y="15464003"/>
            <a:chExt cx="8661380" cy="640673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EC1CD09-69AE-FED9-53B5-7D7D86FF6890}"/>
                </a:ext>
              </a:extLst>
            </p:cNvPr>
            <p:cNvGrpSpPr/>
            <p:nvPr/>
          </p:nvGrpSpPr>
          <p:grpSpPr>
            <a:xfrm>
              <a:off x="9476775" y="15464003"/>
              <a:ext cx="8661380" cy="6406737"/>
              <a:chOff x="16497732" y="9281963"/>
              <a:chExt cx="8661380" cy="6406737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C2EC489-2A42-1B7C-9CCB-1ADD2DFB1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98166" y="11585780"/>
                <a:ext cx="1011513" cy="19993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C53475FC-066F-E698-8B7C-0FA6BD7A33DB}"/>
                  </a:ext>
                </a:extLst>
              </p:cNvPr>
              <p:cNvGrpSpPr/>
              <p:nvPr/>
            </p:nvGrpSpPr>
            <p:grpSpPr>
              <a:xfrm>
                <a:off x="16497732" y="9281963"/>
                <a:ext cx="8661380" cy="6406737"/>
                <a:chOff x="16497732" y="9281963"/>
                <a:chExt cx="8661380" cy="640673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C931FC61-C9E8-7495-CCCA-DC40A0CEA20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497732" y="12145091"/>
                      <a:ext cx="1120139" cy="526922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25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67D4D371-54BC-5B0B-CC26-01DE1C636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038973" y="12530479"/>
                      <a:ext cx="1120139" cy="52692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939F9942-91AB-3E77-8592-C54343BDB4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499069" y="9669411"/>
                      <a:ext cx="1120139" cy="58758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5B3CCCFB-5385-CDAF-163D-219DCCDF21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94135" y="12079101"/>
                      <a:ext cx="1120139" cy="58758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116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E56B8643-CFEC-D10C-D946-00A51B8659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83738" y="11829807"/>
                      <a:ext cx="1120139" cy="587580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854AB462-8F33-AD03-F2B1-A88500D63C8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325133" y="15092834"/>
                      <a:ext cx="1120139" cy="58758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F417009-120D-39C5-379C-286BD23FECC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50972" y="15135141"/>
                      <a:ext cx="1120139" cy="52692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A49FEFDA-6400-5749-EE8D-F5ED86467DD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601914" y="15148020"/>
                      <a:ext cx="1120139" cy="52692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6FB9EC57-A73F-88CE-FE0B-EFB445AA2A2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22750" y="15161778"/>
                      <a:ext cx="1120139" cy="52692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C858B074-F88B-A419-1ED1-21F6EA51E5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2689" y="13957926"/>
                      <a:ext cx="1120139" cy="587580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9240EA6A-69BF-E234-A664-0F02F551FF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30833" y="14179572"/>
                      <a:ext cx="1120139" cy="587580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B811E268-7B3A-AF8A-257B-6903491C00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838098" y="14337996"/>
                      <a:ext cx="1120139" cy="587580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2762AA1D-78C2-1FC7-8A0F-3E34AB36B4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953566" y="14379731"/>
                      <a:ext cx="1120139" cy="587580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1DEAF26C-A878-E0E9-E8BD-4375E8404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9" y="11620740"/>
                  <a:ext cx="0" cy="176642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5DF0A54-3F6A-7D43-CE93-76FD3A4701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399" y="11586775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7915849-AC29-B27E-B21C-C62B2B4627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70225" y="13391537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EF4F526-A59A-7096-0CAE-12B496A96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741" y="11593562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756B8FB-4E38-AC2A-C5F6-F987488FB8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953567" y="14485724"/>
                  <a:ext cx="479147" cy="0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1D0E504-9ADF-B3C1-1E15-9F2E186593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203662" y="11593562"/>
                  <a:ext cx="0" cy="2892162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2945EDBD-9A4A-6482-DBE7-61E440967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277952" y="13387162"/>
                  <a:ext cx="18288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BBB3F21-B055-71A3-1227-F3822C9ACC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25354" y="11586775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027536B-8A5F-2399-F6B7-60BFF1C27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58236" y="14480009"/>
                  <a:ext cx="1775014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B6151E3E-7A3A-AC85-53CC-B2512DC4F0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437623" y="13387162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B8F9C79-712B-58DE-E5A1-3CCCF0FE9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277952" y="11571156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0622B9C9-6386-721D-395B-97AED44EE5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0047844" y="11574012"/>
                  <a:ext cx="1356931" cy="183746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A02F619-BC8F-1904-A31C-0CC9799035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8353915" y="13396044"/>
                  <a:ext cx="840329" cy="17440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3D32B1D7-27C5-1BD8-0BCC-5A89CC0A5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87657" y="13416280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2ED2101-2CBE-028B-36F6-9B399DE8B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73583" y="13402275"/>
                  <a:ext cx="860187" cy="172867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2C47EEFD-AE59-BFB6-1C79-A851465B9E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09798" y="1513932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E354A31-A94D-BC2A-0BC2-9D0BD7035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985167" y="1513125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8E510F09-A4B6-A0FE-E7FB-C45DAB1AF5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601914" y="15138336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1E0712F-C195-ACE6-54EE-D1E7DF276A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081574" y="15132921"/>
                  <a:ext cx="957398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04DB82D-5691-25C9-33F5-143D28E371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617750" y="9293142"/>
                  <a:ext cx="16173" cy="229064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809FF35-2DEA-68D8-449A-6F9E8374C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91025" y="9281963"/>
                  <a:ext cx="8790" cy="230820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5E246F7-5789-7ADA-5010-DB6903331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68960" y="11571156"/>
                  <a:ext cx="1779474" cy="35960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64B0CBD6-C591-17CB-65A2-783E8DE384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657489" y="13567925"/>
                  <a:ext cx="754868" cy="157140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1ECE8FF-FFEA-057A-692A-62250391B6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54886" y="14469705"/>
                  <a:ext cx="300620" cy="6792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432CF4C8-3A1F-6219-5476-163D5E32DE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62623" y="14511440"/>
                  <a:ext cx="293460" cy="6246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C1DDCB46-CB12-113B-A9FB-13F5F2A244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617750" y="9301129"/>
                  <a:ext cx="2641793" cy="678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AA0535BF-18CF-E623-651C-6F412251DB9B}"/>
                </a:ext>
              </a:extLst>
            </p:cNvPr>
            <p:cNvSpPr/>
            <p:nvPr/>
          </p:nvSpPr>
          <p:spPr>
            <a:xfrm>
              <a:off x="15671040" y="20111303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6A5B086-009B-DB15-ABD9-B7B102D21DAE}"/>
                </a:ext>
              </a:extLst>
            </p:cNvPr>
            <p:cNvCxnSpPr>
              <a:cxnSpLocks/>
            </p:cNvCxnSpPr>
            <p:nvPr/>
          </p:nvCxnSpPr>
          <p:spPr>
            <a:xfrm>
              <a:off x="15800284" y="20222251"/>
              <a:ext cx="0" cy="443387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52711FB9-1E8A-526E-2D01-FE60E4FF6D1E}"/>
                </a:ext>
              </a:extLst>
            </p:cNvPr>
            <p:cNvCxnSpPr>
              <a:cxnSpLocks/>
            </p:cNvCxnSpPr>
            <p:nvPr/>
          </p:nvCxnSpPr>
          <p:spPr>
            <a:xfrm>
              <a:off x="13604375" y="17118556"/>
              <a:ext cx="0" cy="651812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/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BF5A9CF7-8261-A8DE-B9B8-5050A7801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92337" y="17217355"/>
                  <a:ext cx="711134" cy="52692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/>
                <p:nvPr/>
              </p:nvSpPr>
              <p:spPr>
                <a:xfrm>
                  <a:off x="15761093" y="20018977"/>
                  <a:ext cx="1120139" cy="526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6527D773-A1A8-0EB6-938B-EB6AF835EA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61093" y="20018977"/>
                  <a:ext cx="1120139" cy="526922"/>
                </a:xfrm>
                <a:prstGeom prst="rect">
                  <a:avLst/>
                </a:prstGeom>
                <a:blipFill>
                  <a:blip r:embed="rId31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5A9F4E1B-EDD1-65E4-6820-7E4D02FA54C9}"/>
                </a:ext>
              </a:extLst>
            </p:cNvPr>
            <p:cNvSpPr/>
            <p:nvPr/>
          </p:nvSpPr>
          <p:spPr>
            <a:xfrm>
              <a:off x="15120088" y="20246347"/>
              <a:ext cx="650623" cy="1060274"/>
            </a:xfrm>
            <a:custGeom>
              <a:avLst/>
              <a:gdLst>
                <a:gd name="connsiteX0" fmla="*/ 0 w 580913"/>
                <a:gd name="connsiteY0" fmla="*/ 946673 h 946673"/>
                <a:gd name="connsiteX1" fmla="*/ 75303 w 580913"/>
                <a:gd name="connsiteY1" fmla="*/ 828339 h 946673"/>
                <a:gd name="connsiteX2" fmla="*/ 86061 w 580913"/>
                <a:gd name="connsiteY2" fmla="*/ 785309 h 946673"/>
                <a:gd name="connsiteX3" fmla="*/ 96819 w 580913"/>
                <a:gd name="connsiteY3" fmla="*/ 753036 h 946673"/>
                <a:gd name="connsiteX4" fmla="*/ 376518 w 580913"/>
                <a:gd name="connsiteY4" fmla="*/ 247426 h 946673"/>
                <a:gd name="connsiteX5" fmla="*/ 537882 w 580913"/>
                <a:gd name="connsiteY5" fmla="*/ 96819 h 946673"/>
                <a:gd name="connsiteX6" fmla="*/ 570155 w 580913"/>
                <a:gd name="connsiteY6" fmla="*/ 32273 h 946673"/>
                <a:gd name="connsiteX7" fmla="*/ 580913 w 580913"/>
                <a:gd name="connsiteY7" fmla="*/ 0 h 94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0913" h="946673">
                  <a:moveTo>
                    <a:pt x="0" y="946673"/>
                  </a:moveTo>
                  <a:cubicBezTo>
                    <a:pt x="27365" y="908362"/>
                    <a:pt x="58576" y="872945"/>
                    <a:pt x="75303" y="828339"/>
                  </a:cubicBezTo>
                  <a:cubicBezTo>
                    <a:pt x="80494" y="814496"/>
                    <a:pt x="81999" y="799525"/>
                    <a:pt x="86061" y="785309"/>
                  </a:cubicBezTo>
                  <a:cubicBezTo>
                    <a:pt x="89176" y="774406"/>
                    <a:pt x="93835" y="763976"/>
                    <a:pt x="96819" y="753036"/>
                  </a:cubicBezTo>
                  <a:cubicBezTo>
                    <a:pt x="149885" y="558463"/>
                    <a:pt x="148792" y="410088"/>
                    <a:pt x="376518" y="247426"/>
                  </a:cubicBezTo>
                  <a:cubicBezTo>
                    <a:pt x="458984" y="188522"/>
                    <a:pt x="470486" y="188723"/>
                    <a:pt x="537882" y="96819"/>
                  </a:cubicBezTo>
                  <a:cubicBezTo>
                    <a:pt x="552107" y="77421"/>
                    <a:pt x="560385" y="54255"/>
                    <a:pt x="570155" y="32273"/>
                  </a:cubicBezTo>
                  <a:cubicBezTo>
                    <a:pt x="574760" y="21911"/>
                    <a:pt x="580913" y="0"/>
                    <a:pt x="580913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E5A88CE0-ED82-AF0B-0710-4BFEA3B19BF9}"/>
                </a:ext>
              </a:extLst>
            </p:cNvPr>
            <p:cNvSpPr/>
            <p:nvPr/>
          </p:nvSpPr>
          <p:spPr>
            <a:xfrm>
              <a:off x="15794805" y="20222251"/>
              <a:ext cx="819302" cy="1072323"/>
            </a:xfrm>
            <a:custGeom>
              <a:avLst/>
              <a:gdLst>
                <a:gd name="connsiteX0" fmla="*/ 0 w 731520"/>
                <a:gd name="connsiteY0" fmla="*/ 0 h 957431"/>
                <a:gd name="connsiteX1" fmla="*/ 86061 w 731520"/>
                <a:gd name="connsiteY1" fmla="*/ 53788 h 957431"/>
                <a:gd name="connsiteX2" fmla="*/ 129092 w 731520"/>
                <a:gd name="connsiteY2" fmla="*/ 75304 h 957431"/>
                <a:gd name="connsiteX3" fmla="*/ 172122 w 731520"/>
                <a:gd name="connsiteY3" fmla="*/ 118334 h 957431"/>
                <a:gd name="connsiteX4" fmla="*/ 236668 w 731520"/>
                <a:gd name="connsiteY4" fmla="*/ 172123 h 957431"/>
                <a:gd name="connsiteX5" fmla="*/ 268941 w 731520"/>
                <a:gd name="connsiteY5" fmla="*/ 225911 h 957431"/>
                <a:gd name="connsiteX6" fmla="*/ 290457 w 731520"/>
                <a:gd name="connsiteY6" fmla="*/ 311972 h 957431"/>
                <a:gd name="connsiteX7" fmla="*/ 311972 w 731520"/>
                <a:gd name="connsiteY7" fmla="*/ 484094 h 957431"/>
                <a:gd name="connsiteX8" fmla="*/ 333487 w 731520"/>
                <a:gd name="connsiteY8" fmla="*/ 548640 h 957431"/>
                <a:gd name="connsiteX9" fmla="*/ 398033 w 731520"/>
                <a:gd name="connsiteY9" fmla="*/ 613186 h 957431"/>
                <a:gd name="connsiteX10" fmla="*/ 419548 w 731520"/>
                <a:gd name="connsiteY10" fmla="*/ 645459 h 957431"/>
                <a:gd name="connsiteX11" fmla="*/ 451821 w 731520"/>
                <a:gd name="connsiteY11" fmla="*/ 666974 h 957431"/>
                <a:gd name="connsiteX12" fmla="*/ 505610 w 731520"/>
                <a:gd name="connsiteY12" fmla="*/ 710005 h 957431"/>
                <a:gd name="connsiteX13" fmla="*/ 559398 w 731520"/>
                <a:gd name="connsiteY13" fmla="*/ 753035 h 957431"/>
                <a:gd name="connsiteX14" fmla="*/ 580913 w 731520"/>
                <a:gd name="connsiteY14" fmla="*/ 774551 h 957431"/>
                <a:gd name="connsiteX15" fmla="*/ 613186 w 731520"/>
                <a:gd name="connsiteY15" fmla="*/ 796066 h 957431"/>
                <a:gd name="connsiteX16" fmla="*/ 645459 w 731520"/>
                <a:gd name="connsiteY16" fmla="*/ 860612 h 957431"/>
                <a:gd name="connsiteX17" fmla="*/ 688490 w 731520"/>
                <a:gd name="connsiteY17" fmla="*/ 914400 h 957431"/>
                <a:gd name="connsiteX18" fmla="*/ 731520 w 731520"/>
                <a:gd name="connsiteY18" fmla="*/ 957431 h 957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1520" h="957431">
                  <a:moveTo>
                    <a:pt x="0" y="0"/>
                  </a:moveTo>
                  <a:cubicBezTo>
                    <a:pt x="28687" y="17929"/>
                    <a:pt x="56840" y="36742"/>
                    <a:pt x="86061" y="53788"/>
                  </a:cubicBezTo>
                  <a:cubicBezTo>
                    <a:pt x="99913" y="61868"/>
                    <a:pt x="116263" y="65682"/>
                    <a:pt x="129092" y="75304"/>
                  </a:cubicBezTo>
                  <a:cubicBezTo>
                    <a:pt x="145320" y="87475"/>
                    <a:pt x="156721" y="105133"/>
                    <a:pt x="172122" y="118334"/>
                  </a:cubicBezTo>
                  <a:cubicBezTo>
                    <a:pt x="276961" y="208197"/>
                    <a:pt x="124760" y="60215"/>
                    <a:pt x="236668" y="172123"/>
                  </a:cubicBezTo>
                  <a:cubicBezTo>
                    <a:pt x="267144" y="263546"/>
                    <a:pt x="224640" y="152075"/>
                    <a:pt x="268941" y="225911"/>
                  </a:cubicBezTo>
                  <a:cubicBezTo>
                    <a:pt x="278865" y="242452"/>
                    <a:pt x="288143" y="300402"/>
                    <a:pt x="290457" y="311972"/>
                  </a:cubicBezTo>
                  <a:cubicBezTo>
                    <a:pt x="295574" y="368268"/>
                    <a:pt x="296814" y="428514"/>
                    <a:pt x="311972" y="484094"/>
                  </a:cubicBezTo>
                  <a:cubicBezTo>
                    <a:pt x="317939" y="505974"/>
                    <a:pt x="317450" y="532603"/>
                    <a:pt x="333487" y="548640"/>
                  </a:cubicBezTo>
                  <a:cubicBezTo>
                    <a:pt x="355002" y="570155"/>
                    <a:pt x="381155" y="587869"/>
                    <a:pt x="398033" y="613186"/>
                  </a:cubicBezTo>
                  <a:cubicBezTo>
                    <a:pt x="405205" y="623944"/>
                    <a:pt x="410406" y="636317"/>
                    <a:pt x="419548" y="645459"/>
                  </a:cubicBezTo>
                  <a:cubicBezTo>
                    <a:pt x="428690" y="654601"/>
                    <a:pt x="441725" y="658897"/>
                    <a:pt x="451821" y="666974"/>
                  </a:cubicBezTo>
                  <a:cubicBezTo>
                    <a:pt x="528465" y="728289"/>
                    <a:pt x="406279" y="643785"/>
                    <a:pt x="505610" y="710005"/>
                  </a:cubicBezTo>
                  <a:cubicBezTo>
                    <a:pt x="548463" y="774285"/>
                    <a:pt x="501662" y="718393"/>
                    <a:pt x="559398" y="753035"/>
                  </a:cubicBezTo>
                  <a:cubicBezTo>
                    <a:pt x="568095" y="758253"/>
                    <a:pt x="572993" y="768215"/>
                    <a:pt x="580913" y="774551"/>
                  </a:cubicBezTo>
                  <a:cubicBezTo>
                    <a:pt x="591009" y="782628"/>
                    <a:pt x="602428" y="788894"/>
                    <a:pt x="613186" y="796066"/>
                  </a:cubicBezTo>
                  <a:cubicBezTo>
                    <a:pt x="674845" y="888556"/>
                    <a:pt x="600920" y="771535"/>
                    <a:pt x="645459" y="860612"/>
                  </a:cubicBezTo>
                  <a:cubicBezTo>
                    <a:pt x="667536" y="904765"/>
                    <a:pt x="661804" y="881044"/>
                    <a:pt x="688490" y="914400"/>
                  </a:cubicBezTo>
                  <a:cubicBezTo>
                    <a:pt x="723109" y="957673"/>
                    <a:pt x="693073" y="938206"/>
                    <a:pt x="731520" y="957431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AAB1A186-B50B-D2C2-DC09-60B06B7CA070}"/>
                </a:ext>
              </a:extLst>
            </p:cNvPr>
            <p:cNvSpPr/>
            <p:nvPr/>
          </p:nvSpPr>
          <p:spPr>
            <a:xfrm>
              <a:off x="14035718" y="16258273"/>
              <a:ext cx="1735873" cy="3927832"/>
            </a:xfrm>
            <a:custGeom>
              <a:avLst/>
              <a:gdLst>
                <a:gd name="connsiteX0" fmla="*/ 0 w 1549887"/>
                <a:gd name="connsiteY0" fmla="*/ 0 h 3506993"/>
                <a:gd name="connsiteX1" fmla="*/ 64546 w 1549887"/>
                <a:gd name="connsiteY1" fmla="*/ 75304 h 3506993"/>
                <a:gd name="connsiteX2" fmla="*/ 107576 w 1549887"/>
                <a:gd name="connsiteY2" fmla="*/ 118334 h 3506993"/>
                <a:gd name="connsiteX3" fmla="*/ 193637 w 1549887"/>
                <a:gd name="connsiteY3" fmla="*/ 247426 h 3506993"/>
                <a:gd name="connsiteX4" fmla="*/ 258183 w 1549887"/>
                <a:gd name="connsiteY4" fmla="*/ 333487 h 3506993"/>
                <a:gd name="connsiteX5" fmla="*/ 279698 w 1549887"/>
                <a:gd name="connsiteY5" fmla="*/ 376518 h 3506993"/>
                <a:gd name="connsiteX6" fmla="*/ 333487 w 1549887"/>
                <a:gd name="connsiteY6" fmla="*/ 473337 h 3506993"/>
                <a:gd name="connsiteX7" fmla="*/ 355002 w 1549887"/>
                <a:gd name="connsiteY7" fmla="*/ 527125 h 3506993"/>
                <a:gd name="connsiteX8" fmla="*/ 365760 w 1549887"/>
                <a:gd name="connsiteY8" fmla="*/ 559398 h 3506993"/>
                <a:gd name="connsiteX9" fmla="*/ 408790 w 1549887"/>
                <a:gd name="connsiteY9" fmla="*/ 645459 h 3506993"/>
                <a:gd name="connsiteX10" fmla="*/ 430306 w 1549887"/>
                <a:gd name="connsiteY10" fmla="*/ 688490 h 3506993"/>
                <a:gd name="connsiteX11" fmla="*/ 441063 w 1549887"/>
                <a:gd name="connsiteY11" fmla="*/ 720763 h 3506993"/>
                <a:gd name="connsiteX12" fmla="*/ 451821 w 1549887"/>
                <a:gd name="connsiteY12" fmla="*/ 763793 h 3506993"/>
                <a:gd name="connsiteX13" fmla="*/ 494851 w 1549887"/>
                <a:gd name="connsiteY13" fmla="*/ 849854 h 3506993"/>
                <a:gd name="connsiteX14" fmla="*/ 537882 w 1549887"/>
                <a:gd name="connsiteY14" fmla="*/ 946673 h 3506993"/>
                <a:gd name="connsiteX15" fmla="*/ 559397 w 1549887"/>
                <a:gd name="connsiteY15" fmla="*/ 978946 h 3506993"/>
                <a:gd name="connsiteX16" fmla="*/ 591670 w 1549887"/>
                <a:gd name="connsiteY16" fmla="*/ 1054250 h 3506993"/>
                <a:gd name="connsiteX17" fmla="*/ 613186 w 1549887"/>
                <a:gd name="connsiteY17" fmla="*/ 1086523 h 3506993"/>
                <a:gd name="connsiteX18" fmla="*/ 634701 w 1549887"/>
                <a:gd name="connsiteY18" fmla="*/ 1129553 h 3506993"/>
                <a:gd name="connsiteX19" fmla="*/ 666974 w 1549887"/>
                <a:gd name="connsiteY19" fmla="*/ 1161826 h 3506993"/>
                <a:gd name="connsiteX20" fmla="*/ 699247 w 1549887"/>
                <a:gd name="connsiteY20" fmla="*/ 1204857 h 3506993"/>
                <a:gd name="connsiteX21" fmla="*/ 763793 w 1549887"/>
                <a:gd name="connsiteY21" fmla="*/ 1301676 h 3506993"/>
                <a:gd name="connsiteX22" fmla="*/ 828338 w 1549887"/>
                <a:gd name="connsiteY22" fmla="*/ 1387737 h 3506993"/>
                <a:gd name="connsiteX23" fmla="*/ 871369 w 1549887"/>
                <a:gd name="connsiteY23" fmla="*/ 1473798 h 3506993"/>
                <a:gd name="connsiteX24" fmla="*/ 957430 w 1549887"/>
                <a:gd name="connsiteY24" fmla="*/ 1602890 h 3506993"/>
                <a:gd name="connsiteX25" fmla="*/ 968188 w 1549887"/>
                <a:gd name="connsiteY25" fmla="*/ 1645920 h 3506993"/>
                <a:gd name="connsiteX26" fmla="*/ 1000461 w 1549887"/>
                <a:gd name="connsiteY26" fmla="*/ 1688951 h 3506993"/>
                <a:gd name="connsiteX27" fmla="*/ 1021976 w 1549887"/>
                <a:gd name="connsiteY27" fmla="*/ 1721224 h 3506993"/>
                <a:gd name="connsiteX28" fmla="*/ 1054249 w 1549887"/>
                <a:gd name="connsiteY28" fmla="*/ 1785770 h 3506993"/>
                <a:gd name="connsiteX29" fmla="*/ 1075764 w 1549887"/>
                <a:gd name="connsiteY29" fmla="*/ 1850316 h 3506993"/>
                <a:gd name="connsiteX30" fmla="*/ 1086522 w 1549887"/>
                <a:gd name="connsiteY30" fmla="*/ 1882589 h 3506993"/>
                <a:gd name="connsiteX31" fmla="*/ 1108037 w 1549887"/>
                <a:gd name="connsiteY31" fmla="*/ 1914861 h 3506993"/>
                <a:gd name="connsiteX32" fmla="*/ 1129553 w 1549887"/>
                <a:gd name="connsiteY32" fmla="*/ 1936377 h 3506993"/>
                <a:gd name="connsiteX33" fmla="*/ 1161826 w 1549887"/>
                <a:gd name="connsiteY33" fmla="*/ 1979407 h 3506993"/>
                <a:gd name="connsiteX34" fmla="*/ 1194098 w 1549887"/>
                <a:gd name="connsiteY34" fmla="*/ 2043953 h 3506993"/>
                <a:gd name="connsiteX35" fmla="*/ 1215614 w 1549887"/>
                <a:gd name="connsiteY35" fmla="*/ 2108499 h 3506993"/>
                <a:gd name="connsiteX36" fmla="*/ 1258644 w 1549887"/>
                <a:gd name="connsiteY36" fmla="*/ 2183803 h 3506993"/>
                <a:gd name="connsiteX37" fmla="*/ 1280160 w 1549887"/>
                <a:gd name="connsiteY37" fmla="*/ 2269864 h 3506993"/>
                <a:gd name="connsiteX38" fmla="*/ 1290917 w 1549887"/>
                <a:gd name="connsiteY38" fmla="*/ 2302137 h 3506993"/>
                <a:gd name="connsiteX39" fmla="*/ 1301675 w 1549887"/>
                <a:gd name="connsiteY39" fmla="*/ 2355925 h 3506993"/>
                <a:gd name="connsiteX40" fmla="*/ 1323190 w 1549887"/>
                <a:gd name="connsiteY40" fmla="*/ 2431229 h 3506993"/>
                <a:gd name="connsiteX41" fmla="*/ 1333948 w 1549887"/>
                <a:gd name="connsiteY41" fmla="*/ 2474259 h 3506993"/>
                <a:gd name="connsiteX42" fmla="*/ 1355463 w 1549887"/>
                <a:gd name="connsiteY42" fmla="*/ 2528047 h 3506993"/>
                <a:gd name="connsiteX43" fmla="*/ 1376978 w 1549887"/>
                <a:gd name="connsiteY43" fmla="*/ 2635624 h 3506993"/>
                <a:gd name="connsiteX44" fmla="*/ 1398494 w 1549887"/>
                <a:gd name="connsiteY44" fmla="*/ 2743200 h 3506993"/>
                <a:gd name="connsiteX45" fmla="*/ 1409251 w 1549887"/>
                <a:gd name="connsiteY45" fmla="*/ 2786231 h 3506993"/>
                <a:gd name="connsiteX46" fmla="*/ 1420009 w 1549887"/>
                <a:gd name="connsiteY46" fmla="*/ 2872292 h 3506993"/>
                <a:gd name="connsiteX47" fmla="*/ 1430767 w 1549887"/>
                <a:gd name="connsiteY47" fmla="*/ 2926080 h 3506993"/>
                <a:gd name="connsiteX48" fmla="*/ 1452282 w 1549887"/>
                <a:gd name="connsiteY48" fmla="*/ 3130476 h 3506993"/>
                <a:gd name="connsiteX49" fmla="*/ 1463040 w 1549887"/>
                <a:gd name="connsiteY49" fmla="*/ 3173506 h 3506993"/>
                <a:gd name="connsiteX50" fmla="*/ 1484555 w 1549887"/>
                <a:gd name="connsiteY50" fmla="*/ 3205779 h 3506993"/>
                <a:gd name="connsiteX51" fmla="*/ 1495313 w 1549887"/>
                <a:gd name="connsiteY51" fmla="*/ 3238052 h 3506993"/>
                <a:gd name="connsiteX52" fmla="*/ 1516828 w 1549887"/>
                <a:gd name="connsiteY52" fmla="*/ 3367144 h 3506993"/>
                <a:gd name="connsiteX53" fmla="*/ 1527586 w 1549887"/>
                <a:gd name="connsiteY53" fmla="*/ 3399417 h 3506993"/>
                <a:gd name="connsiteX54" fmla="*/ 1538343 w 1549887"/>
                <a:gd name="connsiteY54" fmla="*/ 3442447 h 3506993"/>
                <a:gd name="connsiteX55" fmla="*/ 1549101 w 1549887"/>
                <a:gd name="connsiteY55" fmla="*/ 3474720 h 3506993"/>
                <a:gd name="connsiteX56" fmla="*/ 1549101 w 1549887"/>
                <a:gd name="connsiteY56" fmla="*/ 3506993 h 3506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549887" h="3506993">
                  <a:moveTo>
                    <a:pt x="0" y="0"/>
                  </a:moveTo>
                  <a:cubicBezTo>
                    <a:pt x="21515" y="25101"/>
                    <a:pt x="42307" y="50841"/>
                    <a:pt x="64546" y="75304"/>
                  </a:cubicBezTo>
                  <a:cubicBezTo>
                    <a:pt x="78191" y="90313"/>
                    <a:pt x="94590" y="102751"/>
                    <a:pt x="107576" y="118334"/>
                  </a:cubicBezTo>
                  <a:cubicBezTo>
                    <a:pt x="288736" y="335727"/>
                    <a:pt x="108238" y="119328"/>
                    <a:pt x="193637" y="247426"/>
                  </a:cubicBezTo>
                  <a:cubicBezTo>
                    <a:pt x="213528" y="277262"/>
                    <a:pt x="242147" y="301414"/>
                    <a:pt x="258183" y="333487"/>
                  </a:cubicBezTo>
                  <a:cubicBezTo>
                    <a:pt x="265355" y="347831"/>
                    <a:pt x="271910" y="362499"/>
                    <a:pt x="279698" y="376518"/>
                  </a:cubicBezTo>
                  <a:cubicBezTo>
                    <a:pt x="309869" y="430827"/>
                    <a:pt x="310560" y="421752"/>
                    <a:pt x="333487" y="473337"/>
                  </a:cubicBezTo>
                  <a:cubicBezTo>
                    <a:pt x="341330" y="490983"/>
                    <a:pt x="348222" y="509044"/>
                    <a:pt x="355002" y="527125"/>
                  </a:cubicBezTo>
                  <a:cubicBezTo>
                    <a:pt x="358984" y="537743"/>
                    <a:pt x="361068" y="549075"/>
                    <a:pt x="365760" y="559398"/>
                  </a:cubicBezTo>
                  <a:cubicBezTo>
                    <a:pt x="379032" y="588596"/>
                    <a:pt x="394447" y="616772"/>
                    <a:pt x="408790" y="645459"/>
                  </a:cubicBezTo>
                  <a:cubicBezTo>
                    <a:pt x="415962" y="659803"/>
                    <a:pt x="425235" y="673276"/>
                    <a:pt x="430306" y="688490"/>
                  </a:cubicBezTo>
                  <a:cubicBezTo>
                    <a:pt x="433892" y="699248"/>
                    <a:pt x="437948" y="709860"/>
                    <a:pt x="441063" y="720763"/>
                  </a:cubicBezTo>
                  <a:cubicBezTo>
                    <a:pt x="445125" y="734979"/>
                    <a:pt x="446135" y="750145"/>
                    <a:pt x="451821" y="763793"/>
                  </a:cubicBezTo>
                  <a:cubicBezTo>
                    <a:pt x="464157" y="793399"/>
                    <a:pt x="482939" y="820075"/>
                    <a:pt x="494851" y="849854"/>
                  </a:cubicBezTo>
                  <a:cubicBezTo>
                    <a:pt x="510220" y="888275"/>
                    <a:pt x="517782" y="911497"/>
                    <a:pt x="537882" y="946673"/>
                  </a:cubicBezTo>
                  <a:cubicBezTo>
                    <a:pt x="544297" y="957899"/>
                    <a:pt x="552982" y="967720"/>
                    <a:pt x="559397" y="978946"/>
                  </a:cubicBezTo>
                  <a:cubicBezTo>
                    <a:pt x="648955" y="1135672"/>
                    <a:pt x="531316" y="933542"/>
                    <a:pt x="591670" y="1054250"/>
                  </a:cubicBezTo>
                  <a:cubicBezTo>
                    <a:pt x="597452" y="1065814"/>
                    <a:pt x="606771" y="1075297"/>
                    <a:pt x="613186" y="1086523"/>
                  </a:cubicBezTo>
                  <a:cubicBezTo>
                    <a:pt x="621142" y="1100446"/>
                    <a:pt x="625380" y="1116504"/>
                    <a:pt x="634701" y="1129553"/>
                  </a:cubicBezTo>
                  <a:cubicBezTo>
                    <a:pt x="643544" y="1141933"/>
                    <a:pt x="657073" y="1150275"/>
                    <a:pt x="666974" y="1161826"/>
                  </a:cubicBezTo>
                  <a:cubicBezTo>
                    <a:pt x="678642" y="1175439"/>
                    <a:pt x="689041" y="1190115"/>
                    <a:pt x="699247" y="1204857"/>
                  </a:cubicBezTo>
                  <a:cubicBezTo>
                    <a:pt x="721325" y="1236748"/>
                    <a:pt x="740521" y="1270646"/>
                    <a:pt x="763793" y="1301676"/>
                  </a:cubicBezTo>
                  <a:cubicBezTo>
                    <a:pt x="785308" y="1330363"/>
                    <a:pt x="812301" y="1355664"/>
                    <a:pt x="828338" y="1387737"/>
                  </a:cubicBezTo>
                  <a:cubicBezTo>
                    <a:pt x="842682" y="1416424"/>
                    <a:pt x="854370" y="1446600"/>
                    <a:pt x="871369" y="1473798"/>
                  </a:cubicBezTo>
                  <a:cubicBezTo>
                    <a:pt x="934660" y="1575063"/>
                    <a:pt x="904860" y="1532796"/>
                    <a:pt x="957430" y="1602890"/>
                  </a:cubicBezTo>
                  <a:cubicBezTo>
                    <a:pt x="961016" y="1617233"/>
                    <a:pt x="961576" y="1632696"/>
                    <a:pt x="968188" y="1645920"/>
                  </a:cubicBezTo>
                  <a:cubicBezTo>
                    <a:pt x="976206" y="1661957"/>
                    <a:pt x="990040" y="1674361"/>
                    <a:pt x="1000461" y="1688951"/>
                  </a:cubicBezTo>
                  <a:cubicBezTo>
                    <a:pt x="1007976" y="1699472"/>
                    <a:pt x="1015697" y="1709922"/>
                    <a:pt x="1021976" y="1721224"/>
                  </a:cubicBezTo>
                  <a:cubicBezTo>
                    <a:pt x="1033658" y="1742252"/>
                    <a:pt x="1044997" y="1763565"/>
                    <a:pt x="1054249" y="1785770"/>
                  </a:cubicBezTo>
                  <a:cubicBezTo>
                    <a:pt x="1062972" y="1806705"/>
                    <a:pt x="1068592" y="1828801"/>
                    <a:pt x="1075764" y="1850316"/>
                  </a:cubicBezTo>
                  <a:cubicBezTo>
                    <a:pt x="1079350" y="1861074"/>
                    <a:pt x="1080232" y="1873154"/>
                    <a:pt x="1086522" y="1882589"/>
                  </a:cubicBezTo>
                  <a:cubicBezTo>
                    <a:pt x="1093694" y="1893346"/>
                    <a:pt x="1099960" y="1904765"/>
                    <a:pt x="1108037" y="1914861"/>
                  </a:cubicBezTo>
                  <a:cubicBezTo>
                    <a:pt x="1114373" y="1922781"/>
                    <a:pt x="1123060" y="1928585"/>
                    <a:pt x="1129553" y="1936377"/>
                  </a:cubicBezTo>
                  <a:cubicBezTo>
                    <a:pt x="1141031" y="1950151"/>
                    <a:pt x="1151068" y="1965064"/>
                    <a:pt x="1161826" y="1979407"/>
                  </a:cubicBezTo>
                  <a:cubicBezTo>
                    <a:pt x="1201050" y="2097086"/>
                    <a:pt x="1138497" y="1918852"/>
                    <a:pt x="1194098" y="2043953"/>
                  </a:cubicBezTo>
                  <a:cubicBezTo>
                    <a:pt x="1203309" y="2064678"/>
                    <a:pt x="1203034" y="2089629"/>
                    <a:pt x="1215614" y="2108499"/>
                  </a:cubicBezTo>
                  <a:cubicBezTo>
                    <a:pt x="1231353" y="2132109"/>
                    <a:pt x="1249544" y="2156504"/>
                    <a:pt x="1258644" y="2183803"/>
                  </a:cubicBezTo>
                  <a:cubicBezTo>
                    <a:pt x="1267995" y="2211855"/>
                    <a:pt x="1270810" y="2241811"/>
                    <a:pt x="1280160" y="2269864"/>
                  </a:cubicBezTo>
                  <a:cubicBezTo>
                    <a:pt x="1283746" y="2280622"/>
                    <a:pt x="1288167" y="2291136"/>
                    <a:pt x="1290917" y="2302137"/>
                  </a:cubicBezTo>
                  <a:cubicBezTo>
                    <a:pt x="1295352" y="2319876"/>
                    <a:pt x="1297240" y="2338186"/>
                    <a:pt x="1301675" y="2355925"/>
                  </a:cubicBezTo>
                  <a:cubicBezTo>
                    <a:pt x="1308007" y="2381251"/>
                    <a:pt x="1316321" y="2406043"/>
                    <a:pt x="1323190" y="2431229"/>
                  </a:cubicBezTo>
                  <a:cubicBezTo>
                    <a:pt x="1327080" y="2445493"/>
                    <a:pt x="1329273" y="2460233"/>
                    <a:pt x="1333948" y="2474259"/>
                  </a:cubicBezTo>
                  <a:cubicBezTo>
                    <a:pt x="1340055" y="2492578"/>
                    <a:pt x="1350487" y="2509389"/>
                    <a:pt x="1355463" y="2528047"/>
                  </a:cubicBezTo>
                  <a:cubicBezTo>
                    <a:pt x="1364885" y="2563381"/>
                    <a:pt x="1368108" y="2600147"/>
                    <a:pt x="1376978" y="2635624"/>
                  </a:cubicBezTo>
                  <a:cubicBezTo>
                    <a:pt x="1401961" y="2735552"/>
                    <a:pt x="1372124" y="2611348"/>
                    <a:pt x="1398494" y="2743200"/>
                  </a:cubicBezTo>
                  <a:cubicBezTo>
                    <a:pt x="1401394" y="2757698"/>
                    <a:pt x="1406820" y="2771647"/>
                    <a:pt x="1409251" y="2786231"/>
                  </a:cubicBezTo>
                  <a:cubicBezTo>
                    <a:pt x="1414004" y="2814748"/>
                    <a:pt x="1415613" y="2843718"/>
                    <a:pt x="1420009" y="2872292"/>
                  </a:cubicBezTo>
                  <a:cubicBezTo>
                    <a:pt x="1422789" y="2890364"/>
                    <a:pt x="1427181" y="2908151"/>
                    <a:pt x="1430767" y="2926080"/>
                  </a:cubicBezTo>
                  <a:cubicBezTo>
                    <a:pt x="1438255" y="3023436"/>
                    <a:pt x="1436143" y="3049782"/>
                    <a:pt x="1452282" y="3130476"/>
                  </a:cubicBezTo>
                  <a:cubicBezTo>
                    <a:pt x="1455182" y="3144974"/>
                    <a:pt x="1457216" y="3159917"/>
                    <a:pt x="1463040" y="3173506"/>
                  </a:cubicBezTo>
                  <a:cubicBezTo>
                    <a:pt x="1468133" y="3185390"/>
                    <a:pt x="1478773" y="3194215"/>
                    <a:pt x="1484555" y="3205779"/>
                  </a:cubicBezTo>
                  <a:cubicBezTo>
                    <a:pt x="1489626" y="3215921"/>
                    <a:pt x="1492563" y="3227051"/>
                    <a:pt x="1495313" y="3238052"/>
                  </a:cubicBezTo>
                  <a:cubicBezTo>
                    <a:pt x="1514554" y="3315017"/>
                    <a:pt x="1498614" y="3276078"/>
                    <a:pt x="1516828" y="3367144"/>
                  </a:cubicBezTo>
                  <a:cubicBezTo>
                    <a:pt x="1519052" y="3378263"/>
                    <a:pt x="1524471" y="3388514"/>
                    <a:pt x="1527586" y="3399417"/>
                  </a:cubicBezTo>
                  <a:cubicBezTo>
                    <a:pt x="1531648" y="3413633"/>
                    <a:pt x="1534281" y="3428231"/>
                    <a:pt x="1538343" y="3442447"/>
                  </a:cubicBezTo>
                  <a:cubicBezTo>
                    <a:pt x="1541458" y="3453350"/>
                    <a:pt x="1547237" y="3463535"/>
                    <a:pt x="1549101" y="3474720"/>
                  </a:cubicBezTo>
                  <a:cubicBezTo>
                    <a:pt x="1550870" y="3485331"/>
                    <a:pt x="1549101" y="3496235"/>
                    <a:pt x="1549101" y="3506993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81FF144D-5AE5-E919-922F-7CC9B732DEF2}"/>
                </a:ext>
              </a:extLst>
            </p:cNvPr>
            <p:cNvSpPr/>
            <p:nvPr/>
          </p:nvSpPr>
          <p:spPr>
            <a:xfrm>
              <a:off x="13928555" y="16134874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8A545E8-60B7-ECFF-DC83-41D159023753}"/>
                </a:ext>
              </a:extLst>
            </p:cNvPr>
            <p:cNvSpPr/>
            <p:nvPr/>
          </p:nvSpPr>
          <p:spPr>
            <a:xfrm>
              <a:off x="10936661" y="17111997"/>
              <a:ext cx="2648103" cy="4184295"/>
            </a:xfrm>
            <a:custGeom>
              <a:avLst/>
              <a:gdLst>
                <a:gd name="connsiteX0" fmla="*/ 0 w 2364378"/>
                <a:gd name="connsiteY0" fmla="*/ 3735978 h 3735978"/>
                <a:gd name="connsiteX1" fmla="*/ 13063 w 2364378"/>
                <a:gd name="connsiteY1" fmla="*/ 3644538 h 3735978"/>
                <a:gd name="connsiteX2" fmla="*/ 39189 w 2364378"/>
                <a:gd name="connsiteY2" fmla="*/ 3592286 h 3735978"/>
                <a:gd name="connsiteX3" fmla="*/ 52252 w 2364378"/>
                <a:gd name="connsiteY3" fmla="*/ 3553098 h 3735978"/>
                <a:gd name="connsiteX4" fmla="*/ 78378 w 2364378"/>
                <a:gd name="connsiteY4" fmla="*/ 3513909 h 3735978"/>
                <a:gd name="connsiteX5" fmla="*/ 104503 w 2364378"/>
                <a:gd name="connsiteY5" fmla="*/ 3448595 h 3735978"/>
                <a:gd name="connsiteX6" fmla="*/ 130629 w 2364378"/>
                <a:gd name="connsiteY6" fmla="*/ 3409406 h 3735978"/>
                <a:gd name="connsiteX7" fmla="*/ 169818 w 2364378"/>
                <a:gd name="connsiteY7" fmla="*/ 3344092 h 3735978"/>
                <a:gd name="connsiteX8" fmla="*/ 182880 w 2364378"/>
                <a:gd name="connsiteY8" fmla="*/ 3304903 h 3735978"/>
                <a:gd name="connsiteX9" fmla="*/ 209006 w 2364378"/>
                <a:gd name="connsiteY9" fmla="*/ 3239589 h 3735978"/>
                <a:gd name="connsiteX10" fmla="*/ 235132 w 2364378"/>
                <a:gd name="connsiteY10" fmla="*/ 3200400 h 3735978"/>
                <a:gd name="connsiteX11" fmla="*/ 261258 w 2364378"/>
                <a:gd name="connsiteY11" fmla="*/ 3122023 h 3735978"/>
                <a:gd name="connsiteX12" fmla="*/ 274320 w 2364378"/>
                <a:gd name="connsiteY12" fmla="*/ 3082835 h 3735978"/>
                <a:gd name="connsiteX13" fmla="*/ 287383 w 2364378"/>
                <a:gd name="connsiteY13" fmla="*/ 3043646 h 3735978"/>
                <a:gd name="connsiteX14" fmla="*/ 300446 w 2364378"/>
                <a:gd name="connsiteY14" fmla="*/ 2991395 h 3735978"/>
                <a:gd name="connsiteX15" fmla="*/ 326572 w 2364378"/>
                <a:gd name="connsiteY15" fmla="*/ 2952206 h 3735978"/>
                <a:gd name="connsiteX16" fmla="*/ 339635 w 2364378"/>
                <a:gd name="connsiteY16" fmla="*/ 2913018 h 3735978"/>
                <a:gd name="connsiteX17" fmla="*/ 404949 w 2364378"/>
                <a:gd name="connsiteY17" fmla="*/ 2834640 h 3735978"/>
                <a:gd name="connsiteX18" fmla="*/ 444138 w 2364378"/>
                <a:gd name="connsiteY18" fmla="*/ 2808515 h 3735978"/>
                <a:gd name="connsiteX19" fmla="*/ 522515 w 2364378"/>
                <a:gd name="connsiteY19" fmla="*/ 2730138 h 3735978"/>
                <a:gd name="connsiteX20" fmla="*/ 561703 w 2364378"/>
                <a:gd name="connsiteY20" fmla="*/ 2677886 h 3735978"/>
                <a:gd name="connsiteX21" fmla="*/ 587829 w 2364378"/>
                <a:gd name="connsiteY21" fmla="*/ 2625635 h 3735978"/>
                <a:gd name="connsiteX22" fmla="*/ 653143 w 2364378"/>
                <a:gd name="connsiteY22" fmla="*/ 2534195 h 3735978"/>
                <a:gd name="connsiteX23" fmla="*/ 692332 w 2364378"/>
                <a:gd name="connsiteY23" fmla="*/ 2508069 h 3735978"/>
                <a:gd name="connsiteX24" fmla="*/ 757646 w 2364378"/>
                <a:gd name="connsiteY24" fmla="*/ 2416629 h 3735978"/>
                <a:gd name="connsiteX25" fmla="*/ 809898 w 2364378"/>
                <a:gd name="connsiteY25" fmla="*/ 2338252 h 3735978"/>
                <a:gd name="connsiteX26" fmla="*/ 849086 w 2364378"/>
                <a:gd name="connsiteY26" fmla="*/ 2246812 h 3735978"/>
                <a:gd name="connsiteX27" fmla="*/ 862149 w 2364378"/>
                <a:gd name="connsiteY27" fmla="*/ 2207623 h 3735978"/>
                <a:gd name="connsiteX28" fmla="*/ 914400 w 2364378"/>
                <a:gd name="connsiteY28" fmla="*/ 2129246 h 3735978"/>
                <a:gd name="connsiteX29" fmla="*/ 940526 w 2364378"/>
                <a:gd name="connsiteY29" fmla="*/ 2090058 h 3735978"/>
                <a:gd name="connsiteX30" fmla="*/ 979715 w 2364378"/>
                <a:gd name="connsiteY30" fmla="*/ 2050869 h 3735978"/>
                <a:gd name="connsiteX31" fmla="*/ 1031966 w 2364378"/>
                <a:gd name="connsiteY31" fmla="*/ 1959429 h 3735978"/>
                <a:gd name="connsiteX32" fmla="*/ 1071155 w 2364378"/>
                <a:gd name="connsiteY32" fmla="*/ 1907178 h 3735978"/>
                <a:gd name="connsiteX33" fmla="*/ 1084218 w 2364378"/>
                <a:gd name="connsiteY33" fmla="*/ 1867989 h 3735978"/>
                <a:gd name="connsiteX34" fmla="*/ 1110343 w 2364378"/>
                <a:gd name="connsiteY34" fmla="*/ 1737360 h 3735978"/>
                <a:gd name="connsiteX35" fmla="*/ 1136469 w 2364378"/>
                <a:gd name="connsiteY35" fmla="*/ 1672046 h 3735978"/>
                <a:gd name="connsiteX36" fmla="*/ 1227909 w 2364378"/>
                <a:gd name="connsiteY36" fmla="*/ 1528355 h 3735978"/>
                <a:gd name="connsiteX37" fmla="*/ 1240972 w 2364378"/>
                <a:gd name="connsiteY37" fmla="*/ 1489166 h 3735978"/>
                <a:gd name="connsiteX38" fmla="*/ 1280160 w 2364378"/>
                <a:gd name="connsiteY38" fmla="*/ 1436915 h 3735978"/>
                <a:gd name="connsiteX39" fmla="*/ 1319349 w 2364378"/>
                <a:gd name="connsiteY39" fmla="*/ 1371600 h 3735978"/>
                <a:gd name="connsiteX40" fmla="*/ 1436915 w 2364378"/>
                <a:gd name="connsiteY40" fmla="*/ 1227909 h 3735978"/>
                <a:gd name="connsiteX41" fmla="*/ 1476103 w 2364378"/>
                <a:gd name="connsiteY41" fmla="*/ 1201783 h 3735978"/>
                <a:gd name="connsiteX42" fmla="*/ 1541418 w 2364378"/>
                <a:gd name="connsiteY42" fmla="*/ 1123406 h 3735978"/>
                <a:gd name="connsiteX43" fmla="*/ 1593669 w 2364378"/>
                <a:gd name="connsiteY43" fmla="*/ 1045029 h 3735978"/>
                <a:gd name="connsiteX44" fmla="*/ 1619795 w 2364378"/>
                <a:gd name="connsiteY44" fmla="*/ 1005840 h 3735978"/>
                <a:gd name="connsiteX45" fmla="*/ 1645920 w 2364378"/>
                <a:gd name="connsiteY45" fmla="*/ 966652 h 3735978"/>
                <a:gd name="connsiteX46" fmla="*/ 1685109 w 2364378"/>
                <a:gd name="connsiteY46" fmla="*/ 927463 h 3735978"/>
                <a:gd name="connsiteX47" fmla="*/ 1711235 w 2364378"/>
                <a:gd name="connsiteY47" fmla="*/ 875212 h 3735978"/>
                <a:gd name="connsiteX48" fmla="*/ 1763486 w 2364378"/>
                <a:gd name="connsiteY48" fmla="*/ 796835 h 3735978"/>
                <a:gd name="connsiteX49" fmla="*/ 1802675 w 2364378"/>
                <a:gd name="connsiteY49" fmla="*/ 718458 h 3735978"/>
                <a:gd name="connsiteX50" fmla="*/ 1854926 w 2364378"/>
                <a:gd name="connsiteY50" fmla="*/ 640080 h 3735978"/>
                <a:gd name="connsiteX51" fmla="*/ 1867989 w 2364378"/>
                <a:gd name="connsiteY51" fmla="*/ 600892 h 3735978"/>
                <a:gd name="connsiteX52" fmla="*/ 1920240 w 2364378"/>
                <a:gd name="connsiteY52" fmla="*/ 561703 h 3735978"/>
                <a:gd name="connsiteX53" fmla="*/ 1998618 w 2364378"/>
                <a:gd name="connsiteY53" fmla="*/ 496389 h 3735978"/>
                <a:gd name="connsiteX54" fmla="*/ 2050869 w 2364378"/>
                <a:gd name="connsiteY54" fmla="*/ 418012 h 3735978"/>
                <a:gd name="connsiteX55" fmla="*/ 2076995 w 2364378"/>
                <a:gd name="connsiteY55" fmla="*/ 378823 h 3735978"/>
                <a:gd name="connsiteX56" fmla="*/ 2090058 w 2364378"/>
                <a:gd name="connsiteY56" fmla="*/ 339635 h 3735978"/>
                <a:gd name="connsiteX57" fmla="*/ 2129246 w 2364378"/>
                <a:gd name="connsiteY57" fmla="*/ 300446 h 3735978"/>
                <a:gd name="connsiteX58" fmla="*/ 2168435 w 2364378"/>
                <a:gd name="connsiteY58" fmla="*/ 222069 h 3735978"/>
                <a:gd name="connsiteX59" fmla="*/ 2207623 w 2364378"/>
                <a:gd name="connsiteY59" fmla="*/ 143692 h 3735978"/>
                <a:gd name="connsiteX60" fmla="*/ 2286000 w 2364378"/>
                <a:gd name="connsiteY60" fmla="*/ 91440 h 3735978"/>
                <a:gd name="connsiteX61" fmla="*/ 2312126 w 2364378"/>
                <a:gd name="connsiteY61" fmla="*/ 52252 h 3735978"/>
                <a:gd name="connsiteX62" fmla="*/ 2364378 w 2364378"/>
                <a:gd name="connsiteY62" fmla="*/ 0 h 3735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364378" h="3735978">
                  <a:moveTo>
                    <a:pt x="0" y="3735978"/>
                  </a:moveTo>
                  <a:cubicBezTo>
                    <a:pt x="4354" y="3705498"/>
                    <a:pt x="4962" y="3674243"/>
                    <a:pt x="13063" y="3644538"/>
                  </a:cubicBezTo>
                  <a:cubicBezTo>
                    <a:pt x="18187" y="3625751"/>
                    <a:pt x="31518" y="3610185"/>
                    <a:pt x="39189" y="3592286"/>
                  </a:cubicBezTo>
                  <a:cubicBezTo>
                    <a:pt x="44613" y="3579630"/>
                    <a:pt x="46094" y="3565414"/>
                    <a:pt x="52252" y="3553098"/>
                  </a:cubicBezTo>
                  <a:cubicBezTo>
                    <a:pt x="59273" y="3539056"/>
                    <a:pt x="71357" y="3527951"/>
                    <a:pt x="78378" y="3513909"/>
                  </a:cubicBezTo>
                  <a:cubicBezTo>
                    <a:pt x="88864" y="3492936"/>
                    <a:pt x="94017" y="3469568"/>
                    <a:pt x="104503" y="3448595"/>
                  </a:cubicBezTo>
                  <a:cubicBezTo>
                    <a:pt x="111524" y="3434553"/>
                    <a:pt x="122308" y="3422719"/>
                    <a:pt x="130629" y="3409406"/>
                  </a:cubicBezTo>
                  <a:cubicBezTo>
                    <a:pt x="144086" y="3387876"/>
                    <a:pt x="158464" y="3366801"/>
                    <a:pt x="169818" y="3344092"/>
                  </a:cubicBezTo>
                  <a:cubicBezTo>
                    <a:pt x="175976" y="3331776"/>
                    <a:pt x="178045" y="3317796"/>
                    <a:pt x="182880" y="3304903"/>
                  </a:cubicBezTo>
                  <a:cubicBezTo>
                    <a:pt x="191113" y="3282947"/>
                    <a:pt x="198519" y="3260562"/>
                    <a:pt x="209006" y="3239589"/>
                  </a:cubicBezTo>
                  <a:cubicBezTo>
                    <a:pt x="216027" y="3225547"/>
                    <a:pt x="228756" y="3214747"/>
                    <a:pt x="235132" y="3200400"/>
                  </a:cubicBezTo>
                  <a:cubicBezTo>
                    <a:pt x="246317" y="3175235"/>
                    <a:pt x="252550" y="3148149"/>
                    <a:pt x="261258" y="3122023"/>
                  </a:cubicBezTo>
                  <a:lnTo>
                    <a:pt x="274320" y="3082835"/>
                  </a:lnTo>
                  <a:cubicBezTo>
                    <a:pt x="278674" y="3069772"/>
                    <a:pt x="284043" y="3057004"/>
                    <a:pt x="287383" y="3043646"/>
                  </a:cubicBezTo>
                  <a:cubicBezTo>
                    <a:pt x="291737" y="3026229"/>
                    <a:pt x="293374" y="3007896"/>
                    <a:pt x="300446" y="2991395"/>
                  </a:cubicBezTo>
                  <a:cubicBezTo>
                    <a:pt x="306631" y="2976965"/>
                    <a:pt x="319551" y="2966248"/>
                    <a:pt x="326572" y="2952206"/>
                  </a:cubicBezTo>
                  <a:cubicBezTo>
                    <a:pt x="332730" y="2939890"/>
                    <a:pt x="333477" y="2925334"/>
                    <a:pt x="339635" y="2913018"/>
                  </a:cubicBezTo>
                  <a:cubicBezTo>
                    <a:pt x="354315" y="2883658"/>
                    <a:pt x="380184" y="2855277"/>
                    <a:pt x="404949" y="2834640"/>
                  </a:cubicBezTo>
                  <a:cubicBezTo>
                    <a:pt x="417010" y="2824589"/>
                    <a:pt x="432404" y="2818945"/>
                    <a:pt x="444138" y="2808515"/>
                  </a:cubicBezTo>
                  <a:cubicBezTo>
                    <a:pt x="471753" y="2783969"/>
                    <a:pt x="500347" y="2759696"/>
                    <a:pt x="522515" y="2730138"/>
                  </a:cubicBezTo>
                  <a:cubicBezTo>
                    <a:pt x="535578" y="2712721"/>
                    <a:pt x="550164" y="2696348"/>
                    <a:pt x="561703" y="2677886"/>
                  </a:cubicBezTo>
                  <a:cubicBezTo>
                    <a:pt x="572024" y="2661373"/>
                    <a:pt x="578168" y="2642542"/>
                    <a:pt x="587829" y="2625635"/>
                  </a:cubicBezTo>
                  <a:cubicBezTo>
                    <a:pt x="597718" y="2608329"/>
                    <a:pt x="643798" y="2543540"/>
                    <a:pt x="653143" y="2534195"/>
                  </a:cubicBezTo>
                  <a:cubicBezTo>
                    <a:pt x="664244" y="2523094"/>
                    <a:pt x="679269" y="2516778"/>
                    <a:pt x="692332" y="2508069"/>
                  </a:cubicBezTo>
                  <a:cubicBezTo>
                    <a:pt x="777260" y="2380678"/>
                    <a:pt x="644243" y="2578632"/>
                    <a:pt x="757646" y="2416629"/>
                  </a:cubicBezTo>
                  <a:cubicBezTo>
                    <a:pt x="775652" y="2390906"/>
                    <a:pt x="809898" y="2338252"/>
                    <a:pt x="809898" y="2338252"/>
                  </a:cubicBezTo>
                  <a:cubicBezTo>
                    <a:pt x="837082" y="2229507"/>
                    <a:pt x="803981" y="2337020"/>
                    <a:pt x="849086" y="2246812"/>
                  </a:cubicBezTo>
                  <a:cubicBezTo>
                    <a:pt x="855244" y="2234496"/>
                    <a:pt x="855462" y="2219660"/>
                    <a:pt x="862149" y="2207623"/>
                  </a:cubicBezTo>
                  <a:cubicBezTo>
                    <a:pt x="877398" y="2180175"/>
                    <a:pt x="896983" y="2155372"/>
                    <a:pt x="914400" y="2129246"/>
                  </a:cubicBezTo>
                  <a:cubicBezTo>
                    <a:pt x="923109" y="2116183"/>
                    <a:pt x="929425" y="2101159"/>
                    <a:pt x="940526" y="2090058"/>
                  </a:cubicBezTo>
                  <a:cubicBezTo>
                    <a:pt x="953589" y="2076995"/>
                    <a:pt x="967888" y="2065061"/>
                    <a:pt x="979715" y="2050869"/>
                  </a:cubicBezTo>
                  <a:cubicBezTo>
                    <a:pt x="1015667" y="2007726"/>
                    <a:pt x="1000028" y="2010529"/>
                    <a:pt x="1031966" y="1959429"/>
                  </a:cubicBezTo>
                  <a:cubicBezTo>
                    <a:pt x="1043505" y="1940967"/>
                    <a:pt x="1058092" y="1924595"/>
                    <a:pt x="1071155" y="1907178"/>
                  </a:cubicBezTo>
                  <a:cubicBezTo>
                    <a:pt x="1075509" y="1894115"/>
                    <a:pt x="1081122" y="1881406"/>
                    <a:pt x="1084218" y="1867989"/>
                  </a:cubicBezTo>
                  <a:cubicBezTo>
                    <a:pt x="1094203" y="1824721"/>
                    <a:pt x="1093851" y="1778589"/>
                    <a:pt x="1110343" y="1737360"/>
                  </a:cubicBezTo>
                  <a:cubicBezTo>
                    <a:pt x="1119052" y="1715589"/>
                    <a:pt x="1125241" y="1692631"/>
                    <a:pt x="1136469" y="1672046"/>
                  </a:cubicBezTo>
                  <a:cubicBezTo>
                    <a:pt x="1198579" y="1558179"/>
                    <a:pt x="1175981" y="1632209"/>
                    <a:pt x="1227909" y="1528355"/>
                  </a:cubicBezTo>
                  <a:cubicBezTo>
                    <a:pt x="1234067" y="1516039"/>
                    <a:pt x="1234140" y="1501121"/>
                    <a:pt x="1240972" y="1489166"/>
                  </a:cubicBezTo>
                  <a:cubicBezTo>
                    <a:pt x="1251773" y="1470263"/>
                    <a:pt x="1268084" y="1455030"/>
                    <a:pt x="1280160" y="1436915"/>
                  </a:cubicBezTo>
                  <a:cubicBezTo>
                    <a:pt x="1294244" y="1415789"/>
                    <a:pt x="1304897" y="1392475"/>
                    <a:pt x="1319349" y="1371600"/>
                  </a:cubicBezTo>
                  <a:cubicBezTo>
                    <a:pt x="1347562" y="1330847"/>
                    <a:pt x="1392922" y="1264570"/>
                    <a:pt x="1436915" y="1227909"/>
                  </a:cubicBezTo>
                  <a:cubicBezTo>
                    <a:pt x="1448976" y="1217858"/>
                    <a:pt x="1463040" y="1210492"/>
                    <a:pt x="1476103" y="1201783"/>
                  </a:cubicBezTo>
                  <a:cubicBezTo>
                    <a:pt x="1569472" y="1061733"/>
                    <a:pt x="1424060" y="1274295"/>
                    <a:pt x="1541418" y="1123406"/>
                  </a:cubicBezTo>
                  <a:cubicBezTo>
                    <a:pt x="1560695" y="1098621"/>
                    <a:pt x="1576252" y="1071155"/>
                    <a:pt x="1593669" y="1045029"/>
                  </a:cubicBezTo>
                  <a:lnTo>
                    <a:pt x="1619795" y="1005840"/>
                  </a:lnTo>
                  <a:cubicBezTo>
                    <a:pt x="1628503" y="992777"/>
                    <a:pt x="1634819" y="977753"/>
                    <a:pt x="1645920" y="966652"/>
                  </a:cubicBezTo>
                  <a:cubicBezTo>
                    <a:pt x="1658983" y="953589"/>
                    <a:pt x="1674371" y="942496"/>
                    <a:pt x="1685109" y="927463"/>
                  </a:cubicBezTo>
                  <a:cubicBezTo>
                    <a:pt x="1696427" y="911617"/>
                    <a:pt x="1701216" y="891910"/>
                    <a:pt x="1711235" y="875212"/>
                  </a:cubicBezTo>
                  <a:cubicBezTo>
                    <a:pt x="1727390" y="848288"/>
                    <a:pt x="1763486" y="796835"/>
                    <a:pt x="1763486" y="796835"/>
                  </a:cubicBezTo>
                  <a:cubicBezTo>
                    <a:pt x="1796320" y="698332"/>
                    <a:pt x="1752029" y="819749"/>
                    <a:pt x="1802675" y="718458"/>
                  </a:cubicBezTo>
                  <a:cubicBezTo>
                    <a:pt x="1840486" y="642837"/>
                    <a:pt x="1780636" y="714372"/>
                    <a:pt x="1854926" y="640080"/>
                  </a:cubicBezTo>
                  <a:cubicBezTo>
                    <a:pt x="1859280" y="627017"/>
                    <a:pt x="1859174" y="611470"/>
                    <a:pt x="1867989" y="600892"/>
                  </a:cubicBezTo>
                  <a:cubicBezTo>
                    <a:pt x="1881927" y="584167"/>
                    <a:pt x="1902524" y="574357"/>
                    <a:pt x="1920240" y="561703"/>
                  </a:cubicBezTo>
                  <a:cubicBezTo>
                    <a:pt x="1957980" y="534746"/>
                    <a:pt x="1968120" y="535600"/>
                    <a:pt x="1998618" y="496389"/>
                  </a:cubicBezTo>
                  <a:cubicBezTo>
                    <a:pt x="2017895" y="471604"/>
                    <a:pt x="2033452" y="444138"/>
                    <a:pt x="2050869" y="418012"/>
                  </a:cubicBezTo>
                  <a:cubicBezTo>
                    <a:pt x="2059578" y="404949"/>
                    <a:pt x="2072030" y="393717"/>
                    <a:pt x="2076995" y="378823"/>
                  </a:cubicBezTo>
                  <a:cubicBezTo>
                    <a:pt x="2081349" y="365760"/>
                    <a:pt x="2082420" y="351092"/>
                    <a:pt x="2090058" y="339635"/>
                  </a:cubicBezTo>
                  <a:cubicBezTo>
                    <a:pt x="2100305" y="324264"/>
                    <a:pt x="2116183" y="313509"/>
                    <a:pt x="2129246" y="300446"/>
                  </a:cubicBezTo>
                  <a:cubicBezTo>
                    <a:pt x="2162081" y="201943"/>
                    <a:pt x="2117788" y="323363"/>
                    <a:pt x="2168435" y="222069"/>
                  </a:cubicBezTo>
                  <a:cubicBezTo>
                    <a:pt x="2186035" y="186869"/>
                    <a:pt x="2174347" y="172808"/>
                    <a:pt x="2207623" y="143692"/>
                  </a:cubicBezTo>
                  <a:cubicBezTo>
                    <a:pt x="2231253" y="123015"/>
                    <a:pt x="2286000" y="91440"/>
                    <a:pt x="2286000" y="91440"/>
                  </a:cubicBezTo>
                  <a:cubicBezTo>
                    <a:pt x="2294709" y="78377"/>
                    <a:pt x="2302075" y="64313"/>
                    <a:pt x="2312126" y="52252"/>
                  </a:cubicBezTo>
                  <a:lnTo>
                    <a:pt x="2364378" y="0"/>
                  </a:ln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B618380-FCAE-3DF5-23CA-D936F26C2EF7}"/>
                </a:ext>
              </a:extLst>
            </p:cNvPr>
            <p:cNvSpPr/>
            <p:nvPr/>
          </p:nvSpPr>
          <p:spPr>
            <a:xfrm>
              <a:off x="12750834" y="17111997"/>
              <a:ext cx="1271336" cy="4198925"/>
            </a:xfrm>
            <a:custGeom>
              <a:avLst/>
              <a:gdLst>
                <a:gd name="connsiteX0" fmla="*/ 679268 w 1135121"/>
                <a:gd name="connsiteY0" fmla="*/ 3749040 h 3749040"/>
                <a:gd name="connsiteX1" fmla="*/ 613954 w 1135121"/>
                <a:gd name="connsiteY1" fmla="*/ 3657600 h 3749040"/>
                <a:gd name="connsiteX2" fmla="*/ 522514 w 1135121"/>
                <a:gd name="connsiteY2" fmla="*/ 3540035 h 3749040"/>
                <a:gd name="connsiteX3" fmla="*/ 483325 w 1135121"/>
                <a:gd name="connsiteY3" fmla="*/ 3448595 h 3749040"/>
                <a:gd name="connsiteX4" fmla="*/ 444137 w 1135121"/>
                <a:gd name="connsiteY4" fmla="*/ 3357155 h 3749040"/>
                <a:gd name="connsiteX5" fmla="*/ 431074 w 1135121"/>
                <a:gd name="connsiteY5" fmla="*/ 3291840 h 3749040"/>
                <a:gd name="connsiteX6" fmla="*/ 378823 w 1135121"/>
                <a:gd name="connsiteY6" fmla="*/ 3030583 h 3749040"/>
                <a:gd name="connsiteX7" fmla="*/ 365760 w 1135121"/>
                <a:gd name="connsiteY7" fmla="*/ 2991395 h 3749040"/>
                <a:gd name="connsiteX8" fmla="*/ 339634 w 1135121"/>
                <a:gd name="connsiteY8" fmla="*/ 2886892 h 3749040"/>
                <a:gd name="connsiteX9" fmla="*/ 313508 w 1135121"/>
                <a:gd name="connsiteY9" fmla="*/ 2808515 h 3749040"/>
                <a:gd name="connsiteX10" fmla="*/ 261257 w 1135121"/>
                <a:gd name="connsiteY10" fmla="*/ 2730138 h 3749040"/>
                <a:gd name="connsiteX11" fmla="*/ 209005 w 1135121"/>
                <a:gd name="connsiteY11" fmla="*/ 2651760 h 3749040"/>
                <a:gd name="connsiteX12" fmla="*/ 156754 w 1135121"/>
                <a:gd name="connsiteY12" fmla="*/ 2573383 h 3749040"/>
                <a:gd name="connsiteX13" fmla="*/ 117565 w 1135121"/>
                <a:gd name="connsiteY13" fmla="*/ 2495006 h 3749040"/>
                <a:gd name="connsiteX14" fmla="*/ 78377 w 1135121"/>
                <a:gd name="connsiteY14" fmla="*/ 2377440 h 3749040"/>
                <a:gd name="connsiteX15" fmla="*/ 52251 w 1135121"/>
                <a:gd name="connsiteY15" fmla="*/ 2299063 h 3749040"/>
                <a:gd name="connsiteX16" fmla="*/ 26125 w 1135121"/>
                <a:gd name="connsiteY16" fmla="*/ 2194560 h 3749040"/>
                <a:gd name="connsiteX17" fmla="*/ 13063 w 1135121"/>
                <a:gd name="connsiteY17" fmla="*/ 2155372 h 3749040"/>
                <a:gd name="connsiteX18" fmla="*/ 0 w 1135121"/>
                <a:gd name="connsiteY18" fmla="*/ 2076995 h 3749040"/>
                <a:gd name="connsiteX19" fmla="*/ 13063 w 1135121"/>
                <a:gd name="connsiteY19" fmla="*/ 1946366 h 3749040"/>
                <a:gd name="connsiteX20" fmla="*/ 65314 w 1135121"/>
                <a:gd name="connsiteY20" fmla="*/ 1815738 h 3749040"/>
                <a:gd name="connsiteX21" fmla="*/ 91440 w 1135121"/>
                <a:gd name="connsiteY21" fmla="*/ 1750423 h 3749040"/>
                <a:gd name="connsiteX22" fmla="*/ 117565 w 1135121"/>
                <a:gd name="connsiteY22" fmla="*/ 1711235 h 3749040"/>
                <a:gd name="connsiteX23" fmla="*/ 130628 w 1135121"/>
                <a:gd name="connsiteY23" fmla="*/ 1672046 h 3749040"/>
                <a:gd name="connsiteX24" fmla="*/ 156754 w 1135121"/>
                <a:gd name="connsiteY24" fmla="*/ 1619795 h 3749040"/>
                <a:gd name="connsiteX25" fmla="*/ 195943 w 1135121"/>
                <a:gd name="connsiteY25" fmla="*/ 1541418 h 3749040"/>
                <a:gd name="connsiteX26" fmla="*/ 248194 w 1135121"/>
                <a:gd name="connsiteY26" fmla="*/ 1423852 h 3749040"/>
                <a:gd name="connsiteX27" fmla="*/ 365760 w 1135121"/>
                <a:gd name="connsiteY27" fmla="*/ 1345475 h 3749040"/>
                <a:gd name="connsiteX28" fmla="*/ 444137 w 1135121"/>
                <a:gd name="connsiteY28" fmla="*/ 1293223 h 3749040"/>
                <a:gd name="connsiteX29" fmla="*/ 483325 w 1135121"/>
                <a:gd name="connsiteY29" fmla="*/ 1267098 h 3749040"/>
                <a:gd name="connsiteX30" fmla="*/ 509451 w 1135121"/>
                <a:gd name="connsiteY30" fmla="*/ 1227909 h 3749040"/>
                <a:gd name="connsiteX31" fmla="*/ 548640 w 1135121"/>
                <a:gd name="connsiteY31" fmla="*/ 1188720 h 3749040"/>
                <a:gd name="connsiteX32" fmla="*/ 561703 w 1135121"/>
                <a:gd name="connsiteY32" fmla="*/ 1149532 h 3749040"/>
                <a:gd name="connsiteX33" fmla="*/ 613954 w 1135121"/>
                <a:gd name="connsiteY33" fmla="*/ 1071155 h 3749040"/>
                <a:gd name="connsiteX34" fmla="*/ 640080 w 1135121"/>
                <a:gd name="connsiteY34" fmla="*/ 1031966 h 3749040"/>
                <a:gd name="connsiteX35" fmla="*/ 718457 w 1135121"/>
                <a:gd name="connsiteY35" fmla="*/ 966652 h 3749040"/>
                <a:gd name="connsiteX36" fmla="*/ 757645 w 1135121"/>
                <a:gd name="connsiteY36" fmla="*/ 927463 h 3749040"/>
                <a:gd name="connsiteX37" fmla="*/ 836023 w 1135121"/>
                <a:gd name="connsiteY37" fmla="*/ 875212 h 3749040"/>
                <a:gd name="connsiteX38" fmla="*/ 914400 w 1135121"/>
                <a:gd name="connsiteY38" fmla="*/ 809898 h 3749040"/>
                <a:gd name="connsiteX39" fmla="*/ 979714 w 1135121"/>
                <a:gd name="connsiteY39" fmla="*/ 731520 h 3749040"/>
                <a:gd name="connsiteX40" fmla="*/ 1018903 w 1135121"/>
                <a:gd name="connsiteY40" fmla="*/ 705395 h 3749040"/>
                <a:gd name="connsiteX41" fmla="*/ 1097280 w 1135121"/>
                <a:gd name="connsiteY41" fmla="*/ 640080 h 3749040"/>
                <a:gd name="connsiteX42" fmla="*/ 1110343 w 1135121"/>
                <a:gd name="connsiteY42" fmla="*/ 431075 h 3749040"/>
                <a:gd name="connsiteX43" fmla="*/ 1005840 w 1135121"/>
                <a:gd name="connsiteY43" fmla="*/ 339635 h 3749040"/>
                <a:gd name="connsiteX44" fmla="*/ 914400 w 1135121"/>
                <a:gd name="connsiteY44" fmla="*/ 222069 h 3749040"/>
                <a:gd name="connsiteX45" fmla="*/ 875211 w 1135121"/>
                <a:gd name="connsiteY45" fmla="*/ 104503 h 3749040"/>
                <a:gd name="connsiteX46" fmla="*/ 862148 w 1135121"/>
                <a:gd name="connsiteY46" fmla="*/ 65315 h 3749040"/>
                <a:gd name="connsiteX47" fmla="*/ 822960 w 1135121"/>
                <a:gd name="connsiteY47" fmla="*/ 52252 h 3749040"/>
                <a:gd name="connsiteX48" fmla="*/ 770708 w 1135121"/>
                <a:gd name="connsiteY48" fmla="*/ 0 h 374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1135121" h="3749040">
                  <a:moveTo>
                    <a:pt x="679268" y="3749040"/>
                  </a:moveTo>
                  <a:cubicBezTo>
                    <a:pt x="657497" y="3718560"/>
                    <a:pt x="637353" y="3686849"/>
                    <a:pt x="613954" y="3657600"/>
                  </a:cubicBezTo>
                  <a:cubicBezTo>
                    <a:pt x="556610" y="3585921"/>
                    <a:pt x="578132" y="3651271"/>
                    <a:pt x="522514" y="3540035"/>
                  </a:cubicBezTo>
                  <a:cubicBezTo>
                    <a:pt x="435878" y="3366763"/>
                    <a:pt x="540978" y="3583121"/>
                    <a:pt x="483325" y="3448595"/>
                  </a:cubicBezTo>
                  <a:cubicBezTo>
                    <a:pt x="460898" y="3396264"/>
                    <a:pt x="456389" y="3406164"/>
                    <a:pt x="444137" y="3357155"/>
                  </a:cubicBezTo>
                  <a:cubicBezTo>
                    <a:pt x="438752" y="3335615"/>
                    <a:pt x="434933" y="3313705"/>
                    <a:pt x="431074" y="3291840"/>
                  </a:cubicBezTo>
                  <a:cubicBezTo>
                    <a:pt x="416606" y="3209857"/>
                    <a:pt x="405892" y="3111787"/>
                    <a:pt x="378823" y="3030583"/>
                  </a:cubicBezTo>
                  <a:cubicBezTo>
                    <a:pt x="374469" y="3017520"/>
                    <a:pt x="369383" y="3004679"/>
                    <a:pt x="365760" y="2991395"/>
                  </a:cubicBezTo>
                  <a:cubicBezTo>
                    <a:pt x="356312" y="2956754"/>
                    <a:pt x="350989" y="2920956"/>
                    <a:pt x="339634" y="2886892"/>
                  </a:cubicBezTo>
                  <a:cubicBezTo>
                    <a:pt x="330925" y="2860766"/>
                    <a:pt x="328784" y="2831429"/>
                    <a:pt x="313508" y="2808515"/>
                  </a:cubicBezTo>
                  <a:lnTo>
                    <a:pt x="261257" y="2730138"/>
                  </a:lnTo>
                  <a:cubicBezTo>
                    <a:pt x="236274" y="2655189"/>
                    <a:pt x="266085" y="2725149"/>
                    <a:pt x="209005" y="2651760"/>
                  </a:cubicBezTo>
                  <a:cubicBezTo>
                    <a:pt x="189728" y="2626975"/>
                    <a:pt x="166683" y="2603171"/>
                    <a:pt x="156754" y="2573383"/>
                  </a:cubicBezTo>
                  <a:cubicBezTo>
                    <a:pt x="138726" y="2519301"/>
                    <a:pt x="151329" y="2545652"/>
                    <a:pt x="117565" y="2495006"/>
                  </a:cubicBezTo>
                  <a:lnTo>
                    <a:pt x="78377" y="2377440"/>
                  </a:lnTo>
                  <a:lnTo>
                    <a:pt x="52251" y="2299063"/>
                  </a:lnTo>
                  <a:cubicBezTo>
                    <a:pt x="43542" y="2264229"/>
                    <a:pt x="37479" y="2228624"/>
                    <a:pt x="26125" y="2194560"/>
                  </a:cubicBezTo>
                  <a:cubicBezTo>
                    <a:pt x="21771" y="2181497"/>
                    <a:pt x="16050" y="2168813"/>
                    <a:pt x="13063" y="2155372"/>
                  </a:cubicBezTo>
                  <a:cubicBezTo>
                    <a:pt x="7317" y="2129517"/>
                    <a:pt x="4354" y="2103121"/>
                    <a:pt x="0" y="2076995"/>
                  </a:cubicBezTo>
                  <a:cubicBezTo>
                    <a:pt x="4354" y="2033452"/>
                    <a:pt x="4999" y="1989377"/>
                    <a:pt x="13063" y="1946366"/>
                  </a:cubicBezTo>
                  <a:cubicBezTo>
                    <a:pt x="25324" y="1880971"/>
                    <a:pt x="41029" y="1870378"/>
                    <a:pt x="65314" y="1815738"/>
                  </a:cubicBezTo>
                  <a:cubicBezTo>
                    <a:pt x="74838" y="1794310"/>
                    <a:pt x="80953" y="1771396"/>
                    <a:pt x="91440" y="1750423"/>
                  </a:cubicBezTo>
                  <a:cubicBezTo>
                    <a:pt x="98461" y="1736381"/>
                    <a:pt x="110544" y="1725277"/>
                    <a:pt x="117565" y="1711235"/>
                  </a:cubicBezTo>
                  <a:cubicBezTo>
                    <a:pt x="123723" y="1698919"/>
                    <a:pt x="125204" y="1684702"/>
                    <a:pt x="130628" y="1672046"/>
                  </a:cubicBezTo>
                  <a:cubicBezTo>
                    <a:pt x="138299" y="1654148"/>
                    <a:pt x="149083" y="1637693"/>
                    <a:pt x="156754" y="1619795"/>
                  </a:cubicBezTo>
                  <a:cubicBezTo>
                    <a:pt x="189204" y="1544079"/>
                    <a:pt x="145735" y="1616728"/>
                    <a:pt x="195943" y="1541418"/>
                  </a:cubicBezTo>
                  <a:cubicBezTo>
                    <a:pt x="205674" y="1512222"/>
                    <a:pt x="218968" y="1449425"/>
                    <a:pt x="248194" y="1423852"/>
                  </a:cubicBezTo>
                  <a:cubicBezTo>
                    <a:pt x="248213" y="1423835"/>
                    <a:pt x="346155" y="1358545"/>
                    <a:pt x="365760" y="1345475"/>
                  </a:cubicBezTo>
                  <a:lnTo>
                    <a:pt x="444137" y="1293223"/>
                  </a:lnTo>
                  <a:lnTo>
                    <a:pt x="483325" y="1267098"/>
                  </a:lnTo>
                  <a:cubicBezTo>
                    <a:pt x="492034" y="1254035"/>
                    <a:pt x="499400" y="1239970"/>
                    <a:pt x="509451" y="1227909"/>
                  </a:cubicBezTo>
                  <a:cubicBezTo>
                    <a:pt x="521278" y="1213717"/>
                    <a:pt x="538392" y="1204091"/>
                    <a:pt x="548640" y="1188720"/>
                  </a:cubicBezTo>
                  <a:cubicBezTo>
                    <a:pt x="556278" y="1177263"/>
                    <a:pt x="555016" y="1161569"/>
                    <a:pt x="561703" y="1149532"/>
                  </a:cubicBezTo>
                  <a:cubicBezTo>
                    <a:pt x="576952" y="1122084"/>
                    <a:pt x="596537" y="1097281"/>
                    <a:pt x="613954" y="1071155"/>
                  </a:cubicBezTo>
                  <a:cubicBezTo>
                    <a:pt x="622663" y="1058092"/>
                    <a:pt x="628979" y="1043067"/>
                    <a:pt x="640080" y="1031966"/>
                  </a:cubicBezTo>
                  <a:cubicBezTo>
                    <a:pt x="754576" y="917470"/>
                    <a:pt x="609330" y="1057592"/>
                    <a:pt x="718457" y="966652"/>
                  </a:cubicBezTo>
                  <a:cubicBezTo>
                    <a:pt x="732649" y="954825"/>
                    <a:pt x="743063" y="938805"/>
                    <a:pt x="757645" y="927463"/>
                  </a:cubicBezTo>
                  <a:cubicBezTo>
                    <a:pt x="782430" y="908186"/>
                    <a:pt x="813821" y="897415"/>
                    <a:pt x="836023" y="875212"/>
                  </a:cubicBezTo>
                  <a:cubicBezTo>
                    <a:pt x="886312" y="824922"/>
                    <a:pt x="859840" y="846270"/>
                    <a:pt x="914400" y="809898"/>
                  </a:cubicBezTo>
                  <a:cubicBezTo>
                    <a:pt x="940088" y="771365"/>
                    <a:pt x="941996" y="762951"/>
                    <a:pt x="979714" y="731520"/>
                  </a:cubicBezTo>
                  <a:cubicBezTo>
                    <a:pt x="991775" y="721469"/>
                    <a:pt x="1006842" y="715446"/>
                    <a:pt x="1018903" y="705395"/>
                  </a:cubicBezTo>
                  <a:cubicBezTo>
                    <a:pt x="1119491" y="621572"/>
                    <a:pt x="999974" y="704951"/>
                    <a:pt x="1097280" y="640080"/>
                  </a:cubicBezTo>
                  <a:cubicBezTo>
                    <a:pt x="1150470" y="560294"/>
                    <a:pt x="1140616" y="592534"/>
                    <a:pt x="1110343" y="431075"/>
                  </a:cubicBezTo>
                  <a:cubicBezTo>
                    <a:pt x="1101802" y="385522"/>
                    <a:pt x="1027277" y="361072"/>
                    <a:pt x="1005840" y="339635"/>
                  </a:cubicBezTo>
                  <a:cubicBezTo>
                    <a:pt x="972027" y="305822"/>
                    <a:pt x="930025" y="268944"/>
                    <a:pt x="914400" y="222069"/>
                  </a:cubicBezTo>
                  <a:lnTo>
                    <a:pt x="875211" y="104503"/>
                  </a:lnTo>
                  <a:cubicBezTo>
                    <a:pt x="870857" y="91440"/>
                    <a:pt x="875211" y="69669"/>
                    <a:pt x="862148" y="65315"/>
                  </a:cubicBezTo>
                  <a:lnTo>
                    <a:pt x="822960" y="52252"/>
                  </a:lnTo>
                  <a:cubicBezTo>
                    <a:pt x="791433" y="4962"/>
                    <a:pt x="810876" y="20084"/>
                    <a:pt x="770708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EC01FF3F-75D2-F924-2A1E-AA0BDCC8313E}"/>
                </a:ext>
              </a:extLst>
            </p:cNvPr>
            <p:cNvSpPr/>
            <p:nvPr/>
          </p:nvSpPr>
          <p:spPr>
            <a:xfrm>
              <a:off x="13570136" y="16263435"/>
              <a:ext cx="438911" cy="819302"/>
            </a:xfrm>
            <a:custGeom>
              <a:avLst/>
              <a:gdLst>
                <a:gd name="connsiteX0" fmla="*/ 0 w 391885"/>
                <a:gd name="connsiteY0" fmla="*/ 731520 h 731520"/>
                <a:gd name="connsiteX1" fmla="*/ 26125 w 391885"/>
                <a:gd name="connsiteY1" fmla="*/ 587828 h 731520"/>
                <a:gd name="connsiteX2" fmla="*/ 39188 w 391885"/>
                <a:gd name="connsiteY2" fmla="*/ 548640 h 731520"/>
                <a:gd name="connsiteX3" fmla="*/ 78377 w 391885"/>
                <a:gd name="connsiteY3" fmla="*/ 509451 h 731520"/>
                <a:gd name="connsiteX4" fmla="*/ 104503 w 391885"/>
                <a:gd name="connsiteY4" fmla="*/ 470263 h 731520"/>
                <a:gd name="connsiteX5" fmla="*/ 143691 w 391885"/>
                <a:gd name="connsiteY5" fmla="*/ 352697 h 731520"/>
                <a:gd name="connsiteX6" fmla="*/ 156754 w 391885"/>
                <a:gd name="connsiteY6" fmla="*/ 313508 h 731520"/>
                <a:gd name="connsiteX7" fmla="*/ 209005 w 391885"/>
                <a:gd name="connsiteY7" fmla="*/ 235131 h 731520"/>
                <a:gd name="connsiteX8" fmla="*/ 235131 w 391885"/>
                <a:gd name="connsiteY8" fmla="*/ 195943 h 731520"/>
                <a:gd name="connsiteX9" fmla="*/ 300445 w 391885"/>
                <a:gd name="connsiteY9" fmla="*/ 78377 h 731520"/>
                <a:gd name="connsiteX10" fmla="*/ 339634 w 391885"/>
                <a:gd name="connsiteY10" fmla="*/ 65314 h 731520"/>
                <a:gd name="connsiteX11" fmla="*/ 391885 w 391885"/>
                <a:gd name="connsiteY11" fmla="*/ 0 h 73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1885" h="731520">
                  <a:moveTo>
                    <a:pt x="0" y="731520"/>
                  </a:moveTo>
                  <a:cubicBezTo>
                    <a:pt x="10570" y="657530"/>
                    <a:pt x="8530" y="649412"/>
                    <a:pt x="26125" y="587828"/>
                  </a:cubicBezTo>
                  <a:cubicBezTo>
                    <a:pt x="29908" y="574588"/>
                    <a:pt x="31550" y="560097"/>
                    <a:pt x="39188" y="548640"/>
                  </a:cubicBezTo>
                  <a:cubicBezTo>
                    <a:pt x="49436" y="533269"/>
                    <a:pt x="66550" y="523643"/>
                    <a:pt x="78377" y="509451"/>
                  </a:cubicBezTo>
                  <a:cubicBezTo>
                    <a:pt x="88428" y="497390"/>
                    <a:pt x="95794" y="483326"/>
                    <a:pt x="104503" y="470263"/>
                  </a:cubicBezTo>
                  <a:lnTo>
                    <a:pt x="143691" y="352697"/>
                  </a:lnTo>
                  <a:cubicBezTo>
                    <a:pt x="148045" y="339634"/>
                    <a:pt x="149116" y="324965"/>
                    <a:pt x="156754" y="313508"/>
                  </a:cubicBezTo>
                  <a:lnTo>
                    <a:pt x="209005" y="235131"/>
                  </a:lnTo>
                  <a:lnTo>
                    <a:pt x="235131" y="195943"/>
                  </a:lnTo>
                  <a:cubicBezTo>
                    <a:pt x="254606" y="137518"/>
                    <a:pt x="250164" y="111897"/>
                    <a:pt x="300445" y="78377"/>
                  </a:cubicBezTo>
                  <a:cubicBezTo>
                    <a:pt x="311902" y="70739"/>
                    <a:pt x="326571" y="69668"/>
                    <a:pt x="339634" y="65314"/>
                  </a:cubicBezTo>
                  <a:cubicBezTo>
                    <a:pt x="385707" y="19241"/>
                    <a:pt x="370561" y="42649"/>
                    <a:pt x="391885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5F488F8B-8DB6-633F-1E96-FC35CDD95AC9}"/>
                </a:ext>
              </a:extLst>
            </p:cNvPr>
            <p:cNvSpPr/>
            <p:nvPr/>
          </p:nvSpPr>
          <p:spPr>
            <a:xfrm>
              <a:off x="13503933" y="17005675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</p:grp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048983B-BC19-B7B4-E651-386190820A54}"/>
              </a:ext>
            </a:extLst>
          </p:cNvPr>
          <p:cNvCxnSpPr>
            <a:cxnSpLocks/>
          </p:cNvCxnSpPr>
          <p:nvPr/>
        </p:nvCxnSpPr>
        <p:spPr>
          <a:xfrm>
            <a:off x="15760887" y="9966891"/>
            <a:ext cx="17434" cy="1122924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/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2F71EE2D-FDE3-3B1B-01D2-486D5E0AC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2314" y="10592468"/>
                <a:ext cx="896111" cy="47846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0" name="TextBox 349">
            <a:extLst>
              <a:ext uri="{FF2B5EF4-FFF2-40B4-BE49-F238E27FC236}">
                <a16:creationId xmlns:a16="http://schemas.microsoft.com/office/drawing/2014/main" id="{4AA37B75-744F-E536-51BA-CA28716999DE}"/>
              </a:ext>
            </a:extLst>
          </p:cNvPr>
          <p:cNvSpPr txBox="1"/>
          <p:nvPr/>
        </p:nvSpPr>
        <p:spPr>
          <a:xfrm>
            <a:off x="13508536" y="8398972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Unbalanced species tree</a:t>
            </a:r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83A76A2-B822-183A-4599-03A6DD5C3FE7}"/>
              </a:ext>
            </a:extLst>
          </p:cNvPr>
          <p:cNvSpPr txBox="1"/>
          <p:nvPr/>
        </p:nvSpPr>
        <p:spPr>
          <a:xfrm>
            <a:off x="6084050" y="8323767"/>
            <a:ext cx="4680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Balanced species tree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89BDAB6-0983-0570-CFCB-699510782DD4}"/>
              </a:ext>
            </a:extLst>
          </p:cNvPr>
          <p:cNvGrpSpPr/>
          <p:nvPr/>
        </p:nvGrpSpPr>
        <p:grpSpPr>
          <a:xfrm>
            <a:off x="21621482" y="6319505"/>
            <a:ext cx="8904430" cy="6845910"/>
            <a:chOff x="27026851" y="4470380"/>
            <a:chExt cx="11130537" cy="8557387"/>
          </a:xfrm>
        </p:grpSpPr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EE198E38-1CC1-98AA-A627-0FA15ACE629B}"/>
                </a:ext>
              </a:extLst>
            </p:cNvPr>
            <p:cNvSpPr txBox="1"/>
            <p:nvPr/>
          </p:nvSpPr>
          <p:spPr>
            <a:xfrm>
              <a:off x="32960294" y="4470380"/>
              <a:ext cx="5197094" cy="730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Gene tree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7D7C9799-5806-BE5A-9BB8-C8C790E889E2}"/>
                    </a:ext>
                  </a:extLst>
                </p:cNvPr>
                <p:cNvSpPr txBox="1"/>
                <p:nvPr/>
              </p:nvSpPr>
              <p:spPr>
                <a:xfrm>
                  <a:off x="28819933" y="7572247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7D7C9799-5806-BE5A-9BB8-C8C790E88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19933" y="7572247"/>
                  <a:ext cx="5999931" cy="607859"/>
                </a:xfrm>
                <a:prstGeom prst="rect">
                  <a:avLst/>
                </a:prstGeom>
                <a:blipFill>
                  <a:blip r:embed="rId33"/>
                  <a:stretch>
                    <a:fillRect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81607324-E2D8-49EA-1F0D-9FAC89E65A0E}"/>
                    </a:ext>
                  </a:extLst>
                </p:cNvPr>
                <p:cNvSpPr txBox="1"/>
                <p:nvPr/>
              </p:nvSpPr>
              <p:spPr>
                <a:xfrm>
                  <a:off x="31287506" y="5487820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+(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) 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81607324-E2D8-49EA-1F0D-9FAC89E65A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7506" y="5487820"/>
                  <a:ext cx="5999931" cy="607859"/>
                </a:xfrm>
                <a:prstGeom prst="rect">
                  <a:avLst/>
                </a:prstGeom>
                <a:blipFill>
                  <a:blip r:embed="rId34"/>
                  <a:stretch>
                    <a:fillRect b="-230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7" name="TextBox 376">
                  <a:extLst>
                    <a:ext uri="{FF2B5EF4-FFF2-40B4-BE49-F238E27FC236}">
                      <a16:creationId xmlns:a16="http://schemas.microsoft.com/office/drawing/2014/main" id="{0AD1D60F-0EE2-56CD-CBE8-891E0143ACBD}"/>
                    </a:ext>
                  </a:extLst>
                </p:cNvPr>
                <p:cNvSpPr txBox="1"/>
                <p:nvPr/>
              </p:nvSpPr>
              <p:spPr>
                <a:xfrm>
                  <a:off x="27026851" y="8758967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7" name="TextBox 376">
                  <a:extLst>
                    <a:ext uri="{FF2B5EF4-FFF2-40B4-BE49-F238E27FC236}">
                      <a16:creationId xmlns:a16="http://schemas.microsoft.com/office/drawing/2014/main" id="{0AD1D60F-0EE2-56CD-CBE8-891E0143A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26851" y="8758967"/>
                  <a:ext cx="5999931" cy="607859"/>
                </a:xfrm>
                <a:prstGeom prst="rect">
                  <a:avLst/>
                </a:prstGeom>
                <a:blipFill>
                  <a:blip r:embed="rId35"/>
                  <a:stretch>
                    <a:fillRect b="-230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4E666650-EFC0-DDEC-E891-44227B0169A4}"/>
                    </a:ext>
                  </a:extLst>
                </p:cNvPr>
                <p:cNvSpPr txBox="1"/>
                <p:nvPr/>
              </p:nvSpPr>
              <p:spPr>
                <a:xfrm>
                  <a:off x="28111671" y="11356972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4E666650-EFC0-DDEC-E891-44227B016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11671" y="11356972"/>
                  <a:ext cx="5999931" cy="607859"/>
                </a:xfrm>
                <a:prstGeom prst="rect">
                  <a:avLst/>
                </a:prstGeom>
                <a:blipFill>
                  <a:blip r:embed="rId36"/>
                  <a:stretch>
                    <a:fillRect b="-230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2BEBA59D-D660-9C7A-9CC0-9656CB995F4C}"/>
                    </a:ext>
                  </a:extLst>
                </p:cNvPr>
                <p:cNvSpPr txBox="1"/>
                <p:nvPr/>
              </p:nvSpPr>
              <p:spPr>
                <a:xfrm>
                  <a:off x="32421207" y="8446941"/>
                  <a:ext cx="711136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2BEBA59D-D660-9C7A-9CC0-9656CB995F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21207" y="8446941"/>
                  <a:ext cx="711136" cy="598080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8EC74DE5-E77B-F845-616F-5F590B327E91}"/>
                </a:ext>
              </a:extLst>
            </p:cNvPr>
            <p:cNvCxnSpPr>
              <a:cxnSpLocks/>
              <a:stCxn id="323" idx="27"/>
              <a:endCxn id="324" idx="35"/>
            </p:cNvCxnSpPr>
            <p:nvPr/>
          </p:nvCxnSpPr>
          <p:spPr>
            <a:xfrm>
              <a:off x="31918655" y="9627053"/>
              <a:ext cx="959204" cy="201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84E29D95-261D-334C-AA4F-724DD07A15D2}"/>
                </a:ext>
              </a:extLst>
            </p:cNvPr>
            <p:cNvCxnSpPr>
              <a:cxnSpLocks/>
              <a:stCxn id="323" idx="47"/>
            </p:cNvCxnSpPr>
            <p:nvPr/>
          </p:nvCxnSpPr>
          <p:spPr>
            <a:xfrm>
              <a:off x="32338400" y="8985503"/>
              <a:ext cx="1653463" cy="220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06C31B3C-B6B0-1A2C-83B3-CEB55EDEC9AD}"/>
                </a:ext>
              </a:extLst>
            </p:cNvPr>
            <p:cNvCxnSpPr>
              <a:cxnSpLocks/>
              <a:endCxn id="317" idx="27"/>
            </p:cNvCxnSpPr>
            <p:nvPr/>
          </p:nvCxnSpPr>
          <p:spPr>
            <a:xfrm>
              <a:off x="33668612" y="7603519"/>
              <a:ext cx="1475025" cy="2948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66260864-6893-AEDF-9971-FC84057ABE8C}"/>
                </a:ext>
              </a:extLst>
            </p:cNvPr>
            <p:cNvSpPr/>
            <p:nvPr/>
          </p:nvSpPr>
          <p:spPr>
            <a:xfrm>
              <a:off x="33587770" y="7706542"/>
              <a:ext cx="651150" cy="2062139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768642" h="3320716">
                  <a:moveTo>
                    <a:pt x="1768642" y="3320716"/>
                  </a:moveTo>
                  <a:cubicBezTo>
                    <a:pt x="1552074" y="3035969"/>
                    <a:pt x="1292675" y="2779201"/>
                    <a:pt x="1118937" y="2466474"/>
                  </a:cubicBezTo>
                  <a:cubicBezTo>
                    <a:pt x="1098884" y="2430379"/>
                    <a:pt x="1076240" y="2395607"/>
                    <a:pt x="1058779" y="2358190"/>
                  </a:cubicBezTo>
                  <a:cubicBezTo>
                    <a:pt x="1037715" y="2313053"/>
                    <a:pt x="1035504" y="2282745"/>
                    <a:pt x="1022684" y="2237874"/>
                  </a:cubicBezTo>
                  <a:cubicBezTo>
                    <a:pt x="1019200" y="2225680"/>
                    <a:pt x="1014663" y="2213811"/>
                    <a:pt x="1010653" y="2201779"/>
                  </a:cubicBezTo>
                  <a:cubicBezTo>
                    <a:pt x="1007948" y="2161202"/>
                    <a:pt x="992139" y="1914835"/>
                    <a:pt x="986590" y="1864895"/>
                  </a:cubicBezTo>
                  <a:cubicBezTo>
                    <a:pt x="984332" y="1844570"/>
                    <a:pt x="978994" y="1824700"/>
                    <a:pt x="974558" y="1804737"/>
                  </a:cubicBezTo>
                  <a:cubicBezTo>
                    <a:pt x="962436" y="1750190"/>
                    <a:pt x="958456" y="1744401"/>
                    <a:pt x="938463" y="1684421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09003" y="1356196"/>
                    <a:pt x="825183" y="1394184"/>
                    <a:pt x="770021" y="1311442"/>
                  </a:cubicBezTo>
                  <a:lnTo>
                    <a:pt x="745958" y="1275348"/>
                  </a:lnTo>
                  <a:cubicBezTo>
                    <a:pt x="737937" y="1263316"/>
                    <a:pt x="732120" y="1249478"/>
                    <a:pt x="721895" y="1239253"/>
                  </a:cubicBezTo>
                  <a:cubicBezTo>
                    <a:pt x="639480" y="1156838"/>
                    <a:pt x="678020" y="1185940"/>
                    <a:pt x="613611" y="1143000"/>
                  </a:cubicBezTo>
                  <a:cubicBezTo>
                    <a:pt x="605590" y="1130969"/>
                    <a:pt x="599070" y="1117788"/>
                    <a:pt x="589548" y="1106906"/>
                  </a:cubicBezTo>
                  <a:cubicBezTo>
                    <a:pt x="570874" y="1085564"/>
                    <a:pt x="545121" y="1070344"/>
                    <a:pt x="529390" y="1046748"/>
                  </a:cubicBezTo>
                  <a:cubicBezTo>
                    <a:pt x="521369" y="1034716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58898" y="385415"/>
                    <a:pt x="156411" y="372979"/>
                  </a:cubicBezTo>
                  <a:cubicBezTo>
                    <a:pt x="152939" y="355617"/>
                    <a:pt x="129427" y="212190"/>
                    <a:pt x="108284" y="180474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5580106C-8F0F-52DC-F877-3006639EF8CC}"/>
                </a:ext>
              </a:extLst>
            </p:cNvPr>
            <p:cNvSpPr/>
            <p:nvPr/>
          </p:nvSpPr>
          <p:spPr>
            <a:xfrm>
              <a:off x="32870247" y="8301788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ADE5EB22-E681-2CDE-7BC2-4846D6ED2165}"/>
                </a:ext>
              </a:extLst>
            </p:cNvPr>
            <p:cNvSpPr/>
            <p:nvPr/>
          </p:nvSpPr>
          <p:spPr>
            <a:xfrm>
              <a:off x="33571038" y="6178852"/>
              <a:ext cx="861766" cy="1848526"/>
            </a:xfrm>
            <a:custGeom>
              <a:avLst/>
              <a:gdLst>
                <a:gd name="connsiteX0" fmla="*/ 0 w 769434"/>
                <a:gd name="connsiteY0" fmla="*/ 1650470 h 1650470"/>
                <a:gd name="connsiteX1" fmla="*/ 11151 w 769434"/>
                <a:gd name="connsiteY1" fmla="*/ 1338236 h 1650470"/>
                <a:gd name="connsiteX2" fmla="*/ 89210 w 769434"/>
                <a:gd name="connsiteY2" fmla="*/ 1226724 h 1650470"/>
                <a:gd name="connsiteX3" fmla="*/ 122664 w 769434"/>
                <a:gd name="connsiteY3" fmla="*/ 1204421 h 1650470"/>
                <a:gd name="connsiteX4" fmla="*/ 144966 w 769434"/>
                <a:gd name="connsiteY4" fmla="*/ 1170968 h 1650470"/>
                <a:gd name="connsiteX5" fmla="*/ 223024 w 769434"/>
                <a:gd name="connsiteY5" fmla="*/ 1126363 h 1650470"/>
                <a:gd name="connsiteX6" fmla="*/ 278781 w 769434"/>
                <a:gd name="connsiteY6" fmla="*/ 1070607 h 1650470"/>
                <a:gd name="connsiteX7" fmla="*/ 345688 w 769434"/>
                <a:gd name="connsiteY7" fmla="*/ 1014851 h 1650470"/>
                <a:gd name="connsiteX8" fmla="*/ 367990 w 769434"/>
                <a:gd name="connsiteY8" fmla="*/ 981397 h 1650470"/>
                <a:gd name="connsiteX9" fmla="*/ 446049 w 769434"/>
                <a:gd name="connsiteY9" fmla="*/ 892187 h 1650470"/>
                <a:gd name="connsiteX10" fmla="*/ 468351 w 769434"/>
                <a:gd name="connsiteY10" fmla="*/ 847582 h 1650470"/>
                <a:gd name="connsiteX11" fmla="*/ 524107 w 769434"/>
                <a:gd name="connsiteY11" fmla="*/ 769524 h 1650470"/>
                <a:gd name="connsiteX12" fmla="*/ 535259 w 769434"/>
                <a:gd name="connsiteY12" fmla="*/ 724919 h 1650470"/>
                <a:gd name="connsiteX13" fmla="*/ 557561 w 769434"/>
                <a:gd name="connsiteY13" fmla="*/ 669163 h 1650470"/>
                <a:gd name="connsiteX14" fmla="*/ 591015 w 769434"/>
                <a:gd name="connsiteY14" fmla="*/ 591104 h 1650470"/>
                <a:gd name="connsiteX15" fmla="*/ 602166 w 769434"/>
                <a:gd name="connsiteY15" fmla="*/ 546500 h 1650470"/>
                <a:gd name="connsiteX16" fmla="*/ 635620 w 769434"/>
                <a:gd name="connsiteY16" fmla="*/ 401534 h 1650470"/>
                <a:gd name="connsiteX17" fmla="*/ 646771 w 769434"/>
                <a:gd name="connsiteY17" fmla="*/ 368080 h 1650470"/>
                <a:gd name="connsiteX18" fmla="*/ 669073 w 769434"/>
                <a:gd name="connsiteY18" fmla="*/ 323475 h 1650470"/>
                <a:gd name="connsiteX19" fmla="*/ 680224 w 769434"/>
                <a:gd name="connsiteY19" fmla="*/ 290021 h 1650470"/>
                <a:gd name="connsiteX20" fmla="*/ 691376 w 769434"/>
                <a:gd name="connsiteY20" fmla="*/ 245417 h 1650470"/>
                <a:gd name="connsiteX21" fmla="*/ 713678 w 769434"/>
                <a:gd name="connsiteY21" fmla="*/ 211963 h 1650470"/>
                <a:gd name="connsiteX22" fmla="*/ 724829 w 769434"/>
                <a:gd name="connsiteY22" fmla="*/ 178509 h 1650470"/>
                <a:gd name="connsiteX23" fmla="*/ 747132 w 769434"/>
                <a:gd name="connsiteY23" fmla="*/ 33543 h 1650470"/>
                <a:gd name="connsiteX24" fmla="*/ 769434 w 769434"/>
                <a:gd name="connsiteY24" fmla="*/ 90 h 1650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69434" h="1650470">
                  <a:moveTo>
                    <a:pt x="0" y="1650470"/>
                  </a:moveTo>
                  <a:cubicBezTo>
                    <a:pt x="3717" y="1546392"/>
                    <a:pt x="-4001" y="1441272"/>
                    <a:pt x="11151" y="1338236"/>
                  </a:cubicBezTo>
                  <a:cubicBezTo>
                    <a:pt x="11779" y="1333965"/>
                    <a:pt x="77314" y="1238620"/>
                    <a:pt x="89210" y="1226724"/>
                  </a:cubicBezTo>
                  <a:cubicBezTo>
                    <a:pt x="98687" y="1217247"/>
                    <a:pt x="111513" y="1211855"/>
                    <a:pt x="122664" y="1204421"/>
                  </a:cubicBezTo>
                  <a:cubicBezTo>
                    <a:pt x="130098" y="1193270"/>
                    <a:pt x="135489" y="1180445"/>
                    <a:pt x="144966" y="1170968"/>
                  </a:cubicBezTo>
                  <a:cubicBezTo>
                    <a:pt x="160729" y="1155205"/>
                    <a:pt x="205530" y="1135110"/>
                    <a:pt x="223024" y="1126363"/>
                  </a:cubicBezTo>
                  <a:cubicBezTo>
                    <a:pt x="263915" y="1065028"/>
                    <a:pt x="223022" y="1117073"/>
                    <a:pt x="278781" y="1070607"/>
                  </a:cubicBezTo>
                  <a:cubicBezTo>
                    <a:pt x="364641" y="999056"/>
                    <a:pt x="262628" y="1070223"/>
                    <a:pt x="345688" y="1014851"/>
                  </a:cubicBezTo>
                  <a:cubicBezTo>
                    <a:pt x="353122" y="1003700"/>
                    <a:pt x="359410" y="991693"/>
                    <a:pt x="367990" y="981397"/>
                  </a:cubicBezTo>
                  <a:cubicBezTo>
                    <a:pt x="421728" y="916910"/>
                    <a:pt x="386379" y="981693"/>
                    <a:pt x="446049" y="892187"/>
                  </a:cubicBezTo>
                  <a:cubicBezTo>
                    <a:pt x="455270" y="878356"/>
                    <a:pt x="460104" y="862015"/>
                    <a:pt x="468351" y="847582"/>
                  </a:cubicBezTo>
                  <a:cubicBezTo>
                    <a:pt x="481390" y="824764"/>
                    <a:pt x="509757" y="788658"/>
                    <a:pt x="524107" y="769524"/>
                  </a:cubicBezTo>
                  <a:cubicBezTo>
                    <a:pt x="527824" y="754656"/>
                    <a:pt x="530412" y="739458"/>
                    <a:pt x="535259" y="724919"/>
                  </a:cubicBezTo>
                  <a:cubicBezTo>
                    <a:pt x="541589" y="705929"/>
                    <a:pt x="550533" y="687906"/>
                    <a:pt x="557561" y="669163"/>
                  </a:cubicBezTo>
                  <a:cubicBezTo>
                    <a:pt x="582172" y="603532"/>
                    <a:pt x="551854" y="669424"/>
                    <a:pt x="591015" y="591104"/>
                  </a:cubicBezTo>
                  <a:cubicBezTo>
                    <a:pt x="594732" y="576236"/>
                    <a:pt x="598841" y="561461"/>
                    <a:pt x="602166" y="546500"/>
                  </a:cubicBezTo>
                  <a:cubicBezTo>
                    <a:pt x="613963" y="493413"/>
                    <a:pt x="617396" y="456207"/>
                    <a:pt x="635620" y="401534"/>
                  </a:cubicBezTo>
                  <a:cubicBezTo>
                    <a:pt x="639337" y="390383"/>
                    <a:pt x="642141" y="378884"/>
                    <a:pt x="646771" y="368080"/>
                  </a:cubicBezTo>
                  <a:cubicBezTo>
                    <a:pt x="653319" y="352801"/>
                    <a:pt x="662525" y="338754"/>
                    <a:pt x="669073" y="323475"/>
                  </a:cubicBezTo>
                  <a:cubicBezTo>
                    <a:pt x="673703" y="312671"/>
                    <a:pt x="676995" y="301323"/>
                    <a:pt x="680224" y="290021"/>
                  </a:cubicBezTo>
                  <a:cubicBezTo>
                    <a:pt x="684434" y="275285"/>
                    <a:pt x="685339" y="259503"/>
                    <a:pt x="691376" y="245417"/>
                  </a:cubicBezTo>
                  <a:cubicBezTo>
                    <a:pt x="696655" y="233099"/>
                    <a:pt x="707685" y="223950"/>
                    <a:pt x="713678" y="211963"/>
                  </a:cubicBezTo>
                  <a:cubicBezTo>
                    <a:pt x="718935" y="201449"/>
                    <a:pt x="721112" y="189660"/>
                    <a:pt x="724829" y="178509"/>
                  </a:cubicBezTo>
                  <a:cubicBezTo>
                    <a:pt x="733816" y="97628"/>
                    <a:pt x="729574" y="94998"/>
                    <a:pt x="747132" y="33543"/>
                  </a:cubicBezTo>
                  <a:cubicBezTo>
                    <a:pt x="757697" y="-3436"/>
                    <a:pt x="747086" y="90"/>
                    <a:pt x="769434" y="90"/>
                  </a:cubicBez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B91A7E21-30F7-952A-C48C-D6070DD8FFF5}"/>
                </a:ext>
              </a:extLst>
            </p:cNvPr>
            <p:cNvSpPr/>
            <p:nvPr/>
          </p:nvSpPr>
          <p:spPr>
            <a:xfrm>
              <a:off x="34420323" y="6228910"/>
              <a:ext cx="2077235" cy="4627128"/>
            </a:xfrm>
            <a:custGeom>
              <a:avLst/>
              <a:gdLst>
                <a:gd name="connsiteX0" fmla="*/ 0 w 2497903"/>
                <a:gd name="connsiteY0" fmla="*/ 0 h 4850780"/>
                <a:gd name="connsiteX1" fmla="*/ 66907 w 2497903"/>
                <a:gd name="connsiteY1" fmla="*/ 78058 h 4850780"/>
                <a:gd name="connsiteX2" fmla="*/ 122663 w 2497903"/>
                <a:gd name="connsiteY2" fmla="*/ 133814 h 4850780"/>
                <a:gd name="connsiteX3" fmla="*/ 167268 w 2497903"/>
                <a:gd name="connsiteY3" fmla="*/ 200722 h 4850780"/>
                <a:gd name="connsiteX4" fmla="*/ 178420 w 2497903"/>
                <a:gd name="connsiteY4" fmla="*/ 245326 h 4850780"/>
                <a:gd name="connsiteX5" fmla="*/ 200722 w 2497903"/>
                <a:gd name="connsiteY5" fmla="*/ 278780 h 4850780"/>
                <a:gd name="connsiteX6" fmla="*/ 223024 w 2497903"/>
                <a:gd name="connsiteY6" fmla="*/ 323385 h 4850780"/>
                <a:gd name="connsiteX7" fmla="*/ 234176 w 2497903"/>
                <a:gd name="connsiteY7" fmla="*/ 367990 h 4850780"/>
                <a:gd name="connsiteX8" fmla="*/ 267629 w 2497903"/>
                <a:gd name="connsiteY8" fmla="*/ 446048 h 4850780"/>
                <a:gd name="connsiteX9" fmla="*/ 278781 w 2497903"/>
                <a:gd name="connsiteY9" fmla="*/ 490653 h 4850780"/>
                <a:gd name="connsiteX10" fmla="*/ 301083 w 2497903"/>
                <a:gd name="connsiteY10" fmla="*/ 524107 h 4850780"/>
                <a:gd name="connsiteX11" fmla="*/ 323385 w 2497903"/>
                <a:gd name="connsiteY11" fmla="*/ 579863 h 4850780"/>
                <a:gd name="connsiteX12" fmla="*/ 334537 w 2497903"/>
                <a:gd name="connsiteY12" fmla="*/ 613317 h 4850780"/>
                <a:gd name="connsiteX13" fmla="*/ 356839 w 2497903"/>
                <a:gd name="connsiteY13" fmla="*/ 646770 h 4850780"/>
                <a:gd name="connsiteX14" fmla="*/ 379141 w 2497903"/>
                <a:gd name="connsiteY14" fmla="*/ 691375 h 4850780"/>
                <a:gd name="connsiteX15" fmla="*/ 401444 w 2497903"/>
                <a:gd name="connsiteY15" fmla="*/ 724829 h 4850780"/>
                <a:gd name="connsiteX16" fmla="*/ 423746 w 2497903"/>
                <a:gd name="connsiteY16" fmla="*/ 769434 h 4850780"/>
                <a:gd name="connsiteX17" fmla="*/ 468351 w 2497903"/>
                <a:gd name="connsiteY17" fmla="*/ 825190 h 4850780"/>
                <a:gd name="connsiteX18" fmla="*/ 479502 w 2497903"/>
                <a:gd name="connsiteY18" fmla="*/ 858644 h 4850780"/>
                <a:gd name="connsiteX19" fmla="*/ 535259 w 2497903"/>
                <a:gd name="connsiteY19" fmla="*/ 925551 h 4850780"/>
                <a:gd name="connsiteX20" fmla="*/ 591015 w 2497903"/>
                <a:gd name="connsiteY20" fmla="*/ 992458 h 4850780"/>
                <a:gd name="connsiteX21" fmla="*/ 669073 w 2497903"/>
                <a:gd name="connsiteY21" fmla="*/ 1092819 h 4850780"/>
                <a:gd name="connsiteX22" fmla="*/ 669073 w 2497903"/>
                <a:gd name="connsiteY22" fmla="*/ 1092819 h 4850780"/>
                <a:gd name="connsiteX23" fmla="*/ 735981 w 2497903"/>
                <a:gd name="connsiteY23" fmla="*/ 1193180 h 4850780"/>
                <a:gd name="connsiteX24" fmla="*/ 758283 w 2497903"/>
                <a:gd name="connsiteY24" fmla="*/ 1226634 h 4850780"/>
                <a:gd name="connsiteX25" fmla="*/ 802888 w 2497903"/>
                <a:gd name="connsiteY25" fmla="*/ 1304692 h 4850780"/>
                <a:gd name="connsiteX26" fmla="*/ 836341 w 2497903"/>
                <a:gd name="connsiteY26" fmla="*/ 1371600 h 4850780"/>
                <a:gd name="connsiteX27" fmla="*/ 869795 w 2497903"/>
                <a:gd name="connsiteY27" fmla="*/ 1471961 h 4850780"/>
                <a:gd name="connsiteX28" fmla="*/ 880946 w 2497903"/>
                <a:gd name="connsiteY28" fmla="*/ 1505414 h 4850780"/>
                <a:gd name="connsiteX29" fmla="*/ 892098 w 2497903"/>
                <a:gd name="connsiteY29" fmla="*/ 1538868 h 4850780"/>
                <a:gd name="connsiteX30" fmla="*/ 914400 w 2497903"/>
                <a:gd name="connsiteY30" fmla="*/ 1683834 h 4850780"/>
                <a:gd name="connsiteX31" fmla="*/ 947854 w 2497903"/>
                <a:gd name="connsiteY31" fmla="*/ 1784195 h 4850780"/>
                <a:gd name="connsiteX32" fmla="*/ 981307 w 2497903"/>
                <a:gd name="connsiteY32" fmla="*/ 1884556 h 4850780"/>
                <a:gd name="connsiteX33" fmla="*/ 1070517 w 2497903"/>
                <a:gd name="connsiteY33" fmla="*/ 2118731 h 4850780"/>
                <a:gd name="connsiteX34" fmla="*/ 1427356 w 2497903"/>
                <a:gd name="connsiteY34" fmla="*/ 2843561 h 4850780"/>
                <a:gd name="connsiteX35" fmla="*/ 1750741 w 2497903"/>
                <a:gd name="connsiteY35" fmla="*/ 3200400 h 4850780"/>
                <a:gd name="connsiteX36" fmla="*/ 1839951 w 2497903"/>
                <a:gd name="connsiteY36" fmla="*/ 3445726 h 4850780"/>
                <a:gd name="connsiteX37" fmla="*/ 1962615 w 2497903"/>
                <a:gd name="connsiteY37" fmla="*/ 3802566 h 4850780"/>
                <a:gd name="connsiteX38" fmla="*/ 2029522 w 2497903"/>
                <a:gd name="connsiteY38" fmla="*/ 3947531 h 4850780"/>
                <a:gd name="connsiteX39" fmla="*/ 2074127 w 2497903"/>
                <a:gd name="connsiteY39" fmla="*/ 4047892 h 4850780"/>
                <a:gd name="connsiteX40" fmla="*/ 2118732 w 2497903"/>
                <a:gd name="connsiteY40" fmla="*/ 4148253 h 4850780"/>
                <a:gd name="connsiteX41" fmla="*/ 2152185 w 2497903"/>
                <a:gd name="connsiteY41" fmla="*/ 4215161 h 4850780"/>
                <a:gd name="connsiteX42" fmla="*/ 2174488 w 2497903"/>
                <a:gd name="connsiteY42" fmla="*/ 4293219 h 4850780"/>
                <a:gd name="connsiteX43" fmla="*/ 2219093 w 2497903"/>
                <a:gd name="connsiteY43" fmla="*/ 4371278 h 4850780"/>
                <a:gd name="connsiteX44" fmla="*/ 2241395 w 2497903"/>
                <a:gd name="connsiteY44" fmla="*/ 4438185 h 4850780"/>
                <a:gd name="connsiteX45" fmla="*/ 2252546 w 2497903"/>
                <a:gd name="connsiteY45" fmla="*/ 4471639 h 4850780"/>
                <a:gd name="connsiteX46" fmla="*/ 2297151 w 2497903"/>
                <a:gd name="connsiteY46" fmla="*/ 4516244 h 4850780"/>
                <a:gd name="connsiteX47" fmla="*/ 2319454 w 2497903"/>
                <a:gd name="connsiteY47" fmla="*/ 4538546 h 4850780"/>
                <a:gd name="connsiteX48" fmla="*/ 2341756 w 2497903"/>
                <a:gd name="connsiteY48" fmla="*/ 4572000 h 4850780"/>
                <a:gd name="connsiteX49" fmla="*/ 2386361 w 2497903"/>
                <a:gd name="connsiteY49" fmla="*/ 4616605 h 4850780"/>
                <a:gd name="connsiteX50" fmla="*/ 2430966 w 2497903"/>
                <a:gd name="connsiteY50" fmla="*/ 4672361 h 4850780"/>
                <a:gd name="connsiteX51" fmla="*/ 2442117 w 2497903"/>
                <a:gd name="connsiteY51" fmla="*/ 4705814 h 4850780"/>
                <a:gd name="connsiteX52" fmla="*/ 2464420 w 2497903"/>
                <a:gd name="connsiteY52" fmla="*/ 4739268 h 4850780"/>
                <a:gd name="connsiteX53" fmla="*/ 2486722 w 2497903"/>
                <a:gd name="connsiteY53" fmla="*/ 4806175 h 4850780"/>
                <a:gd name="connsiteX54" fmla="*/ 2497873 w 2497903"/>
                <a:gd name="connsiteY54" fmla="*/ 4850780 h 485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497903" h="4850780">
                  <a:moveTo>
                    <a:pt x="0" y="0"/>
                  </a:moveTo>
                  <a:cubicBezTo>
                    <a:pt x="22302" y="26019"/>
                    <a:pt x="43750" y="52796"/>
                    <a:pt x="66907" y="78058"/>
                  </a:cubicBezTo>
                  <a:cubicBezTo>
                    <a:pt x="84668" y="97433"/>
                    <a:pt x="110908" y="110305"/>
                    <a:pt x="122663" y="133814"/>
                  </a:cubicBezTo>
                  <a:cubicBezTo>
                    <a:pt x="149668" y="187823"/>
                    <a:pt x="133212" y="166664"/>
                    <a:pt x="167268" y="200722"/>
                  </a:cubicBezTo>
                  <a:cubicBezTo>
                    <a:pt x="170985" y="215590"/>
                    <a:pt x="172383" y="231240"/>
                    <a:pt x="178420" y="245326"/>
                  </a:cubicBezTo>
                  <a:cubicBezTo>
                    <a:pt x="183699" y="257644"/>
                    <a:pt x="194073" y="267144"/>
                    <a:pt x="200722" y="278780"/>
                  </a:cubicBezTo>
                  <a:cubicBezTo>
                    <a:pt x="208969" y="293213"/>
                    <a:pt x="217187" y="307820"/>
                    <a:pt x="223024" y="323385"/>
                  </a:cubicBezTo>
                  <a:cubicBezTo>
                    <a:pt x="228405" y="337735"/>
                    <a:pt x="228795" y="353640"/>
                    <a:pt x="234176" y="367990"/>
                  </a:cubicBezTo>
                  <a:cubicBezTo>
                    <a:pt x="269861" y="463148"/>
                    <a:pt x="245475" y="368513"/>
                    <a:pt x="267629" y="446048"/>
                  </a:cubicBezTo>
                  <a:cubicBezTo>
                    <a:pt x="271839" y="460784"/>
                    <a:pt x="272744" y="476566"/>
                    <a:pt x="278781" y="490653"/>
                  </a:cubicBezTo>
                  <a:cubicBezTo>
                    <a:pt x="284060" y="502971"/>
                    <a:pt x="295090" y="512120"/>
                    <a:pt x="301083" y="524107"/>
                  </a:cubicBezTo>
                  <a:cubicBezTo>
                    <a:pt x="310035" y="542011"/>
                    <a:pt x="316357" y="561121"/>
                    <a:pt x="323385" y="579863"/>
                  </a:cubicBezTo>
                  <a:cubicBezTo>
                    <a:pt x="327512" y="590869"/>
                    <a:pt x="329280" y="602803"/>
                    <a:pt x="334537" y="613317"/>
                  </a:cubicBezTo>
                  <a:cubicBezTo>
                    <a:pt x="340531" y="625304"/>
                    <a:pt x="350190" y="635134"/>
                    <a:pt x="356839" y="646770"/>
                  </a:cubicBezTo>
                  <a:cubicBezTo>
                    <a:pt x="365086" y="661203"/>
                    <a:pt x="370894" y="676942"/>
                    <a:pt x="379141" y="691375"/>
                  </a:cubicBezTo>
                  <a:cubicBezTo>
                    <a:pt x="385790" y="703011"/>
                    <a:pt x="394795" y="713193"/>
                    <a:pt x="401444" y="724829"/>
                  </a:cubicBezTo>
                  <a:cubicBezTo>
                    <a:pt x="409691" y="739262"/>
                    <a:pt x="414525" y="755603"/>
                    <a:pt x="423746" y="769434"/>
                  </a:cubicBezTo>
                  <a:cubicBezTo>
                    <a:pt x="436948" y="789238"/>
                    <a:pt x="453483" y="806605"/>
                    <a:pt x="468351" y="825190"/>
                  </a:cubicBezTo>
                  <a:cubicBezTo>
                    <a:pt x="472068" y="836341"/>
                    <a:pt x="473670" y="848438"/>
                    <a:pt x="479502" y="858644"/>
                  </a:cubicBezTo>
                  <a:cubicBezTo>
                    <a:pt x="511925" y="915383"/>
                    <a:pt x="503966" y="887999"/>
                    <a:pt x="535259" y="925551"/>
                  </a:cubicBezTo>
                  <a:cubicBezTo>
                    <a:pt x="601523" y="1005068"/>
                    <a:pt x="540578" y="942023"/>
                    <a:pt x="591015" y="992458"/>
                  </a:cubicBezTo>
                  <a:cubicBezTo>
                    <a:pt x="625071" y="1060572"/>
                    <a:pt x="601563" y="1025309"/>
                    <a:pt x="669073" y="1092819"/>
                  </a:cubicBezTo>
                  <a:lnTo>
                    <a:pt x="669073" y="1092819"/>
                  </a:lnTo>
                  <a:lnTo>
                    <a:pt x="735981" y="1193180"/>
                  </a:lnTo>
                  <a:cubicBezTo>
                    <a:pt x="743415" y="1204331"/>
                    <a:pt x="752290" y="1214647"/>
                    <a:pt x="758283" y="1226634"/>
                  </a:cubicBezTo>
                  <a:cubicBezTo>
                    <a:pt x="786578" y="1283226"/>
                    <a:pt x="771364" y="1257408"/>
                    <a:pt x="802888" y="1304692"/>
                  </a:cubicBezTo>
                  <a:cubicBezTo>
                    <a:pt x="843551" y="1426684"/>
                    <a:pt x="778702" y="1241914"/>
                    <a:pt x="836341" y="1371600"/>
                  </a:cubicBezTo>
                  <a:cubicBezTo>
                    <a:pt x="836348" y="1371615"/>
                    <a:pt x="864217" y="1455226"/>
                    <a:pt x="869795" y="1471961"/>
                  </a:cubicBezTo>
                  <a:lnTo>
                    <a:pt x="880946" y="1505414"/>
                  </a:lnTo>
                  <a:lnTo>
                    <a:pt x="892098" y="1538868"/>
                  </a:lnTo>
                  <a:cubicBezTo>
                    <a:pt x="894456" y="1555372"/>
                    <a:pt x="909243" y="1663206"/>
                    <a:pt x="914400" y="1683834"/>
                  </a:cubicBezTo>
                  <a:cubicBezTo>
                    <a:pt x="914407" y="1683861"/>
                    <a:pt x="942274" y="1767455"/>
                    <a:pt x="947854" y="1784195"/>
                  </a:cubicBezTo>
                  <a:lnTo>
                    <a:pt x="981307" y="1884556"/>
                  </a:lnTo>
                  <a:cubicBezTo>
                    <a:pt x="1007721" y="1963800"/>
                    <a:pt x="1038005" y="2041787"/>
                    <a:pt x="1070517" y="2118731"/>
                  </a:cubicBezTo>
                  <a:cubicBezTo>
                    <a:pt x="1219066" y="2470296"/>
                    <a:pt x="1244059" y="2595570"/>
                    <a:pt x="1427356" y="2843561"/>
                  </a:cubicBezTo>
                  <a:cubicBezTo>
                    <a:pt x="1691747" y="3201267"/>
                    <a:pt x="1554019" y="3161053"/>
                    <a:pt x="1750741" y="3200400"/>
                  </a:cubicBezTo>
                  <a:cubicBezTo>
                    <a:pt x="1776034" y="3352147"/>
                    <a:pt x="1742873" y="3186850"/>
                    <a:pt x="1839951" y="3445726"/>
                  </a:cubicBezTo>
                  <a:cubicBezTo>
                    <a:pt x="1884115" y="3563496"/>
                    <a:pt x="1918165" y="3684904"/>
                    <a:pt x="1962615" y="3802566"/>
                  </a:cubicBezTo>
                  <a:cubicBezTo>
                    <a:pt x="1981423" y="3852352"/>
                    <a:pt x="2008870" y="3898481"/>
                    <a:pt x="2029522" y="3947531"/>
                  </a:cubicBezTo>
                  <a:cubicBezTo>
                    <a:pt x="2075019" y="4055588"/>
                    <a:pt x="2027976" y="3978668"/>
                    <a:pt x="2074127" y="4047892"/>
                  </a:cubicBezTo>
                  <a:cubicBezTo>
                    <a:pt x="2100667" y="4127514"/>
                    <a:pt x="2083388" y="4095240"/>
                    <a:pt x="2118732" y="4148253"/>
                  </a:cubicBezTo>
                  <a:cubicBezTo>
                    <a:pt x="2146233" y="4258260"/>
                    <a:pt x="2109579" y="4144152"/>
                    <a:pt x="2152185" y="4215161"/>
                  </a:cubicBezTo>
                  <a:cubicBezTo>
                    <a:pt x="2161175" y="4230145"/>
                    <a:pt x="2169624" y="4280249"/>
                    <a:pt x="2174488" y="4293219"/>
                  </a:cubicBezTo>
                  <a:cubicBezTo>
                    <a:pt x="2186615" y="4325560"/>
                    <a:pt x="2200604" y="4343545"/>
                    <a:pt x="2219093" y="4371278"/>
                  </a:cubicBezTo>
                  <a:lnTo>
                    <a:pt x="2241395" y="4438185"/>
                  </a:lnTo>
                  <a:cubicBezTo>
                    <a:pt x="2245112" y="4449336"/>
                    <a:pt x="2244234" y="4463327"/>
                    <a:pt x="2252546" y="4471639"/>
                  </a:cubicBezTo>
                  <a:lnTo>
                    <a:pt x="2297151" y="4516244"/>
                  </a:lnTo>
                  <a:cubicBezTo>
                    <a:pt x="2304585" y="4523678"/>
                    <a:pt x="2313622" y="4529798"/>
                    <a:pt x="2319454" y="4538546"/>
                  </a:cubicBezTo>
                  <a:cubicBezTo>
                    <a:pt x="2326888" y="4549697"/>
                    <a:pt x="2333034" y="4561824"/>
                    <a:pt x="2341756" y="4572000"/>
                  </a:cubicBezTo>
                  <a:cubicBezTo>
                    <a:pt x="2355440" y="4587965"/>
                    <a:pt x="2374697" y="4599109"/>
                    <a:pt x="2386361" y="4616605"/>
                  </a:cubicBezTo>
                  <a:cubicBezTo>
                    <a:pt x="2414495" y="4658806"/>
                    <a:pt x="2399186" y="4640581"/>
                    <a:pt x="2430966" y="4672361"/>
                  </a:cubicBezTo>
                  <a:cubicBezTo>
                    <a:pt x="2434683" y="4683512"/>
                    <a:pt x="2436860" y="4695301"/>
                    <a:pt x="2442117" y="4705814"/>
                  </a:cubicBezTo>
                  <a:cubicBezTo>
                    <a:pt x="2448111" y="4717801"/>
                    <a:pt x="2458977" y="4727021"/>
                    <a:pt x="2464420" y="4739268"/>
                  </a:cubicBezTo>
                  <a:cubicBezTo>
                    <a:pt x="2473968" y="4760751"/>
                    <a:pt x="2479288" y="4783873"/>
                    <a:pt x="2486722" y="4806175"/>
                  </a:cubicBezTo>
                  <a:cubicBezTo>
                    <a:pt x="2499048" y="4843155"/>
                    <a:pt x="2497873" y="4827875"/>
                    <a:pt x="2497873" y="4850780"/>
                  </a:cubicBez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E6752DD8-288F-CC80-3BA5-56732F34E7C0}"/>
                </a:ext>
              </a:extLst>
            </p:cNvPr>
            <p:cNvSpPr/>
            <p:nvPr/>
          </p:nvSpPr>
          <p:spPr>
            <a:xfrm>
              <a:off x="34330265" y="6117110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BE4359F0-52FD-4111-5EB8-5E10AD0E99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71037" y="8078365"/>
              <a:ext cx="0" cy="922223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D227F7D-F386-CF3A-61AB-AFB088C6FA48}"/>
                </a:ext>
              </a:extLst>
            </p:cNvPr>
            <p:cNvCxnSpPr>
              <a:cxnSpLocks/>
            </p:cNvCxnSpPr>
            <p:nvPr/>
          </p:nvCxnSpPr>
          <p:spPr>
            <a:xfrm>
              <a:off x="32960295" y="8470434"/>
              <a:ext cx="0" cy="474921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1603C1A0-199C-0EC1-A0AB-72125002C620}"/>
                    </a:ext>
                  </a:extLst>
                </p:cNvPr>
                <p:cNvSpPr txBox="1"/>
                <p:nvPr/>
              </p:nvSpPr>
              <p:spPr>
                <a:xfrm>
                  <a:off x="32844322" y="8158135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1603C1A0-199C-0EC1-A0AB-72125002C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44322" y="8158135"/>
                  <a:ext cx="1120139" cy="598080"/>
                </a:xfrm>
                <a:prstGeom prst="rect">
                  <a:avLst/>
                </a:prstGeom>
                <a:blipFill>
                  <a:blip r:embed="rId38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2335F00-3E49-017F-257F-4827F1404BB6}"/>
                </a:ext>
              </a:extLst>
            </p:cNvPr>
            <p:cNvSpPr/>
            <p:nvPr/>
          </p:nvSpPr>
          <p:spPr>
            <a:xfrm>
              <a:off x="31416338" y="8402871"/>
              <a:ext cx="1520714" cy="2147228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BA0C0C3-4E97-C629-AECD-16007A2CD538}"/>
                </a:ext>
              </a:extLst>
            </p:cNvPr>
            <p:cNvSpPr/>
            <p:nvPr/>
          </p:nvSpPr>
          <p:spPr>
            <a:xfrm>
              <a:off x="32807418" y="8412805"/>
              <a:ext cx="780352" cy="3996610"/>
            </a:xfrm>
            <a:custGeom>
              <a:avLst/>
              <a:gdLst>
                <a:gd name="connsiteX0" fmla="*/ 790443 w 790443"/>
                <a:gd name="connsiteY0" fmla="*/ 2902998 h 2902998"/>
                <a:gd name="connsiteX1" fmla="*/ 719422 w 790443"/>
                <a:gd name="connsiteY1" fmla="*/ 2805344 h 2902998"/>
                <a:gd name="connsiteX2" fmla="*/ 692789 w 790443"/>
                <a:gd name="connsiteY2" fmla="*/ 2769833 h 2902998"/>
                <a:gd name="connsiteX3" fmla="*/ 630645 w 790443"/>
                <a:gd name="connsiteY3" fmla="*/ 2672179 h 2902998"/>
                <a:gd name="connsiteX4" fmla="*/ 595135 w 790443"/>
                <a:gd name="connsiteY4" fmla="*/ 2610035 h 2902998"/>
                <a:gd name="connsiteX5" fmla="*/ 577379 w 790443"/>
                <a:gd name="connsiteY5" fmla="*/ 2574524 h 2902998"/>
                <a:gd name="connsiteX6" fmla="*/ 524113 w 790443"/>
                <a:gd name="connsiteY6" fmla="*/ 2494625 h 2902998"/>
                <a:gd name="connsiteX7" fmla="*/ 506358 w 790443"/>
                <a:gd name="connsiteY7" fmla="*/ 2467992 h 2902998"/>
                <a:gd name="connsiteX8" fmla="*/ 488603 w 790443"/>
                <a:gd name="connsiteY8" fmla="*/ 2432482 h 2902998"/>
                <a:gd name="connsiteX9" fmla="*/ 435337 w 790443"/>
                <a:gd name="connsiteY9" fmla="*/ 2343705 h 2902998"/>
                <a:gd name="connsiteX10" fmla="*/ 426459 w 790443"/>
                <a:gd name="connsiteY10" fmla="*/ 2308194 h 2902998"/>
                <a:gd name="connsiteX11" fmla="*/ 408704 w 790443"/>
                <a:gd name="connsiteY11" fmla="*/ 2254928 h 2902998"/>
                <a:gd name="connsiteX12" fmla="*/ 399826 w 790443"/>
                <a:gd name="connsiteY12" fmla="*/ 2219418 h 2902998"/>
                <a:gd name="connsiteX13" fmla="*/ 382071 w 790443"/>
                <a:gd name="connsiteY13" fmla="*/ 2166152 h 2902998"/>
                <a:gd name="connsiteX14" fmla="*/ 373193 w 790443"/>
                <a:gd name="connsiteY14" fmla="*/ 2139519 h 2902998"/>
                <a:gd name="connsiteX15" fmla="*/ 364315 w 790443"/>
                <a:gd name="connsiteY15" fmla="*/ 2068497 h 2902998"/>
                <a:gd name="connsiteX16" fmla="*/ 355438 w 790443"/>
                <a:gd name="connsiteY16" fmla="*/ 1882066 h 2902998"/>
                <a:gd name="connsiteX17" fmla="*/ 293294 w 790443"/>
                <a:gd name="connsiteY17" fmla="*/ 1784412 h 2902998"/>
                <a:gd name="connsiteX18" fmla="*/ 266661 w 790443"/>
                <a:gd name="connsiteY18" fmla="*/ 1748901 h 2902998"/>
                <a:gd name="connsiteX19" fmla="*/ 240028 w 790443"/>
                <a:gd name="connsiteY19" fmla="*/ 1722268 h 2902998"/>
                <a:gd name="connsiteX20" fmla="*/ 213395 w 790443"/>
                <a:gd name="connsiteY20" fmla="*/ 1677880 h 2902998"/>
                <a:gd name="connsiteX21" fmla="*/ 186762 w 790443"/>
                <a:gd name="connsiteY21" fmla="*/ 1642369 h 2902998"/>
                <a:gd name="connsiteX22" fmla="*/ 160129 w 790443"/>
                <a:gd name="connsiteY22" fmla="*/ 1589103 h 2902998"/>
                <a:gd name="connsiteX23" fmla="*/ 142373 w 790443"/>
                <a:gd name="connsiteY23" fmla="*/ 1544715 h 2902998"/>
                <a:gd name="connsiteX24" fmla="*/ 124618 w 790443"/>
                <a:gd name="connsiteY24" fmla="*/ 1518082 h 2902998"/>
                <a:gd name="connsiteX25" fmla="*/ 89107 w 790443"/>
                <a:gd name="connsiteY25" fmla="*/ 1447060 h 2902998"/>
                <a:gd name="connsiteX26" fmla="*/ 71352 w 790443"/>
                <a:gd name="connsiteY26" fmla="*/ 1393794 h 2902998"/>
                <a:gd name="connsiteX27" fmla="*/ 35841 w 790443"/>
                <a:gd name="connsiteY27" fmla="*/ 1331651 h 2902998"/>
                <a:gd name="connsiteX28" fmla="*/ 26964 w 790443"/>
                <a:gd name="connsiteY28" fmla="*/ 1296140 h 2902998"/>
                <a:gd name="connsiteX29" fmla="*/ 9208 w 790443"/>
                <a:gd name="connsiteY29" fmla="*/ 1242874 h 2902998"/>
                <a:gd name="connsiteX30" fmla="*/ 331 w 790443"/>
                <a:gd name="connsiteY30" fmla="*/ 1189608 h 2902998"/>
                <a:gd name="connsiteX31" fmla="*/ 18086 w 790443"/>
                <a:gd name="connsiteY31" fmla="*/ 1020932 h 2902998"/>
                <a:gd name="connsiteX32" fmla="*/ 26964 w 790443"/>
                <a:gd name="connsiteY32" fmla="*/ 985422 h 2902998"/>
                <a:gd name="connsiteX33" fmla="*/ 44719 w 790443"/>
                <a:gd name="connsiteY33" fmla="*/ 949911 h 2902998"/>
                <a:gd name="connsiteX34" fmla="*/ 53597 w 790443"/>
                <a:gd name="connsiteY34" fmla="*/ 923278 h 2902998"/>
                <a:gd name="connsiteX35" fmla="*/ 71352 w 790443"/>
                <a:gd name="connsiteY35" fmla="*/ 896645 h 2902998"/>
                <a:gd name="connsiteX36" fmla="*/ 80230 w 790443"/>
                <a:gd name="connsiteY36" fmla="*/ 870012 h 2902998"/>
                <a:gd name="connsiteX37" fmla="*/ 106863 w 790443"/>
                <a:gd name="connsiteY37" fmla="*/ 843379 h 2902998"/>
                <a:gd name="connsiteX38" fmla="*/ 133496 w 790443"/>
                <a:gd name="connsiteY38" fmla="*/ 798991 h 2902998"/>
                <a:gd name="connsiteX39" fmla="*/ 151251 w 790443"/>
                <a:gd name="connsiteY39" fmla="*/ 772358 h 2902998"/>
                <a:gd name="connsiteX40" fmla="*/ 186762 w 790443"/>
                <a:gd name="connsiteY40" fmla="*/ 736847 h 2902998"/>
                <a:gd name="connsiteX41" fmla="*/ 204517 w 790443"/>
                <a:gd name="connsiteY41" fmla="*/ 719091 h 2902998"/>
                <a:gd name="connsiteX42" fmla="*/ 240028 w 790443"/>
                <a:gd name="connsiteY42" fmla="*/ 665825 h 2902998"/>
                <a:gd name="connsiteX43" fmla="*/ 248906 w 790443"/>
                <a:gd name="connsiteY43" fmla="*/ 639192 h 2902998"/>
                <a:gd name="connsiteX44" fmla="*/ 302172 w 790443"/>
                <a:gd name="connsiteY44" fmla="*/ 568171 h 2902998"/>
                <a:gd name="connsiteX45" fmla="*/ 319927 w 790443"/>
                <a:gd name="connsiteY45" fmla="*/ 514905 h 2902998"/>
                <a:gd name="connsiteX46" fmla="*/ 337682 w 790443"/>
                <a:gd name="connsiteY46" fmla="*/ 488272 h 2902998"/>
                <a:gd name="connsiteX47" fmla="*/ 355438 w 790443"/>
                <a:gd name="connsiteY47" fmla="*/ 435006 h 2902998"/>
                <a:gd name="connsiteX48" fmla="*/ 346560 w 790443"/>
                <a:gd name="connsiteY48" fmla="*/ 355107 h 2902998"/>
                <a:gd name="connsiteX49" fmla="*/ 319927 w 790443"/>
                <a:gd name="connsiteY49" fmla="*/ 301841 h 2902998"/>
                <a:gd name="connsiteX50" fmla="*/ 311049 w 790443"/>
                <a:gd name="connsiteY50" fmla="*/ 275208 h 2902998"/>
                <a:gd name="connsiteX51" fmla="*/ 293294 w 790443"/>
                <a:gd name="connsiteY51" fmla="*/ 248575 h 2902998"/>
                <a:gd name="connsiteX52" fmla="*/ 284416 w 790443"/>
                <a:gd name="connsiteY52" fmla="*/ 221942 h 2902998"/>
                <a:gd name="connsiteX53" fmla="*/ 266661 w 790443"/>
                <a:gd name="connsiteY53" fmla="*/ 195309 h 2902998"/>
                <a:gd name="connsiteX54" fmla="*/ 257783 w 790443"/>
                <a:gd name="connsiteY54" fmla="*/ 168676 h 2902998"/>
                <a:gd name="connsiteX55" fmla="*/ 222273 w 790443"/>
                <a:gd name="connsiteY55" fmla="*/ 79899 h 2902998"/>
                <a:gd name="connsiteX56" fmla="*/ 177884 w 790443"/>
                <a:gd name="connsiteY56" fmla="*/ 26633 h 2902998"/>
                <a:gd name="connsiteX57" fmla="*/ 133496 w 790443"/>
                <a:gd name="connsiteY57" fmla="*/ 0 h 2902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790443" h="2902998">
                  <a:moveTo>
                    <a:pt x="790443" y="2902998"/>
                  </a:moveTo>
                  <a:cubicBezTo>
                    <a:pt x="671561" y="2764304"/>
                    <a:pt x="777029" y="2897517"/>
                    <a:pt x="719422" y="2805344"/>
                  </a:cubicBezTo>
                  <a:cubicBezTo>
                    <a:pt x="711580" y="2792797"/>
                    <a:pt x="700244" y="2782614"/>
                    <a:pt x="692789" y="2769833"/>
                  </a:cubicBezTo>
                  <a:cubicBezTo>
                    <a:pt x="635214" y="2671133"/>
                    <a:pt x="683796" y="2725330"/>
                    <a:pt x="630645" y="2672179"/>
                  </a:cubicBezTo>
                  <a:cubicBezTo>
                    <a:pt x="577003" y="2564892"/>
                    <a:pt x="645317" y="2697853"/>
                    <a:pt x="595135" y="2610035"/>
                  </a:cubicBezTo>
                  <a:cubicBezTo>
                    <a:pt x="588569" y="2598544"/>
                    <a:pt x="584188" y="2585872"/>
                    <a:pt x="577379" y="2574524"/>
                  </a:cubicBezTo>
                  <a:cubicBezTo>
                    <a:pt x="577354" y="2574482"/>
                    <a:pt x="533004" y="2507962"/>
                    <a:pt x="524113" y="2494625"/>
                  </a:cubicBezTo>
                  <a:cubicBezTo>
                    <a:pt x="518195" y="2485747"/>
                    <a:pt x="511130" y="2477535"/>
                    <a:pt x="506358" y="2467992"/>
                  </a:cubicBezTo>
                  <a:cubicBezTo>
                    <a:pt x="500440" y="2456155"/>
                    <a:pt x="495412" y="2443830"/>
                    <a:pt x="488603" y="2432482"/>
                  </a:cubicBezTo>
                  <a:cubicBezTo>
                    <a:pt x="467951" y="2398063"/>
                    <a:pt x="448867" y="2379785"/>
                    <a:pt x="435337" y="2343705"/>
                  </a:cubicBezTo>
                  <a:cubicBezTo>
                    <a:pt x="431053" y="2332281"/>
                    <a:pt x="429965" y="2319881"/>
                    <a:pt x="426459" y="2308194"/>
                  </a:cubicBezTo>
                  <a:cubicBezTo>
                    <a:pt x="421081" y="2290268"/>
                    <a:pt x="413243" y="2273085"/>
                    <a:pt x="408704" y="2254928"/>
                  </a:cubicBezTo>
                  <a:cubicBezTo>
                    <a:pt x="405745" y="2243091"/>
                    <a:pt x="403332" y="2231104"/>
                    <a:pt x="399826" y="2219418"/>
                  </a:cubicBezTo>
                  <a:cubicBezTo>
                    <a:pt x="394448" y="2201492"/>
                    <a:pt x="387989" y="2183907"/>
                    <a:pt x="382071" y="2166152"/>
                  </a:cubicBezTo>
                  <a:lnTo>
                    <a:pt x="373193" y="2139519"/>
                  </a:lnTo>
                  <a:cubicBezTo>
                    <a:pt x="370234" y="2115845"/>
                    <a:pt x="365956" y="2092299"/>
                    <a:pt x="364315" y="2068497"/>
                  </a:cubicBezTo>
                  <a:cubicBezTo>
                    <a:pt x="360035" y="2006430"/>
                    <a:pt x="360605" y="1944065"/>
                    <a:pt x="355438" y="1882066"/>
                  </a:cubicBezTo>
                  <a:cubicBezTo>
                    <a:pt x="352589" y="1847875"/>
                    <a:pt x="303517" y="1798043"/>
                    <a:pt x="293294" y="1784412"/>
                  </a:cubicBezTo>
                  <a:cubicBezTo>
                    <a:pt x="284416" y="1772575"/>
                    <a:pt x="277123" y="1759363"/>
                    <a:pt x="266661" y="1748901"/>
                  </a:cubicBezTo>
                  <a:cubicBezTo>
                    <a:pt x="257783" y="1740023"/>
                    <a:pt x="247561" y="1732312"/>
                    <a:pt x="240028" y="1722268"/>
                  </a:cubicBezTo>
                  <a:cubicBezTo>
                    <a:pt x="229675" y="1708464"/>
                    <a:pt x="222966" y="1692237"/>
                    <a:pt x="213395" y="1677880"/>
                  </a:cubicBezTo>
                  <a:cubicBezTo>
                    <a:pt x="205188" y="1665569"/>
                    <a:pt x="195640" y="1654206"/>
                    <a:pt x="186762" y="1642369"/>
                  </a:cubicBezTo>
                  <a:cubicBezTo>
                    <a:pt x="164448" y="1575429"/>
                    <a:pt x="194547" y="1657939"/>
                    <a:pt x="160129" y="1589103"/>
                  </a:cubicBezTo>
                  <a:cubicBezTo>
                    <a:pt x="153002" y="1574850"/>
                    <a:pt x="149500" y="1558968"/>
                    <a:pt x="142373" y="1544715"/>
                  </a:cubicBezTo>
                  <a:cubicBezTo>
                    <a:pt x="137601" y="1535172"/>
                    <a:pt x="129389" y="1527625"/>
                    <a:pt x="124618" y="1518082"/>
                  </a:cubicBezTo>
                  <a:cubicBezTo>
                    <a:pt x="81187" y="1431217"/>
                    <a:pt x="130241" y="1508759"/>
                    <a:pt x="89107" y="1447060"/>
                  </a:cubicBezTo>
                  <a:cubicBezTo>
                    <a:pt x="83189" y="1429305"/>
                    <a:pt x="81733" y="1409367"/>
                    <a:pt x="71352" y="1393794"/>
                  </a:cubicBezTo>
                  <a:cubicBezTo>
                    <a:pt x="46256" y="1356150"/>
                    <a:pt x="58369" y="1376704"/>
                    <a:pt x="35841" y="1331651"/>
                  </a:cubicBezTo>
                  <a:cubicBezTo>
                    <a:pt x="32882" y="1319814"/>
                    <a:pt x="30470" y="1307827"/>
                    <a:pt x="26964" y="1296140"/>
                  </a:cubicBezTo>
                  <a:cubicBezTo>
                    <a:pt x="21586" y="1278213"/>
                    <a:pt x="9208" y="1242874"/>
                    <a:pt x="9208" y="1242874"/>
                  </a:cubicBezTo>
                  <a:cubicBezTo>
                    <a:pt x="6249" y="1225119"/>
                    <a:pt x="331" y="1207608"/>
                    <a:pt x="331" y="1189608"/>
                  </a:cubicBezTo>
                  <a:cubicBezTo>
                    <a:pt x="331" y="1010812"/>
                    <a:pt x="-3928" y="1097978"/>
                    <a:pt x="18086" y="1020932"/>
                  </a:cubicBezTo>
                  <a:cubicBezTo>
                    <a:pt x="21438" y="1009200"/>
                    <a:pt x="22680" y="996846"/>
                    <a:pt x="26964" y="985422"/>
                  </a:cubicBezTo>
                  <a:cubicBezTo>
                    <a:pt x="31611" y="973031"/>
                    <a:pt x="39506" y="962075"/>
                    <a:pt x="44719" y="949911"/>
                  </a:cubicBezTo>
                  <a:cubicBezTo>
                    <a:pt x="48405" y="941310"/>
                    <a:pt x="49412" y="931648"/>
                    <a:pt x="53597" y="923278"/>
                  </a:cubicBezTo>
                  <a:cubicBezTo>
                    <a:pt x="58369" y="913735"/>
                    <a:pt x="66580" y="906188"/>
                    <a:pt x="71352" y="896645"/>
                  </a:cubicBezTo>
                  <a:cubicBezTo>
                    <a:pt x="75537" y="888275"/>
                    <a:pt x="75039" y="877798"/>
                    <a:pt x="80230" y="870012"/>
                  </a:cubicBezTo>
                  <a:cubicBezTo>
                    <a:pt x="87194" y="859566"/>
                    <a:pt x="97985" y="852257"/>
                    <a:pt x="106863" y="843379"/>
                  </a:cubicBezTo>
                  <a:cubicBezTo>
                    <a:pt x="122279" y="797126"/>
                    <a:pt x="105641" y="833809"/>
                    <a:pt x="133496" y="798991"/>
                  </a:cubicBezTo>
                  <a:cubicBezTo>
                    <a:pt x="140161" y="790660"/>
                    <a:pt x="144307" y="780459"/>
                    <a:pt x="151251" y="772358"/>
                  </a:cubicBezTo>
                  <a:cubicBezTo>
                    <a:pt x="162145" y="759648"/>
                    <a:pt x="174925" y="748684"/>
                    <a:pt x="186762" y="736847"/>
                  </a:cubicBezTo>
                  <a:cubicBezTo>
                    <a:pt x="192680" y="730928"/>
                    <a:pt x="199874" y="726055"/>
                    <a:pt x="204517" y="719091"/>
                  </a:cubicBezTo>
                  <a:cubicBezTo>
                    <a:pt x="216354" y="701336"/>
                    <a:pt x="233280" y="686069"/>
                    <a:pt x="240028" y="665825"/>
                  </a:cubicBezTo>
                  <a:cubicBezTo>
                    <a:pt x="242987" y="656947"/>
                    <a:pt x="244361" y="647372"/>
                    <a:pt x="248906" y="639192"/>
                  </a:cubicBezTo>
                  <a:cubicBezTo>
                    <a:pt x="274004" y="594016"/>
                    <a:pt x="275232" y="595110"/>
                    <a:pt x="302172" y="568171"/>
                  </a:cubicBezTo>
                  <a:cubicBezTo>
                    <a:pt x="308090" y="550416"/>
                    <a:pt x="309546" y="530478"/>
                    <a:pt x="319927" y="514905"/>
                  </a:cubicBezTo>
                  <a:cubicBezTo>
                    <a:pt x="325845" y="506027"/>
                    <a:pt x="333349" y="498022"/>
                    <a:pt x="337682" y="488272"/>
                  </a:cubicBezTo>
                  <a:cubicBezTo>
                    <a:pt x="345283" y="471169"/>
                    <a:pt x="355438" y="435006"/>
                    <a:pt x="355438" y="435006"/>
                  </a:cubicBezTo>
                  <a:cubicBezTo>
                    <a:pt x="352479" y="408373"/>
                    <a:pt x="350966" y="381539"/>
                    <a:pt x="346560" y="355107"/>
                  </a:cubicBezTo>
                  <a:cubicBezTo>
                    <a:pt x="340982" y="321637"/>
                    <a:pt x="335264" y="332514"/>
                    <a:pt x="319927" y="301841"/>
                  </a:cubicBezTo>
                  <a:cubicBezTo>
                    <a:pt x="315742" y="293471"/>
                    <a:pt x="315234" y="283578"/>
                    <a:pt x="311049" y="275208"/>
                  </a:cubicBezTo>
                  <a:cubicBezTo>
                    <a:pt x="306277" y="265665"/>
                    <a:pt x="298066" y="258118"/>
                    <a:pt x="293294" y="248575"/>
                  </a:cubicBezTo>
                  <a:cubicBezTo>
                    <a:pt x="289109" y="240205"/>
                    <a:pt x="288601" y="230312"/>
                    <a:pt x="284416" y="221942"/>
                  </a:cubicBezTo>
                  <a:cubicBezTo>
                    <a:pt x="279644" y="212399"/>
                    <a:pt x="271433" y="204852"/>
                    <a:pt x="266661" y="195309"/>
                  </a:cubicBezTo>
                  <a:cubicBezTo>
                    <a:pt x="262476" y="186939"/>
                    <a:pt x="261142" y="177410"/>
                    <a:pt x="257783" y="168676"/>
                  </a:cubicBezTo>
                  <a:cubicBezTo>
                    <a:pt x="246342" y="138929"/>
                    <a:pt x="237898" y="107678"/>
                    <a:pt x="222273" y="79899"/>
                  </a:cubicBezTo>
                  <a:cubicBezTo>
                    <a:pt x="210942" y="59755"/>
                    <a:pt x="195063" y="42094"/>
                    <a:pt x="177884" y="26633"/>
                  </a:cubicBezTo>
                  <a:cubicBezTo>
                    <a:pt x="165058" y="15090"/>
                    <a:pt x="133496" y="0"/>
                    <a:pt x="133496" y="0"/>
                  </a:cubicBezTo>
                </a:path>
              </a:pathLst>
            </a:cu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6E8A65B8-DEBF-63FD-C525-23296CCB17F3}"/>
                </a:ext>
              </a:extLst>
            </p:cNvPr>
            <p:cNvSpPr/>
            <p:nvPr/>
          </p:nvSpPr>
          <p:spPr>
            <a:xfrm>
              <a:off x="32976822" y="7806293"/>
              <a:ext cx="596579" cy="556807"/>
            </a:xfrm>
            <a:custGeom>
              <a:avLst/>
              <a:gdLst>
                <a:gd name="connsiteX0" fmla="*/ 0 w 532660"/>
                <a:gd name="connsiteY0" fmla="*/ 497149 h 497149"/>
                <a:gd name="connsiteX1" fmla="*/ 88777 w 532660"/>
                <a:gd name="connsiteY1" fmla="*/ 435006 h 497149"/>
                <a:gd name="connsiteX2" fmla="*/ 106532 w 532660"/>
                <a:gd name="connsiteY2" fmla="*/ 417250 h 497149"/>
                <a:gd name="connsiteX3" fmla="*/ 142043 w 532660"/>
                <a:gd name="connsiteY3" fmla="*/ 399495 h 497149"/>
                <a:gd name="connsiteX4" fmla="*/ 186431 w 532660"/>
                <a:gd name="connsiteY4" fmla="*/ 372862 h 497149"/>
                <a:gd name="connsiteX5" fmla="*/ 221942 w 532660"/>
                <a:gd name="connsiteY5" fmla="*/ 346229 h 497149"/>
                <a:gd name="connsiteX6" fmla="*/ 248575 w 532660"/>
                <a:gd name="connsiteY6" fmla="*/ 328473 h 497149"/>
                <a:gd name="connsiteX7" fmla="*/ 266330 w 532660"/>
                <a:gd name="connsiteY7" fmla="*/ 301840 h 497149"/>
                <a:gd name="connsiteX8" fmla="*/ 284086 w 532660"/>
                <a:gd name="connsiteY8" fmla="*/ 284085 h 497149"/>
                <a:gd name="connsiteX9" fmla="*/ 292963 w 532660"/>
                <a:gd name="connsiteY9" fmla="*/ 248574 h 497149"/>
                <a:gd name="connsiteX10" fmla="*/ 310719 w 532660"/>
                <a:gd name="connsiteY10" fmla="*/ 221941 h 497149"/>
                <a:gd name="connsiteX11" fmla="*/ 328474 w 532660"/>
                <a:gd name="connsiteY11" fmla="*/ 168675 h 497149"/>
                <a:gd name="connsiteX12" fmla="*/ 355107 w 532660"/>
                <a:gd name="connsiteY12" fmla="*/ 142042 h 497149"/>
                <a:gd name="connsiteX13" fmla="*/ 372862 w 532660"/>
                <a:gd name="connsiteY13" fmla="*/ 115409 h 497149"/>
                <a:gd name="connsiteX14" fmla="*/ 399495 w 532660"/>
                <a:gd name="connsiteY14" fmla="*/ 97654 h 497149"/>
                <a:gd name="connsiteX15" fmla="*/ 443884 w 532660"/>
                <a:gd name="connsiteY15" fmla="*/ 71021 h 497149"/>
                <a:gd name="connsiteX16" fmla="*/ 497150 w 532660"/>
                <a:gd name="connsiteY16" fmla="*/ 26633 h 497149"/>
                <a:gd name="connsiteX17" fmla="*/ 532660 w 532660"/>
                <a:gd name="connsiteY17" fmla="*/ 0 h 49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2660" h="497149">
                  <a:moveTo>
                    <a:pt x="0" y="497149"/>
                  </a:moveTo>
                  <a:cubicBezTo>
                    <a:pt x="29592" y="476435"/>
                    <a:pt x="63236" y="460549"/>
                    <a:pt x="88777" y="435006"/>
                  </a:cubicBezTo>
                  <a:cubicBezTo>
                    <a:pt x="94695" y="429087"/>
                    <a:pt x="99568" y="421893"/>
                    <a:pt x="106532" y="417250"/>
                  </a:cubicBezTo>
                  <a:cubicBezTo>
                    <a:pt x="117543" y="409909"/>
                    <a:pt x="130206" y="405413"/>
                    <a:pt x="142043" y="399495"/>
                  </a:cubicBezTo>
                  <a:cubicBezTo>
                    <a:pt x="183593" y="357943"/>
                    <a:pt x="132652" y="403592"/>
                    <a:pt x="186431" y="372862"/>
                  </a:cubicBezTo>
                  <a:cubicBezTo>
                    <a:pt x="199278" y="365521"/>
                    <a:pt x="209902" y="354829"/>
                    <a:pt x="221942" y="346229"/>
                  </a:cubicBezTo>
                  <a:cubicBezTo>
                    <a:pt x="230624" y="340027"/>
                    <a:pt x="239697" y="334392"/>
                    <a:pt x="248575" y="328473"/>
                  </a:cubicBezTo>
                  <a:cubicBezTo>
                    <a:pt x="254493" y="319595"/>
                    <a:pt x="259665" y="310171"/>
                    <a:pt x="266330" y="301840"/>
                  </a:cubicBezTo>
                  <a:cubicBezTo>
                    <a:pt x="271559" y="295304"/>
                    <a:pt x="280343" y="291571"/>
                    <a:pt x="284086" y="284085"/>
                  </a:cubicBezTo>
                  <a:cubicBezTo>
                    <a:pt x="289543" y="273172"/>
                    <a:pt x="288157" y="259789"/>
                    <a:pt x="292963" y="248574"/>
                  </a:cubicBezTo>
                  <a:cubicBezTo>
                    <a:pt x="297166" y="238767"/>
                    <a:pt x="304800" y="230819"/>
                    <a:pt x="310719" y="221941"/>
                  </a:cubicBezTo>
                  <a:cubicBezTo>
                    <a:pt x="316637" y="204186"/>
                    <a:pt x="315240" y="181909"/>
                    <a:pt x="328474" y="168675"/>
                  </a:cubicBezTo>
                  <a:cubicBezTo>
                    <a:pt x="337352" y="159797"/>
                    <a:pt x="347070" y="151687"/>
                    <a:pt x="355107" y="142042"/>
                  </a:cubicBezTo>
                  <a:cubicBezTo>
                    <a:pt x="361937" y="133845"/>
                    <a:pt x="365317" y="122954"/>
                    <a:pt x="372862" y="115409"/>
                  </a:cubicBezTo>
                  <a:cubicBezTo>
                    <a:pt x="380407" y="107864"/>
                    <a:pt x="391163" y="104319"/>
                    <a:pt x="399495" y="97654"/>
                  </a:cubicBezTo>
                  <a:cubicBezTo>
                    <a:pt x="434313" y="69800"/>
                    <a:pt x="397633" y="86439"/>
                    <a:pt x="443884" y="71021"/>
                  </a:cubicBezTo>
                  <a:cubicBezTo>
                    <a:pt x="507157" y="7748"/>
                    <a:pt x="435345" y="76078"/>
                    <a:pt x="497150" y="26633"/>
                  </a:cubicBezTo>
                  <a:cubicBezTo>
                    <a:pt x="534541" y="-3280"/>
                    <a:pt x="495595" y="18532"/>
                    <a:pt x="532660" y="0"/>
                  </a:cubicBezTo>
                </a:path>
              </a:pathLst>
            </a:custGeom>
            <a:noFill/>
            <a:ln w="762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D8F4482D-88EA-92AE-49A3-F53786DEBF85}"/>
                </a:ext>
              </a:extLst>
            </p:cNvPr>
            <p:cNvSpPr/>
            <p:nvPr/>
          </p:nvSpPr>
          <p:spPr>
            <a:xfrm>
              <a:off x="33488514" y="7700689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>
                <a:solidFill>
                  <a:schemeClr val="tx1"/>
                </a:solidFill>
              </a:endParaRPr>
            </a:p>
          </p:txBody>
        </p: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E9F4E515-B4ED-C4D1-FB39-6E715C678271}"/>
                </a:ext>
              </a:extLst>
            </p:cNvPr>
            <p:cNvCxnSpPr>
              <a:cxnSpLocks/>
            </p:cNvCxnSpPr>
            <p:nvPr/>
          </p:nvCxnSpPr>
          <p:spPr>
            <a:xfrm>
              <a:off x="34423851" y="6215823"/>
              <a:ext cx="21792" cy="1403655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C6CB4B15-32F4-5251-C0DE-09D5758AB555}"/>
                    </a:ext>
                  </a:extLst>
                </p:cNvPr>
                <p:cNvSpPr txBox="1"/>
                <p:nvPr/>
              </p:nvSpPr>
              <p:spPr>
                <a:xfrm>
                  <a:off x="33675634" y="6997794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C6CB4B15-32F4-5251-C0DE-09D5758AB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75634" y="6997794"/>
                  <a:ext cx="1120139" cy="598080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2D471EAE-E9A9-5263-3F19-A3E0C80A8E1D}"/>
                </a:ext>
              </a:extLst>
            </p:cNvPr>
            <p:cNvCxnSpPr>
              <a:cxnSpLocks/>
            </p:cNvCxnSpPr>
            <p:nvPr/>
          </p:nvCxnSpPr>
          <p:spPr>
            <a:xfrm>
              <a:off x="31015091" y="10534090"/>
              <a:ext cx="912274" cy="1279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8281EF7C-3FEC-F63F-7D54-E498897C33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31376" y="12417601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6CF19239-5953-F385-0791-60B228695B2E}"/>
                    </a:ext>
                  </a:extLst>
                </p:cNvPr>
                <p:cNvSpPr txBox="1"/>
                <p:nvPr/>
              </p:nvSpPr>
              <p:spPr>
                <a:xfrm>
                  <a:off x="30856270" y="10540486"/>
                  <a:ext cx="1120139" cy="6669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67" b="1" i="1">
                            <a:latin typeface="Cambria Math" panose="02040503050406030204" pitchFamily="18" charset="0"/>
                          </a:rPr>
                          <m:t>𝑨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6CF19239-5953-F385-0791-60B228695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56270" y="10540486"/>
                  <a:ext cx="1120139" cy="666930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4741AC20-24B4-70AE-7350-8E79F8791E24}"/>
                    </a:ext>
                  </a:extLst>
                </p:cNvPr>
                <p:cNvSpPr txBox="1"/>
                <p:nvPr/>
              </p:nvSpPr>
              <p:spPr>
                <a:xfrm>
                  <a:off x="33018493" y="12429687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𝑩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4741AC20-24B4-70AE-7350-8E79F8791E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8493" y="12429687"/>
                  <a:ext cx="1120139" cy="598080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81A89F55-E069-FAF6-785D-FE75A969B8E2}"/>
                    </a:ext>
                  </a:extLst>
                </p:cNvPr>
                <p:cNvSpPr txBox="1"/>
                <p:nvPr/>
              </p:nvSpPr>
              <p:spPr>
                <a:xfrm>
                  <a:off x="33727404" y="9778273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𝑪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81A89F55-E069-FAF6-785D-FE75A969B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27404" y="9778273"/>
                  <a:ext cx="1120139" cy="598080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F9868D38-6B2F-5C59-F4D4-9161AF1C6B2D}"/>
                    </a:ext>
                  </a:extLst>
                </p:cNvPr>
                <p:cNvSpPr txBox="1"/>
                <p:nvPr/>
              </p:nvSpPr>
              <p:spPr>
                <a:xfrm>
                  <a:off x="35937491" y="10828732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𝑫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F9868D38-6B2F-5C59-F4D4-9161AF1C6B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37491" y="10828732"/>
                  <a:ext cx="1120139" cy="598080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98DCB00-1E42-A45F-F7B5-5C9F3ACB31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62684" y="9773435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90BC5DCA-09A8-BB58-6529-5D9F757DA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902016" y="10869124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E7FB9269-E9AC-0B96-C9AA-5983D11DC568}"/>
                    </a:ext>
                  </a:extLst>
                </p:cNvPr>
                <p:cNvSpPr txBox="1"/>
                <p:nvPr/>
              </p:nvSpPr>
              <p:spPr>
                <a:xfrm>
                  <a:off x="31819895" y="10193442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E7FB9269-E9AC-0B96-C9AA-5983D11DC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19895" y="10193442"/>
                  <a:ext cx="5999931" cy="607859"/>
                </a:xfrm>
                <a:prstGeom prst="rect">
                  <a:avLst/>
                </a:prstGeom>
                <a:blipFill>
                  <a:blip r:embed="rId44"/>
                  <a:stretch>
                    <a:fillRect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3" name="TextBox 412">
            <a:extLst>
              <a:ext uri="{FF2B5EF4-FFF2-40B4-BE49-F238E27FC236}">
                <a16:creationId xmlns:a16="http://schemas.microsoft.com/office/drawing/2014/main" id="{E30FB89F-3629-59F8-A1AA-ECF67489CF59}"/>
              </a:ext>
            </a:extLst>
          </p:cNvPr>
          <p:cNvSpPr txBox="1"/>
          <p:nvPr/>
        </p:nvSpPr>
        <p:spPr>
          <a:xfrm>
            <a:off x="3815703" y="8208345"/>
            <a:ext cx="598241" cy="708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2" b="1" dirty="0"/>
              <a:t>a)</a:t>
            </a:r>
          </a:p>
        </p:txBody>
      </p:sp>
    </p:spTree>
    <p:extLst>
      <p:ext uri="{BB962C8B-B14F-4D97-AF65-F5344CB8AC3E}">
        <p14:creationId xmlns:p14="http://schemas.microsoft.com/office/powerpoint/2010/main" val="3547570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7F3F7AD-5CC7-6958-0311-27E0FB040EDA}"/>
              </a:ext>
            </a:extLst>
          </p:cNvPr>
          <p:cNvGrpSpPr/>
          <p:nvPr/>
        </p:nvGrpSpPr>
        <p:grpSpPr>
          <a:xfrm>
            <a:off x="12123888" y="8978075"/>
            <a:ext cx="6334986" cy="5347416"/>
            <a:chOff x="26804795" y="17237100"/>
            <a:chExt cx="7918733" cy="6684271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6DDDE9C-365F-3691-AABC-2D36CCD98278}"/>
                </a:ext>
              </a:extLst>
            </p:cNvPr>
            <p:cNvGrpSpPr/>
            <p:nvPr/>
          </p:nvGrpSpPr>
          <p:grpSpPr>
            <a:xfrm>
              <a:off x="26804795" y="17237100"/>
              <a:ext cx="7918733" cy="6684271"/>
              <a:chOff x="27172329" y="15082907"/>
              <a:chExt cx="7918733" cy="6684271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46A201F-E7B0-F04F-3887-4287618CDF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7F7CF054-0383-1105-EAAA-CEEDDB34CE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F7FD09-C9FC-B62D-BEF6-70947D0CA5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DA1A5975-DF3D-11B4-A1C3-A97126BAE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C1EBB9CC-6436-BFF9-318C-567A94BE58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451E29DE-8EE5-18C0-176E-54CB67B27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3AD355AC-CE77-A935-4A71-75C3CF490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16C9DB9E-F8B9-443F-369F-BF79958AC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2704A49-F706-5E4B-6A07-83B563795C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B45A4AB4-EF7E-3A20-9BC7-6525DB276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3AA05424-A981-79FE-5057-936CFE686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C345C1F-46FC-8EA2-79CA-C3F0E9B70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E536E784-CD97-D67F-6A3F-E19B20400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C5F5FF6-ACE3-5EEC-1FDC-994CA64C9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2F7105A8-4792-7F5B-CCB4-F9D757E41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4A82A35-7476-60D0-8BE2-88C0082033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87676CB1-7F92-002A-5DC3-42D448BA12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3EFCA38F-1188-009C-6E44-B910228329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0833519-91EA-12B9-B933-3210A97DB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6D3889F-A0AF-3580-E512-88B376EEB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6084574E-4F87-7DD3-6CE8-8BAB5A6665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C3F2F635-DFE6-51D4-FD24-65DF2347AB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CEA5FA3-E51F-9785-AD6C-758FFC25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06B4E3E-8719-AA4A-B7AF-54433C4A4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51D39C81-BA02-3BDC-1C54-DEF5D41ED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6F96188B-83BC-6C44-21C2-99BC1B652A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1" name="Parallelogram 230">
            <a:extLst>
              <a:ext uri="{FF2B5EF4-FFF2-40B4-BE49-F238E27FC236}">
                <a16:creationId xmlns:a16="http://schemas.microsoft.com/office/drawing/2014/main" id="{AA8D5CC3-01F6-9C6A-CD46-5A38B8F8DAB9}"/>
              </a:ext>
            </a:extLst>
          </p:cNvPr>
          <p:cNvSpPr/>
          <p:nvPr/>
        </p:nvSpPr>
        <p:spPr>
          <a:xfrm>
            <a:off x="13240847" y="12208775"/>
            <a:ext cx="1946626" cy="525711"/>
          </a:xfrm>
          <a:prstGeom prst="parallelogram">
            <a:avLst>
              <a:gd name="adj" fmla="val 79237"/>
            </a:avLst>
          </a:prstGeom>
          <a:pattFill prst="dk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6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EC1CD09-69AE-FED9-53B5-7D7D86FF6890}"/>
              </a:ext>
            </a:extLst>
          </p:cNvPr>
          <p:cNvGrpSpPr/>
          <p:nvPr/>
        </p:nvGrpSpPr>
        <p:grpSpPr>
          <a:xfrm>
            <a:off x="1171442" y="8199720"/>
            <a:ext cx="6622949" cy="5344003"/>
            <a:chOff x="17170225" y="9281963"/>
            <a:chExt cx="7262663" cy="588523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C2EC489-2A42-1B7C-9CCB-1ADD2DFB147B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3475FC-066F-E698-8B7C-0FA6BD7A33DB}"/>
                </a:ext>
              </a:extLst>
            </p:cNvPr>
            <p:cNvGrpSpPr/>
            <p:nvPr/>
          </p:nvGrpSpPr>
          <p:grpSpPr>
            <a:xfrm>
              <a:off x="17170225" y="9281963"/>
              <a:ext cx="7262663" cy="5885230"/>
              <a:chOff x="17170225" y="9281963"/>
              <a:chExt cx="7262663" cy="5885230"/>
            </a:xfrm>
          </p:grpSpPr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EAF26C-A878-E0E9-E8BD-4375E8404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5DF0A54-3F6A-7D43-CE93-76FD3A4701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7915849-AC29-B27E-B21C-C62B2B4627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5EF4F526-A59A-7096-0CAE-12B496A96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4756B8FB-4E38-AC2A-C5F6-F987488FB8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B1D0E504-9ADF-B3C1-1E15-9F2E186593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945EDBD-9A4A-6482-DBE7-61E4409671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BBB3F21-B055-71A3-1227-F3822C9ACC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D027536B-8A5F-2399-F6B7-60BFF1C27A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B6151E3E-7A3A-AC85-53CC-B2512DC4F0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B8F9C79-712B-58DE-E5A1-3CCCF0FE93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0622B9C9-6386-721D-395B-97AED44EE5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FA02F619-BC8F-1904-A31C-0CC9799035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3D32B1D7-27C5-1BD8-0BCC-5A89CC0A5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02ED2101-2CBE-028B-36F6-9B399DE8B6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C47EEFD-AE59-BFB6-1C79-A851465B9E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2E354A31-A94D-BC2A-0BC2-9D0BD70350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510F09-A4B6-A0FE-E7FB-C45DAB1AF5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31E0712F-C195-ACE6-54EE-D1E7DF276A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904DB82D-5691-25C9-33F5-143D28E371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809FF35-2DEA-68D8-449A-6F9E8374C0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E246F7-5789-7ADA-5010-DB69033316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64B0CBD6-C591-17CB-65A2-783E8DE384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1ECE8FF-FFEA-057A-692A-62250391B6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432CF4C8-3A1F-6219-5476-163D5E32D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1DDCB46-CB12-113B-A9FB-13F5F2A244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E7E74E6-DD19-3D27-154E-76F7B8E48DBB}"/>
              </a:ext>
            </a:extLst>
          </p:cNvPr>
          <p:cNvGrpSpPr/>
          <p:nvPr/>
        </p:nvGrpSpPr>
        <p:grpSpPr>
          <a:xfrm>
            <a:off x="19600159" y="8966068"/>
            <a:ext cx="6334986" cy="5347416"/>
            <a:chOff x="26804795" y="17237100"/>
            <a:chExt cx="7918733" cy="668427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ABDE259-21BD-0C17-3B02-DF7AD9DF2564}"/>
                </a:ext>
              </a:extLst>
            </p:cNvPr>
            <p:cNvGrpSpPr/>
            <p:nvPr/>
          </p:nvGrpSpPr>
          <p:grpSpPr>
            <a:xfrm>
              <a:off x="26804795" y="17237100"/>
              <a:ext cx="7918733" cy="6684271"/>
              <a:chOff x="27172329" y="15082907"/>
              <a:chExt cx="7918733" cy="6684271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920E79D-A1AE-3DB1-057F-5D00F9E202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4D3C58-F8D8-F53A-926C-D6EA357CCD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7E1F8DA-707C-D214-5682-E05C99C4DB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5DF4614B-1482-011A-AADF-802FFB2CB2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9DF6780-42EE-B6F1-500C-31D5170A5A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D4BC61F-2180-7162-069A-ED2FE88FF8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538793B9-4656-9BEF-5C08-25AC351A9A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E3BBF0C-B7F3-4CE6-3869-C9E2F5E24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8AC103C-54A1-90E3-3921-8F4F2B95E1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E4AE7850-7D69-B204-2DC0-09A5E08DF4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628178-DDCE-2E7C-2094-F1AA5A16E27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4275978-610D-FA8C-8CEA-47C104A7B5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B668C235-A17F-A201-D154-4D960A8A3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51285C5-3C4D-EC11-232B-F286C8249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51A4241-5F29-0E61-E009-C735B1AACB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C3382A8D-C79F-5C56-0FA6-D3FE84D28B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551A482-9C9B-E148-9A00-D38F3CF851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AA33C2E-1781-7A47-ACB9-945298740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91984FC-87DF-8AF5-9531-4CA0F9B5BE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77F30DB-BF09-8B15-588C-F6BC0D0DB9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FA1C5D21-2A33-20ED-E7A1-C2D662CBE5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00A2247-A65A-B960-E6CA-CA16033F4E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D5DEBA4-F361-718A-9EC6-9B90E6E6C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0B454FE-DF3F-218C-50AB-4A6868FDF7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857F2F88-1EFC-EEE2-7CD2-EBE3D9C7E4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8DC36B1-52FC-E3B8-7E42-8BDC290AE6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AF6DD8A-A0E1-75F0-F92F-260D0CEFC413}"/>
              </a:ext>
            </a:extLst>
          </p:cNvPr>
          <p:cNvGrpSpPr/>
          <p:nvPr/>
        </p:nvGrpSpPr>
        <p:grpSpPr>
          <a:xfrm>
            <a:off x="27312813" y="8877004"/>
            <a:ext cx="7187410" cy="5966210"/>
            <a:chOff x="26065361" y="17237100"/>
            <a:chExt cx="8984262" cy="745776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637DA0E-67C1-88C7-D260-1A388EDDCE9C}"/>
                </a:ext>
              </a:extLst>
            </p:cNvPr>
            <p:cNvGrpSpPr/>
            <p:nvPr/>
          </p:nvGrpSpPr>
          <p:grpSpPr>
            <a:xfrm>
              <a:off x="26065361" y="17237100"/>
              <a:ext cx="8984262" cy="7457765"/>
              <a:chOff x="26432895" y="15082907"/>
              <a:chExt cx="8984262" cy="745776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A90FFC39-3C90-9AAB-8D9A-CB0248B483C6}"/>
                      </a:ext>
                    </a:extLst>
                  </p:cNvPr>
                  <p:cNvSpPr txBox="1"/>
                  <p:nvPr/>
                </p:nvSpPr>
                <p:spPr>
                  <a:xfrm>
                    <a:off x="26432895" y="19056823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A90FFC39-3C90-9AAB-8D9A-CB0248B483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32895" y="19056823"/>
                    <a:ext cx="1120139" cy="73096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599DD1B4-129E-D925-0E9F-96B61C1CF3A2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786" y="17931711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599DD1B4-129E-D925-0E9F-96B61C1CF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786" y="17931711"/>
                    <a:ext cx="1120139" cy="73096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C87A72E-2048-0ABB-A11A-30039AB4DD1A}"/>
                      </a:ext>
                    </a:extLst>
                  </p:cNvPr>
                  <p:cNvSpPr txBox="1"/>
                  <p:nvPr/>
                </p:nvSpPr>
                <p:spPr>
                  <a:xfrm>
                    <a:off x="27014410" y="20300887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C87A72E-2048-0ABB-A11A-30039AB4D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14410" y="20300887"/>
                    <a:ext cx="1120139" cy="79252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3BCDC8B-558D-74C3-D8A8-AC77C10F72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972278" y="15082907"/>
                <a:ext cx="14713" cy="26715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959C7A9-DE70-86AE-F51D-7C8D7BE9B5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23410" y="15082907"/>
                <a:ext cx="6627" cy="263642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8C51FAF0-27B6-5B6A-2DA1-162BD28773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19923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154CF320-FE26-3042-74E4-24D75E0E9A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559200" y="19788627"/>
                <a:ext cx="963833" cy="196354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847B5BA-36F3-9EE0-E58D-F93E963BCA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19923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B5B91D1A-B042-DD7E-042D-76FE02F9C5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74078" y="19788626"/>
                <a:ext cx="989443" cy="196354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91422FF3-BCD2-92EF-0062-24AFCBF29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3355" y="19788625"/>
                <a:ext cx="936487" cy="196354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58C4EE59-0C12-8FC9-BA3C-E9C82835DF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44374" y="21752169"/>
                <a:ext cx="1039277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1CEA8BC7-9D0F-CE52-DD9A-082D5D6A9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83756" y="19794561"/>
                <a:ext cx="2029599" cy="1164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4953031D-5ED8-57E2-6056-2CB549560C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483756" y="17754390"/>
                <a:ext cx="1496608" cy="203423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D24FBB3-6CDA-3C38-768A-D5511A1899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484538" y="19100142"/>
                <a:ext cx="561808" cy="73262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E46EF4F9-176E-63D1-9777-D053D877B6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8503" y="19100142"/>
                <a:ext cx="1287993" cy="265202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ADC2936E-7587-E370-A614-6E2D422461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9074149"/>
                <a:ext cx="1314381" cy="267802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6587C07-2AC5-D19A-BDF6-C79F1E11DD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86496" y="21752169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DBA5032-0183-62CB-274E-D085ED60FE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0045" y="17719332"/>
                <a:ext cx="53370" cy="137713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307FFE8D-60EC-85C3-7191-B64615F332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30037" y="17719332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3C22ECF5-6B57-08F8-111A-9755B510E6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40309" y="19085525"/>
                <a:ext cx="1958194" cy="1461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56762F20-C0F3-6E42-02BC-F880F64FC0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1546" y="17710540"/>
                <a:ext cx="3005118" cy="1204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B0011542-D046-0745-C557-5058C3CDDF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40204" y="17734341"/>
                <a:ext cx="1985873" cy="40328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09242A1A-A7EB-80DE-B855-C018875A6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22973" y="21767178"/>
                <a:ext cx="1068089" cy="0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30CEB4E8-FC61-1099-7491-8963DF7098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479415" y="17719332"/>
                <a:ext cx="3107" cy="208105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3A03454-7748-8B3B-FEB0-13D43191C7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5207" y="17719332"/>
                <a:ext cx="549714" cy="1093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DD925E2-8957-4081-9475-F200F04323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72329" y="19784841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A2C1F71D-8936-E342-579D-2A1EB7E467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93909" y="19089402"/>
                <a:ext cx="571012" cy="1554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7089ABDD-31B6-7048-AF22-9E722923758B}"/>
                      </a:ext>
                    </a:extLst>
                  </p:cNvPr>
                  <p:cNvSpPr txBox="1"/>
                  <p:nvPr/>
                </p:nvSpPr>
                <p:spPr>
                  <a:xfrm>
                    <a:off x="27499897" y="21734444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7089ABDD-31B6-7048-AF22-9E72292375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499897" y="21734444"/>
                    <a:ext cx="1120139" cy="79252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C7E3EFB8-D191-991E-68E2-2CD1B4AEE122}"/>
                      </a:ext>
                    </a:extLst>
                  </p:cNvPr>
                  <p:cNvSpPr txBox="1"/>
                  <p:nvPr/>
                </p:nvSpPr>
                <p:spPr>
                  <a:xfrm>
                    <a:off x="30371445" y="21809703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4" name="TextBox 103">
                    <a:extLst>
                      <a:ext uri="{FF2B5EF4-FFF2-40B4-BE49-F238E27FC236}">
                        <a16:creationId xmlns:a16="http://schemas.microsoft.com/office/drawing/2014/main" id="{C7E3EFB8-D191-991E-68E2-2CD1B4AEE1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71445" y="21809703"/>
                    <a:ext cx="1120139" cy="73096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5" name="TextBox 104">
                    <a:extLst>
                      <a:ext uri="{FF2B5EF4-FFF2-40B4-BE49-F238E27FC236}">
                        <a16:creationId xmlns:a16="http://schemas.microsoft.com/office/drawing/2014/main" id="{555E9592-755B-6195-B4B2-AFDC538B51DA}"/>
                      </a:ext>
                    </a:extLst>
                  </p:cNvPr>
                  <p:cNvSpPr txBox="1"/>
                  <p:nvPr/>
                </p:nvSpPr>
                <p:spPr>
                  <a:xfrm>
                    <a:off x="32253263" y="21775228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5" name="TextBox 104">
                    <a:extLst>
                      <a:ext uri="{FF2B5EF4-FFF2-40B4-BE49-F238E27FC236}">
                        <a16:creationId xmlns:a16="http://schemas.microsoft.com/office/drawing/2014/main" id="{555E9592-755B-6195-B4B2-AFDC538B51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253263" y="21775228"/>
                    <a:ext cx="1120139" cy="73096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2E0CC380-CF1B-EF34-BA7D-F781AAB23E19}"/>
                      </a:ext>
                    </a:extLst>
                  </p:cNvPr>
                  <p:cNvSpPr txBox="1"/>
                  <p:nvPr/>
                </p:nvSpPr>
                <p:spPr>
                  <a:xfrm>
                    <a:off x="33987200" y="21752172"/>
                    <a:ext cx="1120139" cy="7309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2E0CC380-CF1B-EF34-BA7D-F781AAB23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87200" y="21752172"/>
                    <a:ext cx="1120139" cy="7309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2EC24436-8F0A-5C7F-A4AC-08242CD0C4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3962" y="15117458"/>
                <a:ext cx="3112702" cy="0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Box 107">
                    <a:extLst>
                      <a:ext uri="{FF2B5EF4-FFF2-40B4-BE49-F238E27FC236}">
                        <a16:creationId xmlns:a16="http://schemas.microsoft.com/office/drawing/2014/main" id="{1E3B56CC-557B-BF1F-B78F-AE78F590F7B3}"/>
                      </a:ext>
                    </a:extLst>
                  </p:cNvPr>
                  <p:cNvSpPr txBox="1"/>
                  <p:nvPr/>
                </p:nvSpPr>
                <p:spPr>
                  <a:xfrm>
                    <a:off x="28911407" y="16168214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8" name="TextBox 107">
                    <a:extLst>
                      <a:ext uri="{FF2B5EF4-FFF2-40B4-BE49-F238E27FC236}">
                        <a16:creationId xmlns:a16="http://schemas.microsoft.com/office/drawing/2014/main" id="{1E3B56CC-557B-BF1F-B78F-AE78F590F7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11407" y="16168214"/>
                    <a:ext cx="1120139" cy="79252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0F431294-B8D0-D5D4-7DCA-E976DCBD8A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79354" y="17760842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0F431294-B8D0-D5D4-7DCA-E976DCBD8A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79354" y="17760842"/>
                    <a:ext cx="1120139" cy="79252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E5A05C59-D648-B3CB-588B-EFC02C74F123}"/>
                      </a:ext>
                    </a:extLst>
                  </p:cNvPr>
                  <p:cNvSpPr txBox="1"/>
                  <p:nvPr/>
                </p:nvSpPr>
                <p:spPr>
                  <a:xfrm>
                    <a:off x="27632132" y="18960336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E5A05C59-D648-B3CB-588B-EFC02C74F1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32132" y="18960336"/>
                    <a:ext cx="1120139" cy="79252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980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3" name="TextBox 112">
                    <a:extLst>
                      <a:ext uri="{FF2B5EF4-FFF2-40B4-BE49-F238E27FC236}">
                        <a16:creationId xmlns:a16="http://schemas.microsoft.com/office/drawing/2014/main" id="{62A79BD6-350D-DA91-AB35-2F7DE31665E0}"/>
                      </a:ext>
                    </a:extLst>
                  </p:cNvPr>
                  <p:cNvSpPr txBox="1"/>
                  <p:nvPr/>
                </p:nvSpPr>
                <p:spPr>
                  <a:xfrm>
                    <a:off x="29039424" y="20479489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13" name="TextBox 112">
                    <a:extLst>
                      <a:ext uri="{FF2B5EF4-FFF2-40B4-BE49-F238E27FC236}">
                        <a16:creationId xmlns:a16="http://schemas.microsoft.com/office/drawing/2014/main" id="{62A79BD6-350D-DA91-AB35-2F7DE31665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39424" y="20479489"/>
                    <a:ext cx="1120139" cy="79252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F0CAD179-FE8E-1181-3F3F-B81EDDFCD32F}"/>
                      </a:ext>
                    </a:extLst>
                  </p:cNvPr>
                  <p:cNvSpPr txBox="1"/>
                  <p:nvPr/>
                </p:nvSpPr>
                <p:spPr>
                  <a:xfrm>
                    <a:off x="30900965" y="20385649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F0CAD179-FE8E-1181-3F3F-B81EDDFCD3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900965" y="20385649"/>
                    <a:ext cx="1120139" cy="79252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AD56238-D49A-9BB7-C90C-78D067713FEC}"/>
                      </a:ext>
                    </a:extLst>
                  </p:cNvPr>
                  <p:cNvSpPr txBox="1"/>
                  <p:nvPr/>
                </p:nvSpPr>
                <p:spPr>
                  <a:xfrm>
                    <a:off x="34297018" y="20047697"/>
                    <a:ext cx="1120139" cy="7925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52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352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AD56238-D49A-9BB7-C90C-78D067713F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97018" y="20047697"/>
                    <a:ext cx="1120139" cy="79252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76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88A7AE-528F-2415-1E11-F0CF04A134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30969" y="21247026"/>
              <a:ext cx="1089544" cy="730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Freeform 116">
            <a:extLst>
              <a:ext uri="{FF2B5EF4-FFF2-40B4-BE49-F238E27FC236}">
                <a16:creationId xmlns:a16="http://schemas.microsoft.com/office/drawing/2014/main" id="{B11EFF13-E289-F239-F89F-99F56687453F}"/>
              </a:ext>
            </a:extLst>
          </p:cNvPr>
          <p:cNvSpPr/>
          <p:nvPr/>
        </p:nvSpPr>
        <p:spPr>
          <a:xfrm>
            <a:off x="30872497" y="11058397"/>
            <a:ext cx="1757954" cy="3137945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9AA21503-2FC5-228C-BE76-B838B802511E}"/>
              </a:ext>
            </a:extLst>
          </p:cNvPr>
          <p:cNvSpPr/>
          <p:nvPr/>
        </p:nvSpPr>
        <p:spPr>
          <a:xfrm>
            <a:off x="30298478" y="11534593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21" name="Freeform 120">
            <a:extLst>
              <a:ext uri="{FF2B5EF4-FFF2-40B4-BE49-F238E27FC236}">
                <a16:creationId xmlns:a16="http://schemas.microsoft.com/office/drawing/2014/main" id="{67921CE1-A71C-FE95-C318-4BF3ECFF16F8}"/>
              </a:ext>
            </a:extLst>
          </p:cNvPr>
          <p:cNvSpPr/>
          <p:nvPr/>
        </p:nvSpPr>
        <p:spPr>
          <a:xfrm>
            <a:off x="30866303" y="9836245"/>
            <a:ext cx="682221" cy="1278431"/>
          </a:xfrm>
          <a:custGeom>
            <a:avLst/>
            <a:gdLst>
              <a:gd name="connsiteX0" fmla="*/ 0 w 769434"/>
              <a:gd name="connsiteY0" fmla="*/ 1650470 h 1650470"/>
              <a:gd name="connsiteX1" fmla="*/ 11151 w 769434"/>
              <a:gd name="connsiteY1" fmla="*/ 1338236 h 1650470"/>
              <a:gd name="connsiteX2" fmla="*/ 89210 w 769434"/>
              <a:gd name="connsiteY2" fmla="*/ 1226724 h 1650470"/>
              <a:gd name="connsiteX3" fmla="*/ 122664 w 769434"/>
              <a:gd name="connsiteY3" fmla="*/ 1204421 h 1650470"/>
              <a:gd name="connsiteX4" fmla="*/ 144966 w 769434"/>
              <a:gd name="connsiteY4" fmla="*/ 1170968 h 1650470"/>
              <a:gd name="connsiteX5" fmla="*/ 223024 w 769434"/>
              <a:gd name="connsiteY5" fmla="*/ 1126363 h 1650470"/>
              <a:gd name="connsiteX6" fmla="*/ 278781 w 769434"/>
              <a:gd name="connsiteY6" fmla="*/ 1070607 h 1650470"/>
              <a:gd name="connsiteX7" fmla="*/ 345688 w 769434"/>
              <a:gd name="connsiteY7" fmla="*/ 1014851 h 1650470"/>
              <a:gd name="connsiteX8" fmla="*/ 367990 w 769434"/>
              <a:gd name="connsiteY8" fmla="*/ 981397 h 1650470"/>
              <a:gd name="connsiteX9" fmla="*/ 446049 w 769434"/>
              <a:gd name="connsiteY9" fmla="*/ 892187 h 1650470"/>
              <a:gd name="connsiteX10" fmla="*/ 468351 w 769434"/>
              <a:gd name="connsiteY10" fmla="*/ 847582 h 1650470"/>
              <a:gd name="connsiteX11" fmla="*/ 524107 w 769434"/>
              <a:gd name="connsiteY11" fmla="*/ 769524 h 1650470"/>
              <a:gd name="connsiteX12" fmla="*/ 535259 w 769434"/>
              <a:gd name="connsiteY12" fmla="*/ 724919 h 1650470"/>
              <a:gd name="connsiteX13" fmla="*/ 557561 w 769434"/>
              <a:gd name="connsiteY13" fmla="*/ 669163 h 1650470"/>
              <a:gd name="connsiteX14" fmla="*/ 591015 w 769434"/>
              <a:gd name="connsiteY14" fmla="*/ 591104 h 1650470"/>
              <a:gd name="connsiteX15" fmla="*/ 602166 w 769434"/>
              <a:gd name="connsiteY15" fmla="*/ 546500 h 1650470"/>
              <a:gd name="connsiteX16" fmla="*/ 635620 w 769434"/>
              <a:gd name="connsiteY16" fmla="*/ 401534 h 1650470"/>
              <a:gd name="connsiteX17" fmla="*/ 646771 w 769434"/>
              <a:gd name="connsiteY17" fmla="*/ 368080 h 1650470"/>
              <a:gd name="connsiteX18" fmla="*/ 669073 w 769434"/>
              <a:gd name="connsiteY18" fmla="*/ 323475 h 1650470"/>
              <a:gd name="connsiteX19" fmla="*/ 680224 w 769434"/>
              <a:gd name="connsiteY19" fmla="*/ 290021 h 1650470"/>
              <a:gd name="connsiteX20" fmla="*/ 691376 w 769434"/>
              <a:gd name="connsiteY20" fmla="*/ 245417 h 1650470"/>
              <a:gd name="connsiteX21" fmla="*/ 713678 w 769434"/>
              <a:gd name="connsiteY21" fmla="*/ 211963 h 1650470"/>
              <a:gd name="connsiteX22" fmla="*/ 724829 w 769434"/>
              <a:gd name="connsiteY22" fmla="*/ 178509 h 1650470"/>
              <a:gd name="connsiteX23" fmla="*/ 747132 w 769434"/>
              <a:gd name="connsiteY23" fmla="*/ 33543 h 1650470"/>
              <a:gd name="connsiteX24" fmla="*/ 769434 w 769434"/>
              <a:gd name="connsiteY24" fmla="*/ 90 h 1650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69434" h="1650470">
                <a:moveTo>
                  <a:pt x="0" y="1650470"/>
                </a:moveTo>
                <a:cubicBezTo>
                  <a:pt x="3717" y="1546392"/>
                  <a:pt x="-4001" y="1441272"/>
                  <a:pt x="11151" y="1338236"/>
                </a:cubicBezTo>
                <a:cubicBezTo>
                  <a:pt x="11779" y="1333965"/>
                  <a:pt x="77314" y="1238620"/>
                  <a:pt x="89210" y="1226724"/>
                </a:cubicBezTo>
                <a:cubicBezTo>
                  <a:pt x="98687" y="1217247"/>
                  <a:pt x="111513" y="1211855"/>
                  <a:pt x="122664" y="1204421"/>
                </a:cubicBezTo>
                <a:cubicBezTo>
                  <a:pt x="130098" y="1193270"/>
                  <a:pt x="135489" y="1180445"/>
                  <a:pt x="144966" y="1170968"/>
                </a:cubicBezTo>
                <a:cubicBezTo>
                  <a:pt x="160729" y="1155205"/>
                  <a:pt x="205530" y="1135110"/>
                  <a:pt x="223024" y="1126363"/>
                </a:cubicBezTo>
                <a:cubicBezTo>
                  <a:pt x="263915" y="1065028"/>
                  <a:pt x="223022" y="1117073"/>
                  <a:pt x="278781" y="1070607"/>
                </a:cubicBezTo>
                <a:cubicBezTo>
                  <a:pt x="364641" y="999056"/>
                  <a:pt x="262628" y="1070223"/>
                  <a:pt x="345688" y="1014851"/>
                </a:cubicBezTo>
                <a:cubicBezTo>
                  <a:pt x="353122" y="1003700"/>
                  <a:pt x="359410" y="991693"/>
                  <a:pt x="367990" y="981397"/>
                </a:cubicBezTo>
                <a:cubicBezTo>
                  <a:pt x="421728" y="916910"/>
                  <a:pt x="386379" y="981693"/>
                  <a:pt x="446049" y="892187"/>
                </a:cubicBezTo>
                <a:cubicBezTo>
                  <a:pt x="455270" y="878356"/>
                  <a:pt x="460104" y="862015"/>
                  <a:pt x="468351" y="847582"/>
                </a:cubicBezTo>
                <a:cubicBezTo>
                  <a:pt x="481390" y="824764"/>
                  <a:pt x="509757" y="788658"/>
                  <a:pt x="524107" y="769524"/>
                </a:cubicBezTo>
                <a:cubicBezTo>
                  <a:pt x="527824" y="754656"/>
                  <a:pt x="530412" y="739458"/>
                  <a:pt x="535259" y="724919"/>
                </a:cubicBezTo>
                <a:cubicBezTo>
                  <a:pt x="541589" y="705929"/>
                  <a:pt x="550533" y="687906"/>
                  <a:pt x="557561" y="669163"/>
                </a:cubicBezTo>
                <a:cubicBezTo>
                  <a:pt x="582172" y="603532"/>
                  <a:pt x="551854" y="669424"/>
                  <a:pt x="591015" y="591104"/>
                </a:cubicBezTo>
                <a:cubicBezTo>
                  <a:pt x="594732" y="576236"/>
                  <a:pt x="598841" y="561461"/>
                  <a:pt x="602166" y="546500"/>
                </a:cubicBezTo>
                <a:cubicBezTo>
                  <a:pt x="613963" y="493413"/>
                  <a:pt x="617396" y="456207"/>
                  <a:pt x="635620" y="401534"/>
                </a:cubicBezTo>
                <a:cubicBezTo>
                  <a:pt x="639337" y="390383"/>
                  <a:pt x="642141" y="378884"/>
                  <a:pt x="646771" y="368080"/>
                </a:cubicBezTo>
                <a:cubicBezTo>
                  <a:pt x="653319" y="352801"/>
                  <a:pt x="662525" y="338754"/>
                  <a:pt x="669073" y="323475"/>
                </a:cubicBezTo>
                <a:cubicBezTo>
                  <a:pt x="673703" y="312671"/>
                  <a:pt x="676995" y="301323"/>
                  <a:pt x="680224" y="290021"/>
                </a:cubicBezTo>
                <a:cubicBezTo>
                  <a:pt x="684434" y="275285"/>
                  <a:pt x="685339" y="259503"/>
                  <a:pt x="691376" y="245417"/>
                </a:cubicBezTo>
                <a:cubicBezTo>
                  <a:pt x="696655" y="233099"/>
                  <a:pt x="707685" y="223950"/>
                  <a:pt x="713678" y="211963"/>
                </a:cubicBezTo>
                <a:cubicBezTo>
                  <a:pt x="718935" y="201449"/>
                  <a:pt x="721112" y="189660"/>
                  <a:pt x="724829" y="178509"/>
                </a:cubicBezTo>
                <a:cubicBezTo>
                  <a:pt x="733816" y="97628"/>
                  <a:pt x="729574" y="94998"/>
                  <a:pt x="747132" y="33543"/>
                </a:cubicBezTo>
                <a:cubicBezTo>
                  <a:pt x="757697" y="-3436"/>
                  <a:pt x="747086" y="90"/>
                  <a:pt x="769434" y="9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EE850837-F5C8-2A70-9CC8-58EEA06FF25D}"/>
              </a:ext>
            </a:extLst>
          </p:cNvPr>
          <p:cNvSpPr/>
          <p:nvPr/>
        </p:nvSpPr>
        <p:spPr>
          <a:xfrm>
            <a:off x="31538540" y="9876291"/>
            <a:ext cx="2238121" cy="4346299"/>
          </a:xfrm>
          <a:custGeom>
            <a:avLst/>
            <a:gdLst>
              <a:gd name="connsiteX0" fmla="*/ 0 w 2497903"/>
              <a:gd name="connsiteY0" fmla="*/ 0 h 4850780"/>
              <a:gd name="connsiteX1" fmla="*/ 66907 w 2497903"/>
              <a:gd name="connsiteY1" fmla="*/ 78058 h 4850780"/>
              <a:gd name="connsiteX2" fmla="*/ 122663 w 2497903"/>
              <a:gd name="connsiteY2" fmla="*/ 133814 h 4850780"/>
              <a:gd name="connsiteX3" fmla="*/ 167268 w 2497903"/>
              <a:gd name="connsiteY3" fmla="*/ 200722 h 4850780"/>
              <a:gd name="connsiteX4" fmla="*/ 178420 w 2497903"/>
              <a:gd name="connsiteY4" fmla="*/ 245326 h 4850780"/>
              <a:gd name="connsiteX5" fmla="*/ 200722 w 2497903"/>
              <a:gd name="connsiteY5" fmla="*/ 278780 h 4850780"/>
              <a:gd name="connsiteX6" fmla="*/ 223024 w 2497903"/>
              <a:gd name="connsiteY6" fmla="*/ 323385 h 4850780"/>
              <a:gd name="connsiteX7" fmla="*/ 234176 w 2497903"/>
              <a:gd name="connsiteY7" fmla="*/ 367990 h 4850780"/>
              <a:gd name="connsiteX8" fmla="*/ 267629 w 2497903"/>
              <a:gd name="connsiteY8" fmla="*/ 446048 h 4850780"/>
              <a:gd name="connsiteX9" fmla="*/ 278781 w 2497903"/>
              <a:gd name="connsiteY9" fmla="*/ 490653 h 4850780"/>
              <a:gd name="connsiteX10" fmla="*/ 301083 w 2497903"/>
              <a:gd name="connsiteY10" fmla="*/ 524107 h 4850780"/>
              <a:gd name="connsiteX11" fmla="*/ 323385 w 2497903"/>
              <a:gd name="connsiteY11" fmla="*/ 579863 h 4850780"/>
              <a:gd name="connsiteX12" fmla="*/ 334537 w 2497903"/>
              <a:gd name="connsiteY12" fmla="*/ 613317 h 4850780"/>
              <a:gd name="connsiteX13" fmla="*/ 356839 w 2497903"/>
              <a:gd name="connsiteY13" fmla="*/ 646770 h 4850780"/>
              <a:gd name="connsiteX14" fmla="*/ 379141 w 2497903"/>
              <a:gd name="connsiteY14" fmla="*/ 691375 h 4850780"/>
              <a:gd name="connsiteX15" fmla="*/ 401444 w 2497903"/>
              <a:gd name="connsiteY15" fmla="*/ 724829 h 4850780"/>
              <a:gd name="connsiteX16" fmla="*/ 423746 w 2497903"/>
              <a:gd name="connsiteY16" fmla="*/ 769434 h 4850780"/>
              <a:gd name="connsiteX17" fmla="*/ 468351 w 2497903"/>
              <a:gd name="connsiteY17" fmla="*/ 825190 h 4850780"/>
              <a:gd name="connsiteX18" fmla="*/ 479502 w 2497903"/>
              <a:gd name="connsiteY18" fmla="*/ 858644 h 4850780"/>
              <a:gd name="connsiteX19" fmla="*/ 535259 w 2497903"/>
              <a:gd name="connsiteY19" fmla="*/ 925551 h 4850780"/>
              <a:gd name="connsiteX20" fmla="*/ 591015 w 2497903"/>
              <a:gd name="connsiteY20" fmla="*/ 992458 h 4850780"/>
              <a:gd name="connsiteX21" fmla="*/ 669073 w 2497903"/>
              <a:gd name="connsiteY21" fmla="*/ 1092819 h 4850780"/>
              <a:gd name="connsiteX22" fmla="*/ 669073 w 2497903"/>
              <a:gd name="connsiteY22" fmla="*/ 1092819 h 4850780"/>
              <a:gd name="connsiteX23" fmla="*/ 735981 w 2497903"/>
              <a:gd name="connsiteY23" fmla="*/ 1193180 h 4850780"/>
              <a:gd name="connsiteX24" fmla="*/ 758283 w 2497903"/>
              <a:gd name="connsiteY24" fmla="*/ 1226634 h 4850780"/>
              <a:gd name="connsiteX25" fmla="*/ 802888 w 2497903"/>
              <a:gd name="connsiteY25" fmla="*/ 1304692 h 4850780"/>
              <a:gd name="connsiteX26" fmla="*/ 836341 w 2497903"/>
              <a:gd name="connsiteY26" fmla="*/ 1371600 h 4850780"/>
              <a:gd name="connsiteX27" fmla="*/ 869795 w 2497903"/>
              <a:gd name="connsiteY27" fmla="*/ 1471961 h 4850780"/>
              <a:gd name="connsiteX28" fmla="*/ 880946 w 2497903"/>
              <a:gd name="connsiteY28" fmla="*/ 1505414 h 4850780"/>
              <a:gd name="connsiteX29" fmla="*/ 892098 w 2497903"/>
              <a:gd name="connsiteY29" fmla="*/ 1538868 h 4850780"/>
              <a:gd name="connsiteX30" fmla="*/ 914400 w 2497903"/>
              <a:gd name="connsiteY30" fmla="*/ 1683834 h 4850780"/>
              <a:gd name="connsiteX31" fmla="*/ 947854 w 2497903"/>
              <a:gd name="connsiteY31" fmla="*/ 1784195 h 4850780"/>
              <a:gd name="connsiteX32" fmla="*/ 981307 w 2497903"/>
              <a:gd name="connsiteY32" fmla="*/ 1884556 h 4850780"/>
              <a:gd name="connsiteX33" fmla="*/ 1070517 w 2497903"/>
              <a:gd name="connsiteY33" fmla="*/ 2118731 h 4850780"/>
              <a:gd name="connsiteX34" fmla="*/ 1427356 w 2497903"/>
              <a:gd name="connsiteY34" fmla="*/ 2843561 h 4850780"/>
              <a:gd name="connsiteX35" fmla="*/ 1750741 w 2497903"/>
              <a:gd name="connsiteY35" fmla="*/ 3200400 h 4850780"/>
              <a:gd name="connsiteX36" fmla="*/ 1839951 w 2497903"/>
              <a:gd name="connsiteY36" fmla="*/ 3445726 h 4850780"/>
              <a:gd name="connsiteX37" fmla="*/ 1962615 w 2497903"/>
              <a:gd name="connsiteY37" fmla="*/ 3802566 h 4850780"/>
              <a:gd name="connsiteX38" fmla="*/ 2029522 w 2497903"/>
              <a:gd name="connsiteY38" fmla="*/ 3947531 h 4850780"/>
              <a:gd name="connsiteX39" fmla="*/ 2074127 w 2497903"/>
              <a:gd name="connsiteY39" fmla="*/ 4047892 h 4850780"/>
              <a:gd name="connsiteX40" fmla="*/ 2118732 w 2497903"/>
              <a:gd name="connsiteY40" fmla="*/ 4148253 h 4850780"/>
              <a:gd name="connsiteX41" fmla="*/ 2152185 w 2497903"/>
              <a:gd name="connsiteY41" fmla="*/ 4215161 h 4850780"/>
              <a:gd name="connsiteX42" fmla="*/ 2174488 w 2497903"/>
              <a:gd name="connsiteY42" fmla="*/ 4293219 h 4850780"/>
              <a:gd name="connsiteX43" fmla="*/ 2219093 w 2497903"/>
              <a:gd name="connsiteY43" fmla="*/ 4371278 h 4850780"/>
              <a:gd name="connsiteX44" fmla="*/ 2241395 w 2497903"/>
              <a:gd name="connsiteY44" fmla="*/ 4438185 h 4850780"/>
              <a:gd name="connsiteX45" fmla="*/ 2252546 w 2497903"/>
              <a:gd name="connsiteY45" fmla="*/ 4471639 h 4850780"/>
              <a:gd name="connsiteX46" fmla="*/ 2297151 w 2497903"/>
              <a:gd name="connsiteY46" fmla="*/ 4516244 h 4850780"/>
              <a:gd name="connsiteX47" fmla="*/ 2319454 w 2497903"/>
              <a:gd name="connsiteY47" fmla="*/ 4538546 h 4850780"/>
              <a:gd name="connsiteX48" fmla="*/ 2341756 w 2497903"/>
              <a:gd name="connsiteY48" fmla="*/ 4572000 h 4850780"/>
              <a:gd name="connsiteX49" fmla="*/ 2386361 w 2497903"/>
              <a:gd name="connsiteY49" fmla="*/ 4616605 h 4850780"/>
              <a:gd name="connsiteX50" fmla="*/ 2430966 w 2497903"/>
              <a:gd name="connsiteY50" fmla="*/ 4672361 h 4850780"/>
              <a:gd name="connsiteX51" fmla="*/ 2442117 w 2497903"/>
              <a:gd name="connsiteY51" fmla="*/ 4705814 h 4850780"/>
              <a:gd name="connsiteX52" fmla="*/ 2464420 w 2497903"/>
              <a:gd name="connsiteY52" fmla="*/ 4739268 h 4850780"/>
              <a:gd name="connsiteX53" fmla="*/ 2486722 w 2497903"/>
              <a:gd name="connsiteY53" fmla="*/ 4806175 h 4850780"/>
              <a:gd name="connsiteX54" fmla="*/ 2497873 w 2497903"/>
              <a:gd name="connsiteY54" fmla="*/ 4850780 h 485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497903" h="4850780">
                <a:moveTo>
                  <a:pt x="0" y="0"/>
                </a:moveTo>
                <a:cubicBezTo>
                  <a:pt x="22302" y="26019"/>
                  <a:pt x="43750" y="52796"/>
                  <a:pt x="66907" y="78058"/>
                </a:cubicBezTo>
                <a:cubicBezTo>
                  <a:pt x="84668" y="97433"/>
                  <a:pt x="110908" y="110305"/>
                  <a:pt x="122663" y="133814"/>
                </a:cubicBezTo>
                <a:cubicBezTo>
                  <a:pt x="149668" y="187823"/>
                  <a:pt x="133212" y="166664"/>
                  <a:pt x="167268" y="200722"/>
                </a:cubicBezTo>
                <a:cubicBezTo>
                  <a:pt x="170985" y="215590"/>
                  <a:pt x="172383" y="231240"/>
                  <a:pt x="178420" y="245326"/>
                </a:cubicBezTo>
                <a:cubicBezTo>
                  <a:pt x="183699" y="257644"/>
                  <a:pt x="194073" y="267144"/>
                  <a:pt x="200722" y="278780"/>
                </a:cubicBezTo>
                <a:cubicBezTo>
                  <a:pt x="208969" y="293213"/>
                  <a:pt x="217187" y="307820"/>
                  <a:pt x="223024" y="323385"/>
                </a:cubicBezTo>
                <a:cubicBezTo>
                  <a:pt x="228405" y="337735"/>
                  <a:pt x="228795" y="353640"/>
                  <a:pt x="234176" y="367990"/>
                </a:cubicBezTo>
                <a:cubicBezTo>
                  <a:pt x="269861" y="463148"/>
                  <a:pt x="245475" y="368513"/>
                  <a:pt x="267629" y="446048"/>
                </a:cubicBezTo>
                <a:cubicBezTo>
                  <a:pt x="271839" y="460784"/>
                  <a:pt x="272744" y="476566"/>
                  <a:pt x="278781" y="490653"/>
                </a:cubicBezTo>
                <a:cubicBezTo>
                  <a:pt x="284060" y="502971"/>
                  <a:pt x="295090" y="512120"/>
                  <a:pt x="301083" y="524107"/>
                </a:cubicBezTo>
                <a:cubicBezTo>
                  <a:pt x="310035" y="542011"/>
                  <a:pt x="316357" y="561121"/>
                  <a:pt x="323385" y="579863"/>
                </a:cubicBezTo>
                <a:cubicBezTo>
                  <a:pt x="327512" y="590869"/>
                  <a:pt x="329280" y="602803"/>
                  <a:pt x="334537" y="613317"/>
                </a:cubicBezTo>
                <a:cubicBezTo>
                  <a:pt x="340531" y="625304"/>
                  <a:pt x="350190" y="635134"/>
                  <a:pt x="356839" y="646770"/>
                </a:cubicBezTo>
                <a:cubicBezTo>
                  <a:pt x="365086" y="661203"/>
                  <a:pt x="370894" y="676942"/>
                  <a:pt x="379141" y="691375"/>
                </a:cubicBezTo>
                <a:cubicBezTo>
                  <a:pt x="385790" y="703011"/>
                  <a:pt x="394795" y="713193"/>
                  <a:pt x="401444" y="724829"/>
                </a:cubicBezTo>
                <a:cubicBezTo>
                  <a:pt x="409691" y="739262"/>
                  <a:pt x="414525" y="755603"/>
                  <a:pt x="423746" y="769434"/>
                </a:cubicBezTo>
                <a:cubicBezTo>
                  <a:pt x="436948" y="789238"/>
                  <a:pt x="453483" y="806605"/>
                  <a:pt x="468351" y="825190"/>
                </a:cubicBezTo>
                <a:cubicBezTo>
                  <a:pt x="472068" y="836341"/>
                  <a:pt x="473670" y="848438"/>
                  <a:pt x="479502" y="858644"/>
                </a:cubicBezTo>
                <a:cubicBezTo>
                  <a:pt x="511925" y="915383"/>
                  <a:pt x="503966" y="887999"/>
                  <a:pt x="535259" y="925551"/>
                </a:cubicBezTo>
                <a:cubicBezTo>
                  <a:pt x="601523" y="1005068"/>
                  <a:pt x="540578" y="942023"/>
                  <a:pt x="591015" y="992458"/>
                </a:cubicBezTo>
                <a:cubicBezTo>
                  <a:pt x="625071" y="1060572"/>
                  <a:pt x="601563" y="1025309"/>
                  <a:pt x="669073" y="1092819"/>
                </a:cubicBezTo>
                <a:lnTo>
                  <a:pt x="669073" y="1092819"/>
                </a:lnTo>
                <a:lnTo>
                  <a:pt x="735981" y="1193180"/>
                </a:lnTo>
                <a:cubicBezTo>
                  <a:pt x="743415" y="1204331"/>
                  <a:pt x="752290" y="1214647"/>
                  <a:pt x="758283" y="1226634"/>
                </a:cubicBezTo>
                <a:cubicBezTo>
                  <a:pt x="786578" y="1283226"/>
                  <a:pt x="771364" y="1257408"/>
                  <a:pt x="802888" y="1304692"/>
                </a:cubicBezTo>
                <a:cubicBezTo>
                  <a:pt x="843551" y="1426684"/>
                  <a:pt x="778702" y="1241914"/>
                  <a:pt x="836341" y="1371600"/>
                </a:cubicBezTo>
                <a:cubicBezTo>
                  <a:pt x="836348" y="1371615"/>
                  <a:pt x="864217" y="1455226"/>
                  <a:pt x="869795" y="1471961"/>
                </a:cubicBezTo>
                <a:lnTo>
                  <a:pt x="880946" y="1505414"/>
                </a:lnTo>
                <a:lnTo>
                  <a:pt x="892098" y="1538868"/>
                </a:lnTo>
                <a:cubicBezTo>
                  <a:pt x="894456" y="1555372"/>
                  <a:pt x="909243" y="1663206"/>
                  <a:pt x="914400" y="1683834"/>
                </a:cubicBezTo>
                <a:cubicBezTo>
                  <a:pt x="914407" y="1683861"/>
                  <a:pt x="942274" y="1767455"/>
                  <a:pt x="947854" y="1784195"/>
                </a:cubicBezTo>
                <a:lnTo>
                  <a:pt x="981307" y="1884556"/>
                </a:lnTo>
                <a:cubicBezTo>
                  <a:pt x="1007721" y="1963800"/>
                  <a:pt x="1038005" y="2041787"/>
                  <a:pt x="1070517" y="2118731"/>
                </a:cubicBezTo>
                <a:cubicBezTo>
                  <a:pt x="1219066" y="2470296"/>
                  <a:pt x="1244059" y="2595570"/>
                  <a:pt x="1427356" y="2843561"/>
                </a:cubicBezTo>
                <a:cubicBezTo>
                  <a:pt x="1691747" y="3201267"/>
                  <a:pt x="1554019" y="3161053"/>
                  <a:pt x="1750741" y="3200400"/>
                </a:cubicBezTo>
                <a:cubicBezTo>
                  <a:pt x="1776034" y="3352147"/>
                  <a:pt x="1742873" y="3186850"/>
                  <a:pt x="1839951" y="3445726"/>
                </a:cubicBezTo>
                <a:cubicBezTo>
                  <a:pt x="1884115" y="3563496"/>
                  <a:pt x="1918165" y="3684904"/>
                  <a:pt x="1962615" y="3802566"/>
                </a:cubicBezTo>
                <a:cubicBezTo>
                  <a:pt x="1981423" y="3852352"/>
                  <a:pt x="2008870" y="3898481"/>
                  <a:pt x="2029522" y="3947531"/>
                </a:cubicBezTo>
                <a:cubicBezTo>
                  <a:pt x="2075019" y="4055588"/>
                  <a:pt x="2027976" y="3978668"/>
                  <a:pt x="2074127" y="4047892"/>
                </a:cubicBezTo>
                <a:cubicBezTo>
                  <a:pt x="2100667" y="4127514"/>
                  <a:pt x="2083388" y="4095240"/>
                  <a:pt x="2118732" y="4148253"/>
                </a:cubicBezTo>
                <a:cubicBezTo>
                  <a:pt x="2146233" y="4258260"/>
                  <a:pt x="2109579" y="4144152"/>
                  <a:pt x="2152185" y="4215161"/>
                </a:cubicBezTo>
                <a:cubicBezTo>
                  <a:pt x="2161175" y="4230145"/>
                  <a:pt x="2169624" y="4280249"/>
                  <a:pt x="2174488" y="4293219"/>
                </a:cubicBezTo>
                <a:cubicBezTo>
                  <a:pt x="2186615" y="4325560"/>
                  <a:pt x="2200604" y="4343545"/>
                  <a:pt x="2219093" y="4371278"/>
                </a:cubicBezTo>
                <a:lnTo>
                  <a:pt x="2241395" y="4438185"/>
                </a:lnTo>
                <a:cubicBezTo>
                  <a:pt x="2245112" y="4449336"/>
                  <a:pt x="2244234" y="4463327"/>
                  <a:pt x="2252546" y="4471639"/>
                </a:cubicBezTo>
                <a:lnTo>
                  <a:pt x="2297151" y="4516244"/>
                </a:lnTo>
                <a:cubicBezTo>
                  <a:pt x="2304585" y="4523678"/>
                  <a:pt x="2313622" y="4529798"/>
                  <a:pt x="2319454" y="4538546"/>
                </a:cubicBezTo>
                <a:cubicBezTo>
                  <a:pt x="2326888" y="4549697"/>
                  <a:pt x="2333034" y="4561824"/>
                  <a:pt x="2341756" y="4572000"/>
                </a:cubicBezTo>
                <a:cubicBezTo>
                  <a:pt x="2355440" y="4587965"/>
                  <a:pt x="2374697" y="4599109"/>
                  <a:pt x="2386361" y="4616605"/>
                </a:cubicBezTo>
                <a:cubicBezTo>
                  <a:pt x="2414495" y="4658806"/>
                  <a:pt x="2399186" y="4640581"/>
                  <a:pt x="2430966" y="4672361"/>
                </a:cubicBezTo>
                <a:cubicBezTo>
                  <a:pt x="2434683" y="4683512"/>
                  <a:pt x="2436860" y="4695301"/>
                  <a:pt x="2442117" y="4705814"/>
                </a:cubicBezTo>
                <a:cubicBezTo>
                  <a:pt x="2448111" y="4717801"/>
                  <a:pt x="2458977" y="4727021"/>
                  <a:pt x="2464420" y="4739268"/>
                </a:cubicBezTo>
                <a:cubicBezTo>
                  <a:pt x="2473968" y="4760751"/>
                  <a:pt x="2479288" y="4783873"/>
                  <a:pt x="2486722" y="4806175"/>
                </a:cubicBezTo>
                <a:cubicBezTo>
                  <a:pt x="2499048" y="4843155"/>
                  <a:pt x="2497873" y="4827875"/>
                  <a:pt x="2497873" y="485078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571EDF1A-1879-E445-3953-42A88595211B}"/>
              </a:ext>
            </a:extLst>
          </p:cNvPr>
          <p:cNvSpPr/>
          <p:nvPr/>
        </p:nvSpPr>
        <p:spPr>
          <a:xfrm>
            <a:off x="31466492" y="978685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34" name="Freeform 133">
            <a:extLst>
              <a:ext uri="{FF2B5EF4-FFF2-40B4-BE49-F238E27FC236}">
                <a16:creationId xmlns:a16="http://schemas.microsoft.com/office/drawing/2014/main" id="{25014BEB-9DA2-7397-5324-B0E520D2FE23}"/>
              </a:ext>
            </a:extLst>
          </p:cNvPr>
          <p:cNvSpPr/>
          <p:nvPr/>
        </p:nvSpPr>
        <p:spPr>
          <a:xfrm>
            <a:off x="28594002" y="11615459"/>
            <a:ext cx="1757921" cy="2609041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B7837B8C-812B-DA92-B2D6-5EF9AF34537E}"/>
              </a:ext>
            </a:extLst>
          </p:cNvPr>
          <p:cNvSpPr/>
          <p:nvPr/>
        </p:nvSpPr>
        <p:spPr>
          <a:xfrm>
            <a:off x="30248215" y="11623408"/>
            <a:ext cx="708237" cy="2601086"/>
          </a:xfrm>
          <a:custGeom>
            <a:avLst/>
            <a:gdLst>
              <a:gd name="connsiteX0" fmla="*/ 790443 w 790443"/>
              <a:gd name="connsiteY0" fmla="*/ 2902998 h 2902998"/>
              <a:gd name="connsiteX1" fmla="*/ 719422 w 790443"/>
              <a:gd name="connsiteY1" fmla="*/ 2805344 h 2902998"/>
              <a:gd name="connsiteX2" fmla="*/ 692789 w 790443"/>
              <a:gd name="connsiteY2" fmla="*/ 2769833 h 2902998"/>
              <a:gd name="connsiteX3" fmla="*/ 630645 w 790443"/>
              <a:gd name="connsiteY3" fmla="*/ 2672179 h 2902998"/>
              <a:gd name="connsiteX4" fmla="*/ 595135 w 790443"/>
              <a:gd name="connsiteY4" fmla="*/ 2610035 h 2902998"/>
              <a:gd name="connsiteX5" fmla="*/ 577379 w 790443"/>
              <a:gd name="connsiteY5" fmla="*/ 2574524 h 2902998"/>
              <a:gd name="connsiteX6" fmla="*/ 524113 w 790443"/>
              <a:gd name="connsiteY6" fmla="*/ 2494625 h 2902998"/>
              <a:gd name="connsiteX7" fmla="*/ 506358 w 790443"/>
              <a:gd name="connsiteY7" fmla="*/ 2467992 h 2902998"/>
              <a:gd name="connsiteX8" fmla="*/ 488603 w 790443"/>
              <a:gd name="connsiteY8" fmla="*/ 2432482 h 2902998"/>
              <a:gd name="connsiteX9" fmla="*/ 435337 w 790443"/>
              <a:gd name="connsiteY9" fmla="*/ 2343705 h 2902998"/>
              <a:gd name="connsiteX10" fmla="*/ 426459 w 790443"/>
              <a:gd name="connsiteY10" fmla="*/ 2308194 h 2902998"/>
              <a:gd name="connsiteX11" fmla="*/ 408704 w 790443"/>
              <a:gd name="connsiteY11" fmla="*/ 2254928 h 2902998"/>
              <a:gd name="connsiteX12" fmla="*/ 399826 w 790443"/>
              <a:gd name="connsiteY12" fmla="*/ 2219418 h 2902998"/>
              <a:gd name="connsiteX13" fmla="*/ 382071 w 790443"/>
              <a:gd name="connsiteY13" fmla="*/ 2166152 h 2902998"/>
              <a:gd name="connsiteX14" fmla="*/ 373193 w 790443"/>
              <a:gd name="connsiteY14" fmla="*/ 2139519 h 2902998"/>
              <a:gd name="connsiteX15" fmla="*/ 364315 w 790443"/>
              <a:gd name="connsiteY15" fmla="*/ 2068497 h 2902998"/>
              <a:gd name="connsiteX16" fmla="*/ 355438 w 790443"/>
              <a:gd name="connsiteY16" fmla="*/ 1882066 h 2902998"/>
              <a:gd name="connsiteX17" fmla="*/ 293294 w 790443"/>
              <a:gd name="connsiteY17" fmla="*/ 1784412 h 2902998"/>
              <a:gd name="connsiteX18" fmla="*/ 266661 w 790443"/>
              <a:gd name="connsiteY18" fmla="*/ 1748901 h 2902998"/>
              <a:gd name="connsiteX19" fmla="*/ 240028 w 790443"/>
              <a:gd name="connsiteY19" fmla="*/ 1722268 h 2902998"/>
              <a:gd name="connsiteX20" fmla="*/ 213395 w 790443"/>
              <a:gd name="connsiteY20" fmla="*/ 1677880 h 2902998"/>
              <a:gd name="connsiteX21" fmla="*/ 186762 w 790443"/>
              <a:gd name="connsiteY21" fmla="*/ 1642369 h 2902998"/>
              <a:gd name="connsiteX22" fmla="*/ 160129 w 790443"/>
              <a:gd name="connsiteY22" fmla="*/ 1589103 h 2902998"/>
              <a:gd name="connsiteX23" fmla="*/ 142373 w 790443"/>
              <a:gd name="connsiteY23" fmla="*/ 1544715 h 2902998"/>
              <a:gd name="connsiteX24" fmla="*/ 124618 w 790443"/>
              <a:gd name="connsiteY24" fmla="*/ 1518082 h 2902998"/>
              <a:gd name="connsiteX25" fmla="*/ 89107 w 790443"/>
              <a:gd name="connsiteY25" fmla="*/ 1447060 h 2902998"/>
              <a:gd name="connsiteX26" fmla="*/ 71352 w 790443"/>
              <a:gd name="connsiteY26" fmla="*/ 1393794 h 2902998"/>
              <a:gd name="connsiteX27" fmla="*/ 35841 w 790443"/>
              <a:gd name="connsiteY27" fmla="*/ 1331651 h 2902998"/>
              <a:gd name="connsiteX28" fmla="*/ 26964 w 790443"/>
              <a:gd name="connsiteY28" fmla="*/ 1296140 h 2902998"/>
              <a:gd name="connsiteX29" fmla="*/ 9208 w 790443"/>
              <a:gd name="connsiteY29" fmla="*/ 1242874 h 2902998"/>
              <a:gd name="connsiteX30" fmla="*/ 331 w 790443"/>
              <a:gd name="connsiteY30" fmla="*/ 1189608 h 2902998"/>
              <a:gd name="connsiteX31" fmla="*/ 18086 w 790443"/>
              <a:gd name="connsiteY31" fmla="*/ 1020932 h 2902998"/>
              <a:gd name="connsiteX32" fmla="*/ 26964 w 790443"/>
              <a:gd name="connsiteY32" fmla="*/ 985422 h 2902998"/>
              <a:gd name="connsiteX33" fmla="*/ 44719 w 790443"/>
              <a:gd name="connsiteY33" fmla="*/ 949911 h 2902998"/>
              <a:gd name="connsiteX34" fmla="*/ 53597 w 790443"/>
              <a:gd name="connsiteY34" fmla="*/ 923278 h 2902998"/>
              <a:gd name="connsiteX35" fmla="*/ 71352 w 790443"/>
              <a:gd name="connsiteY35" fmla="*/ 896645 h 2902998"/>
              <a:gd name="connsiteX36" fmla="*/ 80230 w 790443"/>
              <a:gd name="connsiteY36" fmla="*/ 870012 h 2902998"/>
              <a:gd name="connsiteX37" fmla="*/ 106863 w 790443"/>
              <a:gd name="connsiteY37" fmla="*/ 843379 h 2902998"/>
              <a:gd name="connsiteX38" fmla="*/ 133496 w 790443"/>
              <a:gd name="connsiteY38" fmla="*/ 798991 h 2902998"/>
              <a:gd name="connsiteX39" fmla="*/ 151251 w 790443"/>
              <a:gd name="connsiteY39" fmla="*/ 772358 h 2902998"/>
              <a:gd name="connsiteX40" fmla="*/ 186762 w 790443"/>
              <a:gd name="connsiteY40" fmla="*/ 736847 h 2902998"/>
              <a:gd name="connsiteX41" fmla="*/ 204517 w 790443"/>
              <a:gd name="connsiteY41" fmla="*/ 719091 h 2902998"/>
              <a:gd name="connsiteX42" fmla="*/ 240028 w 790443"/>
              <a:gd name="connsiteY42" fmla="*/ 665825 h 2902998"/>
              <a:gd name="connsiteX43" fmla="*/ 248906 w 790443"/>
              <a:gd name="connsiteY43" fmla="*/ 639192 h 2902998"/>
              <a:gd name="connsiteX44" fmla="*/ 302172 w 790443"/>
              <a:gd name="connsiteY44" fmla="*/ 568171 h 2902998"/>
              <a:gd name="connsiteX45" fmla="*/ 319927 w 790443"/>
              <a:gd name="connsiteY45" fmla="*/ 514905 h 2902998"/>
              <a:gd name="connsiteX46" fmla="*/ 337682 w 790443"/>
              <a:gd name="connsiteY46" fmla="*/ 488272 h 2902998"/>
              <a:gd name="connsiteX47" fmla="*/ 355438 w 790443"/>
              <a:gd name="connsiteY47" fmla="*/ 435006 h 2902998"/>
              <a:gd name="connsiteX48" fmla="*/ 346560 w 790443"/>
              <a:gd name="connsiteY48" fmla="*/ 355107 h 2902998"/>
              <a:gd name="connsiteX49" fmla="*/ 319927 w 790443"/>
              <a:gd name="connsiteY49" fmla="*/ 301841 h 2902998"/>
              <a:gd name="connsiteX50" fmla="*/ 311049 w 790443"/>
              <a:gd name="connsiteY50" fmla="*/ 275208 h 2902998"/>
              <a:gd name="connsiteX51" fmla="*/ 293294 w 790443"/>
              <a:gd name="connsiteY51" fmla="*/ 248575 h 2902998"/>
              <a:gd name="connsiteX52" fmla="*/ 284416 w 790443"/>
              <a:gd name="connsiteY52" fmla="*/ 221942 h 2902998"/>
              <a:gd name="connsiteX53" fmla="*/ 266661 w 790443"/>
              <a:gd name="connsiteY53" fmla="*/ 195309 h 2902998"/>
              <a:gd name="connsiteX54" fmla="*/ 257783 w 790443"/>
              <a:gd name="connsiteY54" fmla="*/ 168676 h 2902998"/>
              <a:gd name="connsiteX55" fmla="*/ 222273 w 790443"/>
              <a:gd name="connsiteY55" fmla="*/ 79899 h 2902998"/>
              <a:gd name="connsiteX56" fmla="*/ 177884 w 790443"/>
              <a:gd name="connsiteY56" fmla="*/ 26633 h 2902998"/>
              <a:gd name="connsiteX57" fmla="*/ 133496 w 790443"/>
              <a:gd name="connsiteY57" fmla="*/ 0 h 2902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790443" h="2902998">
                <a:moveTo>
                  <a:pt x="790443" y="2902998"/>
                </a:moveTo>
                <a:cubicBezTo>
                  <a:pt x="671561" y="2764304"/>
                  <a:pt x="777029" y="2897517"/>
                  <a:pt x="719422" y="2805344"/>
                </a:cubicBezTo>
                <a:cubicBezTo>
                  <a:pt x="711580" y="2792797"/>
                  <a:pt x="700244" y="2782614"/>
                  <a:pt x="692789" y="2769833"/>
                </a:cubicBezTo>
                <a:cubicBezTo>
                  <a:pt x="635214" y="2671133"/>
                  <a:pt x="683796" y="2725330"/>
                  <a:pt x="630645" y="2672179"/>
                </a:cubicBezTo>
                <a:cubicBezTo>
                  <a:pt x="577003" y="2564892"/>
                  <a:pt x="645317" y="2697853"/>
                  <a:pt x="595135" y="2610035"/>
                </a:cubicBezTo>
                <a:cubicBezTo>
                  <a:pt x="588569" y="2598544"/>
                  <a:pt x="584188" y="2585872"/>
                  <a:pt x="577379" y="2574524"/>
                </a:cubicBezTo>
                <a:cubicBezTo>
                  <a:pt x="577354" y="2574482"/>
                  <a:pt x="533004" y="2507962"/>
                  <a:pt x="524113" y="2494625"/>
                </a:cubicBezTo>
                <a:cubicBezTo>
                  <a:pt x="518195" y="2485747"/>
                  <a:pt x="511130" y="2477535"/>
                  <a:pt x="506358" y="2467992"/>
                </a:cubicBezTo>
                <a:cubicBezTo>
                  <a:pt x="500440" y="2456155"/>
                  <a:pt x="495412" y="2443830"/>
                  <a:pt x="488603" y="2432482"/>
                </a:cubicBezTo>
                <a:cubicBezTo>
                  <a:pt x="467951" y="2398063"/>
                  <a:pt x="448867" y="2379785"/>
                  <a:pt x="435337" y="2343705"/>
                </a:cubicBezTo>
                <a:cubicBezTo>
                  <a:pt x="431053" y="2332281"/>
                  <a:pt x="429965" y="2319881"/>
                  <a:pt x="426459" y="2308194"/>
                </a:cubicBezTo>
                <a:cubicBezTo>
                  <a:pt x="421081" y="2290268"/>
                  <a:pt x="413243" y="2273085"/>
                  <a:pt x="408704" y="2254928"/>
                </a:cubicBezTo>
                <a:cubicBezTo>
                  <a:pt x="405745" y="2243091"/>
                  <a:pt x="403332" y="2231104"/>
                  <a:pt x="399826" y="2219418"/>
                </a:cubicBezTo>
                <a:cubicBezTo>
                  <a:pt x="394448" y="2201492"/>
                  <a:pt x="387989" y="2183907"/>
                  <a:pt x="382071" y="2166152"/>
                </a:cubicBezTo>
                <a:lnTo>
                  <a:pt x="373193" y="2139519"/>
                </a:lnTo>
                <a:cubicBezTo>
                  <a:pt x="370234" y="2115845"/>
                  <a:pt x="365956" y="2092299"/>
                  <a:pt x="364315" y="2068497"/>
                </a:cubicBezTo>
                <a:cubicBezTo>
                  <a:pt x="360035" y="2006430"/>
                  <a:pt x="360605" y="1944065"/>
                  <a:pt x="355438" y="1882066"/>
                </a:cubicBezTo>
                <a:cubicBezTo>
                  <a:pt x="352589" y="1847875"/>
                  <a:pt x="303517" y="1798043"/>
                  <a:pt x="293294" y="1784412"/>
                </a:cubicBezTo>
                <a:cubicBezTo>
                  <a:pt x="284416" y="1772575"/>
                  <a:pt x="277123" y="1759363"/>
                  <a:pt x="266661" y="1748901"/>
                </a:cubicBezTo>
                <a:cubicBezTo>
                  <a:pt x="257783" y="1740023"/>
                  <a:pt x="247561" y="1732312"/>
                  <a:pt x="240028" y="1722268"/>
                </a:cubicBezTo>
                <a:cubicBezTo>
                  <a:pt x="229675" y="1708464"/>
                  <a:pt x="222966" y="1692237"/>
                  <a:pt x="213395" y="1677880"/>
                </a:cubicBezTo>
                <a:cubicBezTo>
                  <a:pt x="205188" y="1665569"/>
                  <a:pt x="195640" y="1654206"/>
                  <a:pt x="186762" y="1642369"/>
                </a:cubicBezTo>
                <a:cubicBezTo>
                  <a:pt x="164448" y="1575429"/>
                  <a:pt x="194547" y="1657939"/>
                  <a:pt x="160129" y="1589103"/>
                </a:cubicBezTo>
                <a:cubicBezTo>
                  <a:pt x="153002" y="1574850"/>
                  <a:pt x="149500" y="1558968"/>
                  <a:pt x="142373" y="1544715"/>
                </a:cubicBezTo>
                <a:cubicBezTo>
                  <a:pt x="137601" y="1535172"/>
                  <a:pt x="129389" y="1527625"/>
                  <a:pt x="124618" y="1518082"/>
                </a:cubicBezTo>
                <a:cubicBezTo>
                  <a:pt x="81187" y="1431217"/>
                  <a:pt x="130241" y="1508759"/>
                  <a:pt x="89107" y="1447060"/>
                </a:cubicBezTo>
                <a:cubicBezTo>
                  <a:pt x="83189" y="1429305"/>
                  <a:pt x="81733" y="1409367"/>
                  <a:pt x="71352" y="1393794"/>
                </a:cubicBezTo>
                <a:cubicBezTo>
                  <a:pt x="46256" y="1356150"/>
                  <a:pt x="58369" y="1376704"/>
                  <a:pt x="35841" y="1331651"/>
                </a:cubicBezTo>
                <a:cubicBezTo>
                  <a:pt x="32882" y="1319814"/>
                  <a:pt x="30470" y="1307827"/>
                  <a:pt x="26964" y="1296140"/>
                </a:cubicBezTo>
                <a:cubicBezTo>
                  <a:pt x="21586" y="1278213"/>
                  <a:pt x="9208" y="1242874"/>
                  <a:pt x="9208" y="1242874"/>
                </a:cubicBezTo>
                <a:cubicBezTo>
                  <a:pt x="6249" y="1225119"/>
                  <a:pt x="331" y="1207608"/>
                  <a:pt x="331" y="1189608"/>
                </a:cubicBezTo>
                <a:cubicBezTo>
                  <a:pt x="331" y="1010812"/>
                  <a:pt x="-3928" y="1097978"/>
                  <a:pt x="18086" y="1020932"/>
                </a:cubicBezTo>
                <a:cubicBezTo>
                  <a:pt x="21438" y="1009200"/>
                  <a:pt x="22680" y="996846"/>
                  <a:pt x="26964" y="985422"/>
                </a:cubicBezTo>
                <a:cubicBezTo>
                  <a:pt x="31611" y="973031"/>
                  <a:pt x="39506" y="962075"/>
                  <a:pt x="44719" y="949911"/>
                </a:cubicBezTo>
                <a:cubicBezTo>
                  <a:pt x="48405" y="941310"/>
                  <a:pt x="49412" y="931648"/>
                  <a:pt x="53597" y="923278"/>
                </a:cubicBezTo>
                <a:cubicBezTo>
                  <a:pt x="58369" y="913735"/>
                  <a:pt x="66580" y="906188"/>
                  <a:pt x="71352" y="896645"/>
                </a:cubicBezTo>
                <a:cubicBezTo>
                  <a:pt x="75537" y="888275"/>
                  <a:pt x="75039" y="877798"/>
                  <a:pt x="80230" y="870012"/>
                </a:cubicBezTo>
                <a:cubicBezTo>
                  <a:pt x="87194" y="859566"/>
                  <a:pt x="97985" y="852257"/>
                  <a:pt x="106863" y="843379"/>
                </a:cubicBezTo>
                <a:cubicBezTo>
                  <a:pt x="122279" y="797126"/>
                  <a:pt x="105641" y="833809"/>
                  <a:pt x="133496" y="798991"/>
                </a:cubicBezTo>
                <a:cubicBezTo>
                  <a:pt x="140161" y="790660"/>
                  <a:pt x="144307" y="780459"/>
                  <a:pt x="151251" y="772358"/>
                </a:cubicBezTo>
                <a:cubicBezTo>
                  <a:pt x="162145" y="759648"/>
                  <a:pt x="174925" y="748684"/>
                  <a:pt x="186762" y="736847"/>
                </a:cubicBezTo>
                <a:cubicBezTo>
                  <a:pt x="192680" y="730928"/>
                  <a:pt x="199874" y="726055"/>
                  <a:pt x="204517" y="719091"/>
                </a:cubicBezTo>
                <a:cubicBezTo>
                  <a:pt x="216354" y="701336"/>
                  <a:pt x="233280" y="686069"/>
                  <a:pt x="240028" y="665825"/>
                </a:cubicBezTo>
                <a:cubicBezTo>
                  <a:pt x="242987" y="656947"/>
                  <a:pt x="244361" y="647372"/>
                  <a:pt x="248906" y="639192"/>
                </a:cubicBezTo>
                <a:cubicBezTo>
                  <a:pt x="274004" y="594016"/>
                  <a:pt x="275232" y="595110"/>
                  <a:pt x="302172" y="568171"/>
                </a:cubicBezTo>
                <a:cubicBezTo>
                  <a:pt x="308090" y="550416"/>
                  <a:pt x="309546" y="530478"/>
                  <a:pt x="319927" y="514905"/>
                </a:cubicBezTo>
                <a:cubicBezTo>
                  <a:pt x="325845" y="506027"/>
                  <a:pt x="333349" y="498022"/>
                  <a:pt x="337682" y="488272"/>
                </a:cubicBezTo>
                <a:cubicBezTo>
                  <a:pt x="345283" y="471169"/>
                  <a:pt x="355438" y="435006"/>
                  <a:pt x="355438" y="435006"/>
                </a:cubicBezTo>
                <a:cubicBezTo>
                  <a:pt x="352479" y="408373"/>
                  <a:pt x="350966" y="381539"/>
                  <a:pt x="346560" y="355107"/>
                </a:cubicBezTo>
                <a:cubicBezTo>
                  <a:pt x="340982" y="321637"/>
                  <a:pt x="335264" y="332514"/>
                  <a:pt x="319927" y="301841"/>
                </a:cubicBezTo>
                <a:cubicBezTo>
                  <a:pt x="315742" y="293471"/>
                  <a:pt x="315234" y="283578"/>
                  <a:pt x="311049" y="275208"/>
                </a:cubicBezTo>
                <a:cubicBezTo>
                  <a:pt x="306277" y="265665"/>
                  <a:pt x="298066" y="258118"/>
                  <a:pt x="293294" y="248575"/>
                </a:cubicBezTo>
                <a:cubicBezTo>
                  <a:pt x="289109" y="240205"/>
                  <a:pt x="288601" y="230312"/>
                  <a:pt x="284416" y="221942"/>
                </a:cubicBezTo>
                <a:cubicBezTo>
                  <a:pt x="279644" y="212399"/>
                  <a:pt x="271433" y="204852"/>
                  <a:pt x="266661" y="195309"/>
                </a:cubicBezTo>
                <a:cubicBezTo>
                  <a:pt x="262476" y="186939"/>
                  <a:pt x="261142" y="177410"/>
                  <a:pt x="257783" y="168676"/>
                </a:cubicBezTo>
                <a:cubicBezTo>
                  <a:pt x="246342" y="138929"/>
                  <a:pt x="237898" y="107678"/>
                  <a:pt x="222273" y="79899"/>
                </a:cubicBezTo>
                <a:cubicBezTo>
                  <a:pt x="210942" y="59755"/>
                  <a:pt x="195063" y="42094"/>
                  <a:pt x="177884" y="26633"/>
                </a:cubicBezTo>
                <a:cubicBezTo>
                  <a:pt x="165058" y="15090"/>
                  <a:pt x="133496" y="0"/>
                  <a:pt x="133496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FD192225-6994-94A8-EEFA-897749BBB112}"/>
              </a:ext>
            </a:extLst>
          </p:cNvPr>
          <p:cNvSpPr/>
          <p:nvPr/>
        </p:nvSpPr>
        <p:spPr>
          <a:xfrm>
            <a:off x="30383739" y="11138196"/>
            <a:ext cx="477263" cy="445446"/>
          </a:xfrm>
          <a:custGeom>
            <a:avLst/>
            <a:gdLst>
              <a:gd name="connsiteX0" fmla="*/ 0 w 532660"/>
              <a:gd name="connsiteY0" fmla="*/ 497149 h 497149"/>
              <a:gd name="connsiteX1" fmla="*/ 88777 w 532660"/>
              <a:gd name="connsiteY1" fmla="*/ 435006 h 497149"/>
              <a:gd name="connsiteX2" fmla="*/ 106532 w 532660"/>
              <a:gd name="connsiteY2" fmla="*/ 417250 h 497149"/>
              <a:gd name="connsiteX3" fmla="*/ 142043 w 532660"/>
              <a:gd name="connsiteY3" fmla="*/ 399495 h 497149"/>
              <a:gd name="connsiteX4" fmla="*/ 186431 w 532660"/>
              <a:gd name="connsiteY4" fmla="*/ 372862 h 497149"/>
              <a:gd name="connsiteX5" fmla="*/ 221942 w 532660"/>
              <a:gd name="connsiteY5" fmla="*/ 346229 h 497149"/>
              <a:gd name="connsiteX6" fmla="*/ 248575 w 532660"/>
              <a:gd name="connsiteY6" fmla="*/ 328473 h 497149"/>
              <a:gd name="connsiteX7" fmla="*/ 266330 w 532660"/>
              <a:gd name="connsiteY7" fmla="*/ 301840 h 497149"/>
              <a:gd name="connsiteX8" fmla="*/ 284086 w 532660"/>
              <a:gd name="connsiteY8" fmla="*/ 284085 h 497149"/>
              <a:gd name="connsiteX9" fmla="*/ 292963 w 532660"/>
              <a:gd name="connsiteY9" fmla="*/ 248574 h 497149"/>
              <a:gd name="connsiteX10" fmla="*/ 310719 w 532660"/>
              <a:gd name="connsiteY10" fmla="*/ 221941 h 497149"/>
              <a:gd name="connsiteX11" fmla="*/ 328474 w 532660"/>
              <a:gd name="connsiteY11" fmla="*/ 168675 h 497149"/>
              <a:gd name="connsiteX12" fmla="*/ 355107 w 532660"/>
              <a:gd name="connsiteY12" fmla="*/ 142042 h 497149"/>
              <a:gd name="connsiteX13" fmla="*/ 372862 w 532660"/>
              <a:gd name="connsiteY13" fmla="*/ 115409 h 497149"/>
              <a:gd name="connsiteX14" fmla="*/ 399495 w 532660"/>
              <a:gd name="connsiteY14" fmla="*/ 97654 h 497149"/>
              <a:gd name="connsiteX15" fmla="*/ 443884 w 532660"/>
              <a:gd name="connsiteY15" fmla="*/ 71021 h 497149"/>
              <a:gd name="connsiteX16" fmla="*/ 497150 w 532660"/>
              <a:gd name="connsiteY16" fmla="*/ 26633 h 497149"/>
              <a:gd name="connsiteX17" fmla="*/ 532660 w 532660"/>
              <a:gd name="connsiteY17" fmla="*/ 0 h 49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32660" h="497149">
                <a:moveTo>
                  <a:pt x="0" y="497149"/>
                </a:moveTo>
                <a:cubicBezTo>
                  <a:pt x="29592" y="476435"/>
                  <a:pt x="63236" y="460549"/>
                  <a:pt x="88777" y="435006"/>
                </a:cubicBezTo>
                <a:cubicBezTo>
                  <a:pt x="94695" y="429087"/>
                  <a:pt x="99568" y="421893"/>
                  <a:pt x="106532" y="417250"/>
                </a:cubicBezTo>
                <a:cubicBezTo>
                  <a:pt x="117543" y="409909"/>
                  <a:pt x="130206" y="405413"/>
                  <a:pt x="142043" y="399495"/>
                </a:cubicBezTo>
                <a:cubicBezTo>
                  <a:pt x="183593" y="357943"/>
                  <a:pt x="132652" y="403592"/>
                  <a:pt x="186431" y="372862"/>
                </a:cubicBezTo>
                <a:cubicBezTo>
                  <a:pt x="199278" y="365521"/>
                  <a:pt x="209902" y="354829"/>
                  <a:pt x="221942" y="346229"/>
                </a:cubicBezTo>
                <a:cubicBezTo>
                  <a:pt x="230624" y="340027"/>
                  <a:pt x="239697" y="334392"/>
                  <a:pt x="248575" y="328473"/>
                </a:cubicBezTo>
                <a:cubicBezTo>
                  <a:pt x="254493" y="319595"/>
                  <a:pt x="259665" y="310171"/>
                  <a:pt x="266330" y="301840"/>
                </a:cubicBezTo>
                <a:cubicBezTo>
                  <a:pt x="271559" y="295304"/>
                  <a:pt x="280343" y="291571"/>
                  <a:pt x="284086" y="284085"/>
                </a:cubicBezTo>
                <a:cubicBezTo>
                  <a:pt x="289543" y="273172"/>
                  <a:pt x="288157" y="259789"/>
                  <a:pt x="292963" y="248574"/>
                </a:cubicBezTo>
                <a:cubicBezTo>
                  <a:pt x="297166" y="238767"/>
                  <a:pt x="304800" y="230819"/>
                  <a:pt x="310719" y="221941"/>
                </a:cubicBezTo>
                <a:cubicBezTo>
                  <a:pt x="316637" y="204186"/>
                  <a:pt x="315240" y="181909"/>
                  <a:pt x="328474" y="168675"/>
                </a:cubicBezTo>
                <a:cubicBezTo>
                  <a:pt x="337352" y="159797"/>
                  <a:pt x="347070" y="151687"/>
                  <a:pt x="355107" y="142042"/>
                </a:cubicBezTo>
                <a:cubicBezTo>
                  <a:pt x="361937" y="133845"/>
                  <a:pt x="365317" y="122954"/>
                  <a:pt x="372862" y="115409"/>
                </a:cubicBezTo>
                <a:cubicBezTo>
                  <a:pt x="380407" y="107864"/>
                  <a:pt x="391163" y="104319"/>
                  <a:pt x="399495" y="97654"/>
                </a:cubicBezTo>
                <a:cubicBezTo>
                  <a:pt x="434313" y="69800"/>
                  <a:pt x="397633" y="86439"/>
                  <a:pt x="443884" y="71021"/>
                </a:cubicBezTo>
                <a:cubicBezTo>
                  <a:pt x="507157" y="7748"/>
                  <a:pt x="435345" y="76078"/>
                  <a:pt x="497150" y="26633"/>
                </a:cubicBezTo>
                <a:cubicBezTo>
                  <a:pt x="534541" y="-3280"/>
                  <a:pt x="495595" y="18532"/>
                  <a:pt x="532660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0F27E9F4-28EC-C633-1001-259869045B8C}"/>
              </a:ext>
            </a:extLst>
          </p:cNvPr>
          <p:cNvSpPr/>
          <p:nvPr/>
        </p:nvSpPr>
        <p:spPr>
          <a:xfrm>
            <a:off x="30793091" y="1105371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C85430B1-199F-EA4B-BF46-12C0BF866E29}"/>
              </a:ext>
            </a:extLst>
          </p:cNvPr>
          <p:cNvSpPr/>
          <p:nvPr/>
        </p:nvSpPr>
        <p:spPr>
          <a:xfrm>
            <a:off x="29985134" y="11629457"/>
            <a:ext cx="785911" cy="2632265"/>
          </a:xfrm>
          <a:custGeom>
            <a:avLst/>
            <a:gdLst>
              <a:gd name="connsiteX0" fmla="*/ 891822 w 891822"/>
              <a:gd name="connsiteY0" fmla="*/ 3239912 h 3239912"/>
              <a:gd name="connsiteX1" fmla="*/ 835378 w 891822"/>
              <a:gd name="connsiteY1" fmla="*/ 3149600 h 3239912"/>
              <a:gd name="connsiteX2" fmla="*/ 801511 w 891822"/>
              <a:gd name="connsiteY2" fmla="*/ 3115734 h 3239912"/>
              <a:gd name="connsiteX3" fmla="*/ 790222 w 891822"/>
              <a:gd name="connsiteY3" fmla="*/ 3081867 h 3239912"/>
              <a:gd name="connsiteX4" fmla="*/ 767645 w 891822"/>
              <a:gd name="connsiteY4" fmla="*/ 3048000 h 3239912"/>
              <a:gd name="connsiteX5" fmla="*/ 745067 w 891822"/>
              <a:gd name="connsiteY5" fmla="*/ 3002845 h 3239912"/>
              <a:gd name="connsiteX6" fmla="*/ 699911 w 891822"/>
              <a:gd name="connsiteY6" fmla="*/ 2935112 h 3239912"/>
              <a:gd name="connsiteX7" fmla="*/ 654756 w 891822"/>
              <a:gd name="connsiteY7" fmla="*/ 2822223 h 3239912"/>
              <a:gd name="connsiteX8" fmla="*/ 632178 w 891822"/>
              <a:gd name="connsiteY8" fmla="*/ 2788356 h 3239912"/>
              <a:gd name="connsiteX9" fmla="*/ 598311 w 891822"/>
              <a:gd name="connsiteY9" fmla="*/ 2720623 h 3239912"/>
              <a:gd name="connsiteX10" fmla="*/ 564445 w 891822"/>
              <a:gd name="connsiteY10" fmla="*/ 2652889 h 3239912"/>
              <a:gd name="connsiteX11" fmla="*/ 553156 w 891822"/>
              <a:gd name="connsiteY11" fmla="*/ 2619023 h 3239912"/>
              <a:gd name="connsiteX12" fmla="*/ 508000 w 891822"/>
              <a:gd name="connsiteY12" fmla="*/ 2551289 h 3239912"/>
              <a:gd name="connsiteX13" fmla="*/ 474134 w 891822"/>
              <a:gd name="connsiteY13" fmla="*/ 2483556 h 3239912"/>
              <a:gd name="connsiteX14" fmla="*/ 428978 w 891822"/>
              <a:gd name="connsiteY14" fmla="*/ 2393245 h 3239912"/>
              <a:gd name="connsiteX15" fmla="*/ 406400 w 891822"/>
              <a:gd name="connsiteY15" fmla="*/ 2325512 h 3239912"/>
              <a:gd name="connsiteX16" fmla="*/ 395111 w 891822"/>
              <a:gd name="connsiteY16" fmla="*/ 2291645 h 3239912"/>
              <a:gd name="connsiteX17" fmla="*/ 383822 w 891822"/>
              <a:gd name="connsiteY17" fmla="*/ 2235200 h 3239912"/>
              <a:gd name="connsiteX18" fmla="*/ 349956 w 891822"/>
              <a:gd name="connsiteY18" fmla="*/ 2190045 h 3239912"/>
              <a:gd name="connsiteX19" fmla="*/ 327378 w 891822"/>
              <a:gd name="connsiteY19" fmla="*/ 2144889 h 3239912"/>
              <a:gd name="connsiteX20" fmla="*/ 293511 w 891822"/>
              <a:gd name="connsiteY20" fmla="*/ 2111023 h 3239912"/>
              <a:gd name="connsiteX21" fmla="*/ 259645 w 891822"/>
              <a:gd name="connsiteY21" fmla="*/ 2043289 h 3239912"/>
              <a:gd name="connsiteX22" fmla="*/ 214489 w 891822"/>
              <a:gd name="connsiteY22" fmla="*/ 1952978 h 3239912"/>
              <a:gd name="connsiteX23" fmla="*/ 203200 w 891822"/>
              <a:gd name="connsiteY23" fmla="*/ 1919112 h 3239912"/>
              <a:gd name="connsiteX24" fmla="*/ 158045 w 891822"/>
              <a:gd name="connsiteY24" fmla="*/ 1851378 h 3239912"/>
              <a:gd name="connsiteX25" fmla="*/ 135467 w 891822"/>
              <a:gd name="connsiteY25" fmla="*/ 1783645 h 3239912"/>
              <a:gd name="connsiteX26" fmla="*/ 124178 w 891822"/>
              <a:gd name="connsiteY26" fmla="*/ 1682045 h 3239912"/>
              <a:gd name="connsiteX27" fmla="*/ 79022 w 891822"/>
              <a:gd name="connsiteY27" fmla="*/ 1614312 h 3239912"/>
              <a:gd name="connsiteX28" fmla="*/ 67734 w 891822"/>
              <a:gd name="connsiteY28" fmla="*/ 1580445 h 3239912"/>
              <a:gd name="connsiteX29" fmla="*/ 45156 w 891822"/>
              <a:gd name="connsiteY29" fmla="*/ 1546578 h 3239912"/>
              <a:gd name="connsiteX30" fmla="*/ 33867 w 891822"/>
              <a:gd name="connsiteY30" fmla="*/ 1501423 h 3239912"/>
              <a:gd name="connsiteX31" fmla="*/ 11289 w 891822"/>
              <a:gd name="connsiteY31" fmla="*/ 1433689 h 3239912"/>
              <a:gd name="connsiteX32" fmla="*/ 0 w 891822"/>
              <a:gd name="connsiteY32" fmla="*/ 1399823 h 3239912"/>
              <a:gd name="connsiteX33" fmla="*/ 22578 w 891822"/>
              <a:gd name="connsiteY33" fmla="*/ 1196623 h 3239912"/>
              <a:gd name="connsiteX34" fmla="*/ 45156 w 891822"/>
              <a:gd name="connsiteY34" fmla="*/ 1128889 h 3239912"/>
              <a:gd name="connsiteX35" fmla="*/ 56445 w 891822"/>
              <a:gd name="connsiteY35" fmla="*/ 1095023 h 3239912"/>
              <a:gd name="connsiteX36" fmla="*/ 124178 w 891822"/>
              <a:gd name="connsiteY36" fmla="*/ 982134 h 3239912"/>
              <a:gd name="connsiteX37" fmla="*/ 146756 w 891822"/>
              <a:gd name="connsiteY37" fmla="*/ 948267 h 3239912"/>
              <a:gd name="connsiteX38" fmla="*/ 169334 w 891822"/>
              <a:gd name="connsiteY38" fmla="*/ 903112 h 3239912"/>
              <a:gd name="connsiteX39" fmla="*/ 180622 w 891822"/>
              <a:gd name="connsiteY39" fmla="*/ 869245 h 3239912"/>
              <a:gd name="connsiteX40" fmla="*/ 225778 w 891822"/>
              <a:gd name="connsiteY40" fmla="*/ 801512 h 3239912"/>
              <a:gd name="connsiteX41" fmla="*/ 293511 w 891822"/>
              <a:gd name="connsiteY41" fmla="*/ 699912 h 3239912"/>
              <a:gd name="connsiteX42" fmla="*/ 316089 w 891822"/>
              <a:gd name="connsiteY42" fmla="*/ 666045 h 3239912"/>
              <a:gd name="connsiteX43" fmla="*/ 338667 w 891822"/>
              <a:gd name="connsiteY43" fmla="*/ 632178 h 3239912"/>
              <a:gd name="connsiteX44" fmla="*/ 383822 w 891822"/>
              <a:gd name="connsiteY44" fmla="*/ 530578 h 3239912"/>
              <a:gd name="connsiteX45" fmla="*/ 417689 w 891822"/>
              <a:gd name="connsiteY45" fmla="*/ 508000 h 3239912"/>
              <a:gd name="connsiteX46" fmla="*/ 451556 w 891822"/>
              <a:gd name="connsiteY46" fmla="*/ 440267 h 3239912"/>
              <a:gd name="connsiteX47" fmla="*/ 462845 w 891822"/>
              <a:gd name="connsiteY47" fmla="*/ 406400 h 3239912"/>
              <a:gd name="connsiteX48" fmla="*/ 485422 w 891822"/>
              <a:gd name="connsiteY48" fmla="*/ 372534 h 3239912"/>
              <a:gd name="connsiteX49" fmla="*/ 519289 w 891822"/>
              <a:gd name="connsiteY49" fmla="*/ 304800 h 3239912"/>
              <a:gd name="connsiteX50" fmla="*/ 598311 w 891822"/>
              <a:gd name="connsiteY50" fmla="*/ 203200 h 3239912"/>
              <a:gd name="connsiteX51" fmla="*/ 609600 w 891822"/>
              <a:gd name="connsiteY51" fmla="*/ 169334 h 3239912"/>
              <a:gd name="connsiteX52" fmla="*/ 654756 w 891822"/>
              <a:gd name="connsiteY52" fmla="*/ 101600 h 3239912"/>
              <a:gd name="connsiteX53" fmla="*/ 666045 w 891822"/>
              <a:gd name="connsiteY53" fmla="*/ 67734 h 3239912"/>
              <a:gd name="connsiteX54" fmla="*/ 688622 w 891822"/>
              <a:gd name="connsiteY54" fmla="*/ 33867 h 3239912"/>
              <a:gd name="connsiteX55" fmla="*/ 733778 w 891822"/>
              <a:gd name="connsiteY55" fmla="*/ 0 h 3239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891822" h="3239912">
                <a:moveTo>
                  <a:pt x="891822" y="3239912"/>
                </a:moveTo>
                <a:cubicBezTo>
                  <a:pt x="873007" y="3209808"/>
                  <a:pt x="856258" y="3178310"/>
                  <a:pt x="835378" y="3149600"/>
                </a:cubicBezTo>
                <a:cubicBezTo>
                  <a:pt x="825988" y="3136689"/>
                  <a:pt x="810367" y="3129017"/>
                  <a:pt x="801511" y="3115734"/>
                </a:cubicBezTo>
                <a:cubicBezTo>
                  <a:pt x="794910" y="3105833"/>
                  <a:pt x="795544" y="3092510"/>
                  <a:pt x="790222" y="3081867"/>
                </a:cubicBezTo>
                <a:cubicBezTo>
                  <a:pt x="784155" y="3069732"/>
                  <a:pt x="774376" y="3059780"/>
                  <a:pt x="767645" y="3048000"/>
                </a:cubicBezTo>
                <a:cubicBezTo>
                  <a:pt x="759296" y="3033389"/>
                  <a:pt x="753725" y="3017275"/>
                  <a:pt x="745067" y="3002845"/>
                </a:cubicBezTo>
                <a:cubicBezTo>
                  <a:pt x="731106" y="2979577"/>
                  <a:pt x="699911" y="2935112"/>
                  <a:pt x="699911" y="2935112"/>
                </a:cubicBezTo>
                <a:cubicBezTo>
                  <a:pt x="681407" y="2879598"/>
                  <a:pt x="681335" y="2868735"/>
                  <a:pt x="654756" y="2822223"/>
                </a:cubicBezTo>
                <a:cubicBezTo>
                  <a:pt x="648024" y="2810443"/>
                  <a:pt x="638246" y="2800491"/>
                  <a:pt x="632178" y="2788356"/>
                </a:cubicBezTo>
                <a:cubicBezTo>
                  <a:pt x="585443" y="2694885"/>
                  <a:pt x="663012" y="2817672"/>
                  <a:pt x="598311" y="2720623"/>
                </a:cubicBezTo>
                <a:cubicBezTo>
                  <a:pt x="569937" y="2635500"/>
                  <a:pt x="608211" y="2740422"/>
                  <a:pt x="564445" y="2652889"/>
                </a:cubicBezTo>
                <a:cubicBezTo>
                  <a:pt x="559124" y="2642246"/>
                  <a:pt x="558935" y="2629425"/>
                  <a:pt x="553156" y="2619023"/>
                </a:cubicBezTo>
                <a:cubicBezTo>
                  <a:pt x="539978" y="2595302"/>
                  <a:pt x="516581" y="2577032"/>
                  <a:pt x="508000" y="2551289"/>
                </a:cubicBezTo>
                <a:cubicBezTo>
                  <a:pt x="492420" y="2504552"/>
                  <a:pt x="503311" y="2527324"/>
                  <a:pt x="474134" y="2483556"/>
                </a:cubicBezTo>
                <a:cubicBezTo>
                  <a:pt x="446414" y="2372676"/>
                  <a:pt x="486546" y="2508379"/>
                  <a:pt x="428978" y="2393245"/>
                </a:cubicBezTo>
                <a:cubicBezTo>
                  <a:pt x="418335" y="2371959"/>
                  <a:pt x="413926" y="2348090"/>
                  <a:pt x="406400" y="2325512"/>
                </a:cubicBezTo>
                <a:cubicBezTo>
                  <a:pt x="402637" y="2314223"/>
                  <a:pt x="397445" y="2303314"/>
                  <a:pt x="395111" y="2291645"/>
                </a:cubicBezTo>
                <a:cubicBezTo>
                  <a:pt x="391348" y="2272830"/>
                  <a:pt x="391615" y="2252734"/>
                  <a:pt x="383822" y="2235200"/>
                </a:cubicBezTo>
                <a:cubicBezTo>
                  <a:pt x="376181" y="2218007"/>
                  <a:pt x="359928" y="2206000"/>
                  <a:pt x="349956" y="2190045"/>
                </a:cubicBezTo>
                <a:cubicBezTo>
                  <a:pt x="341037" y="2175774"/>
                  <a:pt x="337160" y="2158583"/>
                  <a:pt x="327378" y="2144889"/>
                </a:cubicBezTo>
                <a:cubicBezTo>
                  <a:pt x="318099" y="2131898"/>
                  <a:pt x="303731" y="2123288"/>
                  <a:pt x="293511" y="2111023"/>
                </a:cubicBezTo>
                <a:cubicBezTo>
                  <a:pt x="258878" y="2069463"/>
                  <a:pt x="280010" y="2088091"/>
                  <a:pt x="259645" y="2043289"/>
                </a:cubicBezTo>
                <a:cubicBezTo>
                  <a:pt x="245718" y="2012649"/>
                  <a:pt x="225133" y="1984908"/>
                  <a:pt x="214489" y="1952978"/>
                </a:cubicBezTo>
                <a:cubicBezTo>
                  <a:pt x="210726" y="1941689"/>
                  <a:pt x="208979" y="1929514"/>
                  <a:pt x="203200" y="1919112"/>
                </a:cubicBezTo>
                <a:cubicBezTo>
                  <a:pt x="190022" y="1895392"/>
                  <a:pt x="166626" y="1877121"/>
                  <a:pt x="158045" y="1851378"/>
                </a:cubicBezTo>
                <a:lnTo>
                  <a:pt x="135467" y="1783645"/>
                </a:lnTo>
                <a:cubicBezTo>
                  <a:pt x="131704" y="1749778"/>
                  <a:pt x="134954" y="1714371"/>
                  <a:pt x="124178" y="1682045"/>
                </a:cubicBezTo>
                <a:cubicBezTo>
                  <a:pt x="115597" y="1656302"/>
                  <a:pt x="79022" y="1614312"/>
                  <a:pt x="79022" y="1614312"/>
                </a:cubicBezTo>
                <a:cubicBezTo>
                  <a:pt x="75259" y="1603023"/>
                  <a:pt x="73056" y="1591088"/>
                  <a:pt x="67734" y="1580445"/>
                </a:cubicBezTo>
                <a:cubicBezTo>
                  <a:pt x="61666" y="1568310"/>
                  <a:pt x="50501" y="1559049"/>
                  <a:pt x="45156" y="1546578"/>
                </a:cubicBezTo>
                <a:cubicBezTo>
                  <a:pt x="39044" y="1532318"/>
                  <a:pt x="38325" y="1516284"/>
                  <a:pt x="33867" y="1501423"/>
                </a:cubicBezTo>
                <a:cubicBezTo>
                  <a:pt x="27028" y="1478627"/>
                  <a:pt x="18815" y="1456267"/>
                  <a:pt x="11289" y="1433689"/>
                </a:cubicBezTo>
                <a:lnTo>
                  <a:pt x="0" y="1399823"/>
                </a:lnTo>
                <a:cubicBezTo>
                  <a:pt x="3916" y="1352828"/>
                  <a:pt x="8524" y="1252838"/>
                  <a:pt x="22578" y="1196623"/>
                </a:cubicBezTo>
                <a:cubicBezTo>
                  <a:pt x="28350" y="1173534"/>
                  <a:pt x="37630" y="1151467"/>
                  <a:pt x="45156" y="1128889"/>
                </a:cubicBezTo>
                <a:cubicBezTo>
                  <a:pt x="48919" y="1117600"/>
                  <a:pt x="49845" y="1104924"/>
                  <a:pt x="56445" y="1095023"/>
                </a:cubicBezTo>
                <a:cubicBezTo>
                  <a:pt x="166916" y="929312"/>
                  <a:pt x="54747" y="1103638"/>
                  <a:pt x="124178" y="982134"/>
                </a:cubicBezTo>
                <a:cubicBezTo>
                  <a:pt x="130910" y="970354"/>
                  <a:pt x="140024" y="960047"/>
                  <a:pt x="146756" y="948267"/>
                </a:cubicBezTo>
                <a:cubicBezTo>
                  <a:pt x="155105" y="933656"/>
                  <a:pt x="162705" y="918580"/>
                  <a:pt x="169334" y="903112"/>
                </a:cubicBezTo>
                <a:cubicBezTo>
                  <a:pt x="174021" y="892175"/>
                  <a:pt x="174843" y="879647"/>
                  <a:pt x="180622" y="869245"/>
                </a:cubicBezTo>
                <a:cubicBezTo>
                  <a:pt x="193800" y="845525"/>
                  <a:pt x="210726" y="824090"/>
                  <a:pt x="225778" y="801512"/>
                </a:cubicBezTo>
                <a:lnTo>
                  <a:pt x="293511" y="699912"/>
                </a:lnTo>
                <a:lnTo>
                  <a:pt x="316089" y="666045"/>
                </a:lnTo>
                <a:cubicBezTo>
                  <a:pt x="323615" y="654756"/>
                  <a:pt x="334376" y="645049"/>
                  <a:pt x="338667" y="632178"/>
                </a:cubicBezTo>
                <a:cubicBezTo>
                  <a:pt x="349844" y="598648"/>
                  <a:pt x="356990" y="557411"/>
                  <a:pt x="383822" y="530578"/>
                </a:cubicBezTo>
                <a:cubicBezTo>
                  <a:pt x="393416" y="520984"/>
                  <a:pt x="406400" y="515526"/>
                  <a:pt x="417689" y="508000"/>
                </a:cubicBezTo>
                <a:cubicBezTo>
                  <a:pt x="446065" y="422874"/>
                  <a:pt x="407787" y="527805"/>
                  <a:pt x="451556" y="440267"/>
                </a:cubicBezTo>
                <a:cubicBezTo>
                  <a:pt x="456878" y="429624"/>
                  <a:pt x="457523" y="417043"/>
                  <a:pt x="462845" y="406400"/>
                </a:cubicBezTo>
                <a:cubicBezTo>
                  <a:pt x="468912" y="394265"/>
                  <a:pt x="479355" y="384669"/>
                  <a:pt x="485422" y="372534"/>
                </a:cubicBezTo>
                <a:cubicBezTo>
                  <a:pt x="510877" y="321623"/>
                  <a:pt x="478850" y="353326"/>
                  <a:pt x="519289" y="304800"/>
                </a:cubicBezTo>
                <a:cubicBezTo>
                  <a:pt x="551760" y="265836"/>
                  <a:pt x="579287" y="260271"/>
                  <a:pt x="598311" y="203200"/>
                </a:cubicBezTo>
                <a:cubicBezTo>
                  <a:pt x="602074" y="191911"/>
                  <a:pt x="603821" y="179736"/>
                  <a:pt x="609600" y="169334"/>
                </a:cubicBezTo>
                <a:cubicBezTo>
                  <a:pt x="622778" y="145613"/>
                  <a:pt x="646175" y="127343"/>
                  <a:pt x="654756" y="101600"/>
                </a:cubicBezTo>
                <a:cubicBezTo>
                  <a:pt x="658519" y="90311"/>
                  <a:pt x="660724" y="78377"/>
                  <a:pt x="666045" y="67734"/>
                </a:cubicBezTo>
                <a:cubicBezTo>
                  <a:pt x="672113" y="55599"/>
                  <a:pt x="678028" y="42343"/>
                  <a:pt x="688622" y="33867"/>
                </a:cubicBezTo>
                <a:cubicBezTo>
                  <a:pt x="746747" y="-12634"/>
                  <a:pt x="705659" y="56238"/>
                  <a:pt x="733778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2" name="Freeform 141">
            <a:extLst>
              <a:ext uri="{FF2B5EF4-FFF2-40B4-BE49-F238E27FC236}">
                <a16:creationId xmlns:a16="http://schemas.microsoft.com/office/drawing/2014/main" id="{D0672599-EB3B-4B7B-9515-11AD16104C82}"/>
              </a:ext>
            </a:extLst>
          </p:cNvPr>
          <p:cNvSpPr/>
          <p:nvPr/>
        </p:nvSpPr>
        <p:spPr>
          <a:xfrm>
            <a:off x="28417029" y="11347985"/>
            <a:ext cx="1769856" cy="2913737"/>
          </a:xfrm>
          <a:custGeom>
            <a:avLst/>
            <a:gdLst>
              <a:gd name="connsiteX0" fmla="*/ 11624 w 3161584"/>
              <a:gd name="connsiteY0" fmla="*/ 4854223 h 4854223"/>
              <a:gd name="connsiteX1" fmla="*/ 335 w 3161584"/>
              <a:gd name="connsiteY1" fmla="*/ 4718756 h 4854223"/>
              <a:gd name="connsiteX2" fmla="*/ 22913 w 3161584"/>
              <a:gd name="connsiteY2" fmla="*/ 4628445 h 4854223"/>
              <a:gd name="connsiteX3" fmla="*/ 56780 w 3161584"/>
              <a:gd name="connsiteY3" fmla="*/ 4549423 h 4854223"/>
              <a:gd name="connsiteX4" fmla="*/ 101935 w 3161584"/>
              <a:gd name="connsiteY4" fmla="*/ 4470400 h 4854223"/>
              <a:gd name="connsiteX5" fmla="*/ 147091 w 3161584"/>
              <a:gd name="connsiteY5" fmla="*/ 4425245 h 4854223"/>
              <a:gd name="connsiteX6" fmla="*/ 214824 w 3161584"/>
              <a:gd name="connsiteY6" fmla="*/ 4323645 h 4854223"/>
              <a:gd name="connsiteX7" fmla="*/ 305135 w 3161584"/>
              <a:gd name="connsiteY7" fmla="*/ 4233334 h 4854223"/>
              <a:gd name="connsiteX8" fmla="*/ 350291 w 3161584"/>
              <a:gd name="connsiteY8" fmla="*/ 4188178 h 4854223"/>
              <a:gd name="connsiteX9" fmla="*/ 429313 w 3161584"/>
              <a:gd name="connsiteY9" fmla="*/ 4086578 h 4854223"/>
              <a:gd name="connsiteX10" fmla="*/ 508335 w 3161584"/>
              <a:gd name="connsiteY10" fmla="*/ 3984978 h 4854223"/>
              <a:gd name="connsiteX11" fmla="*/ 519624 w 3161584"/>
              <a:gd name="connsiteY11" fmla="*/ 3951111 h 4854223"/>
              <a:gd name="connsiteX12" fmla="*/ 542202 w 3161584"/>
              <a:gd name="connsiteY12" fmla="*/ 3917245 h 4854223"/>
              <a:gd name="connsiteX13" fmla="*/ 576069 w 3161584"/>
              <a:gd name="connsiteY13" fmla="*/ 3849511 h 4854223"/>
              <a:gd name="connsiteX14" fmla="*/ 587358 w 3161584"/>
              <a:gd name="connsiteY14" fmla="*/ 3815645 h 4854223"/>
              <a:gd name="connsiteX15" fmla="*/ 609935 w 3161584"/>
              <a:gd name="connsiteY15" fmla="*/ 3770489 h 4854223"/>
              <a:gd name="connsiteX16" fmla="*/ 632513 w 3161584"/>
              <a:gd name="connsiteY16" fmla="*/ 3714045 h 4854223"/>
              <a:gd name="connsiteX17" fmla="*/ 655091 w 3161584"/>
              <a:gd name="connsiteY17" fmla="*/ 3668889 h 4854223"/>
              <a:gd name="connsiteX18" fmla="*/ 666380 w 3161584"/>
              <a:gd name="connsiteY18" fmla="*/ 3635023 h 4854223"/>
              <a:gd name="connsiteX19" fmla="*/ 745402 w 3161584"/>
              <a:gd name="connsiteY19" fmla="*/ 3488267 h 4854223"/>
              <a:gd name="connsiteX20" fmla="*/ 779269 w 3161584"/>
              <a:gd name="connsiteY20" fmla="*/ 3420534 h 4854223"/>
              <a:gd name="connsiteX21" fmla="*/ 824424 w 3161584"/>
              <a:gd name="connsiteY21" fmla="*/ 3262489 h 4854223"/>
              <a:gd name="connsiteX22" fmla="*/ 835713 w 3161584"/>
              <a:gd name="connsiteY22" fmla="*/ 3206045 h 4854223"/>
              <a:gd name="connsiteX23" fmla="*/ 1117935 w 3161584"/>
              <a:gd name="connsiteY23" fmla="*/ 2686756 h 4854223"/>
              <a:gd name="connsiteX24" fmla="*/ 1163091 w 3161584"/>
              <a:gd name="connsiteY24" fmla="*/ 2641600 h 4854223"/>
              <a:gd name="connsiteX25" fmla="*/ 1253402 w 3161584"/>
              <a:gd name="connsiteY25" fmla="*/ 2528711 h 4854223"/>
              <a:gd name="connsiteX26" fmla="*/ 1422735 w 3161584"/>
              <a:gd name="connsiteY26" fmla="*/ 2223911 h 4854223"/>
              <a:gd name="connsiteX27" fmla="*/ 1671091 w 3161584"/>
              <a:gd name="connsiteY27" fmla="*/ 1851378 h 4854223"/>
              <a:gd name="connsiteX28" fmla="*/ 1738824 w 3161584"/>
              <a:gd name="connsiteY28" fmla="*/ 1749778 h 4854223"/>
              <a:gd name="connsiteX29" fmla="*/ 2506469 w 3161584"/>
              <a:gd name="connsiteY29" fmla="*/ 959556 h 4854223"/>
              <a:gd name="connsiteX30" fmla="*/ 2833847 w 3161584"/>
              <a:gd name="connsiteY30" fmla="*/ 508000 h 4854223"/>
              <a:gd name="connsiteX31" fmla="*/ 2856424 w 3161584"/>
              <a:gd name="connsiteY31" fmla="*/ 440267 h 4854223"/>
              <a:gd name="connsiteX32" fmla="*/ 3093491 w 3161584"/>
              <a:gd name="connsiteY32" fmla="*/ 79023 h 4854223"/>
              <a:gd name="connsiteX33" fmla="*/ 3161224 w 3161584"/>
              <a:gd name="connsiteY33" fmla="*/ 0 h 485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61584" h="4854223">
                <a:moveTo>
                  <a:pt x="11624" y="4854223"/>
                </a:moveTo>
                <a:cubicBezTo>
                  <a:pt x="7861" y="4809067"/>
                  <a:pt x="-1928" y="4764012"/>
                  <a:pt x="335" y="4718756"/>
                </a:cubicBezTo>
                <a:cubicBezTo>
                  <a:pt x="1885" y="4687765"/>
                  <a:pt x="15387" y="4658549"/>
                  <a:pt x="22913" y="4628445"/>
                </a:cubicBezTo>
                <a:cubicBezTo>
                  <a:pt x="41456" y="4554275"/>
                  <a:pt x="22130" y="4610060"/>
                  <a:pt x="56780" y="4549423"/>
                </a:cubicBezTo>
                <a:cubicBezTo>
                  <a:pt x="75080" y="4517398"/>
                  <a:pt x="78364" y="4497900"/>
                  <a:pt x="101935" y="4470400"/>
                </a:cubicBezTo>
                <a:cubicBezTo>
                  <a:pt x="115788" y="4454238"/>
                  <a:pt x="132039" y="4440297"/>
                  <a:pt x="147091" y="4425245"/>
                </a:cubicBezTo>
                <a:cubicBezTo>
                  <a:pt x="173375" y="4372677"/>
                  <a:pt x="169278" y="4372987"/>
                  <a:pt x="214824" y="4323645"/>
                </a:cubicBezTo>
                <a:cubicBezTo>
                  <a:pt x="243700" y="4292362"/>
                  <a:pt x="275031" y="4263438"/>
                  <a:pt x="305135" y="4233334"/>
                </a:cubicBezTo>
                <a:cubicBezTo>
                  <a:pt x="320187" y="4218282"/>
                  <a:pt x="337222" y="4204981"/>
                  <a:pt x="350291" y="4188178"/>
                </a:cubicBezTo>
                <a:cubicBezTo>
                  <a:pt x="376632" y="4154311"/>
                  <a:pt x="401846" y="4119538"/>
                  <a:pt x="429313" y="4086578"/>
                </a:cubicBezTo>
                <a:cubicBezTo>
                  <a:pt x="441813" y="4071579"/>
                  <a:pt x="493753" y="4014143"/>
                  <a:pt x="508335" y="3984978"/>
                </a:cubicBezTo>
                <a:cubicBezTo>
                  <a:pt x="513657" y="3974335"/>
                  <a:pt x="514302" y="3961754"/>
                  <a:pt x="519624" y="3951111"/>
                </a:cubicBezTo>
                <a:cubicBezTo>
                  <a:pt x="525692" y="3938976"/>
                  <a:pt x="535613" y="3929105"/>
                  <a:pt x="542202" y="3917245"/>
                </a:cubicBezTo>
                <a:cubicBezTo>
                  <a:pt x="554461" y="3895179"/>
                  <a:pt x="565817" y="3872578"/>
                  <a:pt x="576069" y="3849511"/>
                </a:cubicBezTo>
                <a:cubicBezTo>
                  <a:pt x="580902" y="3838637"/>
                  <a:pt x="582671" y="3826582"/>
                  <a:pt x="587358" y="3815645"/>
                </a:cubicBezTo>
                <a:cubicBezTo>
                  <a:pt x="593987" y="3800177"/>
                  <a:pt x="603100" y="3785867"/>
                  <a:pt x="609935" y="3770489"/>
                </a:cubicBezTo>
                <a:cubicBezTo>
                  <a:pt x="618165" y="3751971"/>
                  <a:pt x="624283" y="3732563"/>
                  <a:pt x="632513" y="3714045"/>
                </a:cubicBezTo>
                <a:cubicBezTo>
                  <a:pt x="639348" y="3698667"/>
                  <a:pt x="648462" y="3684357"/>
                  <a:pt x="655091" y="3668889"/>
                </a:cubicBezTo>
                <a:cubicBezTo>
                  <a:pt x="659778" y="3657952"/>
                  <a:pt x="661058" y="3645666"/>
                  <a:pt x="666380" y="3635023"/>
                </a:cubicBezTo>
                <a:cubicBezTo>
                  <a:pt x="691227" y="3585329"/>
                  <a:pt x="720555" y="3537961"/>
                  <a:pt x="745402" y="3488267"/>
                </a:cubicBezTo>
                <a:cubicBezTo>
                  <a:pt x="792136" y="3394798"/>
                  <a:pt x="714569" y="3517582"/>
                  <a:pt x="779269" y="3420534"/>
                </a:cubicBezTo>
                <a:cubicBezTo>
                  <a:pt x="800790" y="3355971"/>
                  <a:pt x="810247" y="3333373"/>
                  <a:pt x="824424" y="3262489"/>
                </a:cubicBezTo>
                <a:cubicBezTo>
                  <a:pt x="828187" y="3243674"/>
                  <a:pt x="826998" y="3223139"/>
                  <a:pt x="835713" y="3206045"/>
                </a:cubicBezTo>
                <a:cubicBezTo>
                  <a:pt x="925192" y="3030529"/>
                  <a:pt x="1019092" y="2857174"/>
                  <a:pt x="1117935" y="2686756"/>
                </a:cubicBezTo>
                <a:cubicBezTo>
                  <a:pt x="1128615" y="2668342"/>
                  <a:pt x="1149238" y="2657762"/>
                  <a:pt x="1163091" y="2641600"/>
                </a:cubicBezTo>
                <a:cubicBezTo>
                  <a:pt x="1194452" y="2605012"/>
                  <a:pt x="1223298" y="2566341"/>
                  <a:pt x="1253402" y="2528711"/>
                </a:cubicBezTo>
                <a:cubicBezTo>
                  <a:pt x="1321058" y="2325747"/>
                  <a:pt x="1202192" y="2664996"/>
                  <a:pt x="1422735" y="2223911"/>
                </a:cubicBezTo>
                <a:cubicBezTo>
                  <a:pt x="1608853" y="1851677"/>
                  <a:pt x="1444169" y="2128727"/>
                  <a:pt x="1671091" y="1851378"/>
                </a:cubicBezTo>
                <a:cubicBezTo>
                  <a:pt x="1696865" y="1819876"/>
                  <a:pt x="1711753" y="1780173"/>
                  <a:pt x="1738824" y="1749778"/>
                </a:cubicBezTo>
                <a:cubicBezTo>
                  <a:pt x="2255607" y="1169530"/>
                  <a:pt x="2138270" y="1284437"/>
                  <a:pt x="2506469" y="959556"/>
                </a:cubicBezTo>
                <a:cubicBezTo>
                  <a:pt x="2637067" y="672238"/>
                  <a:pt x="2485513" y="976911"/>
                  <a:pt x="2833847" y="508000"/>
                </a:cubicBezTo>
                <a:cubicBezTo>
                  <a:pt x="2848039" y="488896"/>
                  <a:pt x="2844101" y="460627"/>
                  <a:pt x="2856424" y="440267"/>
                </a:cubicBezTo>
                <a:cubicBezTo>
                  <a:pt x="2931002" y="317051"/>
                  <a:pt x="3007074" y="194246"/>
                  <a:pt x="3093491" y="79023"/>
                </a:cubicBezTo>
                <a:cubicBezTo>
                  <a:pt x="3170617" y="-23812"/>
                  <a:pt x="3161224" y="82393"/>
                  <a:pt x="3161224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F11340CC-79C0-3F99-6A3B-9D7312A7E5B9}"/>
              </a:ext>
            </a:extLst>
          </p:cNvPr>
          <p:cNvSpPr/>
          <p:nvPr/>
        </p:nvSpPr>
        <p:spPr>
          <a:xfrm>
            <a:off x="30680530" y="11657145"/>
            <a:ext cx="1600674" cy="2609630"/>
          </a:xfrm>
          <a:custGeom>
            <a:avLst/>
            <a:gdLst>
              <a:gd name="connsiteX0" fmla="*/ 1786467 w 1786467"/>
              <a:gd name="connsiteY0" fmla="*/ 2912533 h 2912533"/>
              <a:gd name="connsiteX1" fmla="*/ 1769534 w 1786467"/>
              <a:gd name="connsiteY1" fmla="*/ 2853266 h 2912533"/>
              <a:gd name="connsiteX2" fmla="*/ 1735667 w 1786467"/>
              <a:gd name="connsiteY2" fmla="*/ 2794000 h 2912533"/>
              <a:gd name="connsiteX3" fmla="*/ 1718734 w 1786467"/>
              <a:gd name="connsiteY3" fmla="*/ 2751666 h 2912533"/>
              <a:gd name="connsiteX4" fmla="*/ 1693334 w 1786467"/>
              <a:gd name="connsiteY4" fmla="*/ 2709333 h 2912533"/>
              <a:gd name="connsiteX5" fmla="*/ 1676400 w 1786467"/>
              <a:gd name="connsiteY5" fmla="*/ 2667000 h 2912533"/>
              <a:gd name="connsiteX6" fmla="*/ 1659467 w 1786467"/>
              <a:gd name="connsiteY6" fmla="*/ 2650066 h 2912533"/>
              <a:gd name="connsiteX7" fmla="*/ 1608667 w 1786467"/>
              <a:gd name="connsiteY7" fmla="*/ 2573866 h 2912533"/>
              <a:gd name="connsiteX8" fmla="*/ 1591734 w 1786467"/>
              <a:gd name="connsiteY8" fmla="*/ 2540000 h 2912533"/>
              <a:gd name="connsiteX9" fmla="*/ 1557867 w 1786467"/>
              <a:gd name="connsiteY9" fmla="*/ 2497666 h 2912533"/>
              <a:gd name="connsiteX10" fmla="*/ 1540934 w 1786467"/>
              <a:gd name="connsiteY10" fmla="*/ 2446866 h 2912533"/>
              <a:gd name="connsiteX11" fmla="*/ 1490134 w 1786467"/>
              <a:gd name="connsiteY11" fmla="*/ 2353733 h 2912533"/>
              <a:gd name="connsiteX12" fmla="*/ 1473200 w 1786467"/>
              <a:gd name="connsiteY12" fmla="*/ 2319866 h 2912533"/>
              <a:gd name="connsiteX13" fmla="*/ 1464734 w 1786467"/>
              <a:gd name="connsiteY13" fmla="*/ 2294466 h 2912533"/>
              <a:gd name="connsiteX14" fmla="*/ 1447800 w 1786467"/>
              <a:gd name="connsiteY14" fmla="*/ 2260600 h 2912533"/>
              <a:gd name="connsiteX15" fmla="*/ 1439334 w 1786467"/>
              <a:gd name="connsiteY15" fmla="*/ 2235200 h 2912533"/>
              <a:gd name="connsiteX16" fmla="*/ 1405467 w 1786467"/>
              <a:gd name="connsiteY16" fmla="*/ 2167466 h 2912533"/>
              <a:gd name="connsiteX17" fmla="*/ 1371600 w 1786467"/>
              <a:gd name="connsiteY17" fmla="*/ 2082800 h 2912533"/>
              <a:gd name="connsiteX18" fmla="*/ 1354667 w 1786467"/>
              <a:gd name="connsiteY18" fmla="*/ 2015066 h 2912533"/>
              <a:gd name="connsiteX19" fmla="*/ 1337734 w 1786467"/>
              <a:gd name="connsiteY19" fmla="*/ 1972733 h 2912533"/>
              <a:gd name="connsiteX20" fmla="*/ 1312334 w 1786467"/>
              <a:gd name="connsiteY20" fmla="*/ 1913466 h 2912533"/>
              <a:gd name="connsiteX21" fmla="*/ 1303867 w 1786467"/>
              <a:gd name="connsiteY21" fmla="*/ 1871133 h 2912533"/>
              <a:gd name="connsiteX22" fmla="*/ 1278467 w 1786467"/>
              <a:gd name="connsiteY22" fmla="*/ 1794933 h 2912533"/>
              <a:gd name="connsiteX23" fmla="*/ 1270000 w 1786467"/>
              <a:gd name="connsiteY23" fmla="*/ 1769533 h 2912533"/>
              <a:gd name="connsiteX24" fmla="*/ 1253067 w 1786467"/>
              <a:gd name="connsiteY24" fmla="*/ 1710266 h 2912533"/>
              <a:gd name="connsiteX25" fmla="*/ 1227667 w 1786467"/>
              <a:gd name="connsiteY25" fmla="*/ 1667933 h 2912533"/>
              <a:gd name="connsiteX26" fmla="*/ 1210734 w 1786467"/>
              <a:gd name="connsiteY26" fmla="*/ 1634066 h 2912533"/>
              <a:gd name="connsiteX27" fmla="*/ 1176867 w 1786467"/>
              <a:gd name="connsiteY27" fmla="*/ 1583266 h 2912533"/>
              <a:gd name="connsiteX28" fmla="*/ 1143000 w 1786467"/>
              <a:gd name="connsiteY28" fmla="*/ 1524000 h 2912533"/>
              <a:gd name="connsiteX29" fmla="*/ 1117600 w 1786467"/>
              <a:gd name="connsiteY29" fmla="*/ 1490133 h 2912533"/>
              <a:gd name="connsiteX30" fmla="*/ 1100667 w 1786467"/>
              <a:gd name="connsiteY30" fmla="*/ 1456266 h 2912533"/>
              <a:gd name="connsiteX31" fmla="*/ 1075267 w 1786467"/>
              <a:gd name="connsiteY31" fmla="*/ 1422400 h 2912533"/>
              <a:gd name="connsiteX32" fmla="*/ 1058334 w 1786467"/>
              <a:gd name="connsiteY32" fmla="*/ 1397000 h 2912533"/>
              <a:gd name="connsiteX33" fmla="*/ 1041400 w 1786467"/>
              <a:gd name="connsiteY33" fmla="*/ 1380066 h 2912533"/>
              <a:gd name="connsiteX34" fmla="*/ 1024467 w 1786467"/>
              <a:gd name="connsiteY34" fmla="*/ 1354666 h 2912533"/>
              <a:gd name="connsiteX35" fmla="*/ 999067 w 1786467"/>
              <a:gd name="connsiteY35" fmla="*/ 1320800 h 2912533"/>
              <a:gd name="connsiteX36" fmla="*/ 990600 w 1786467"/>
              <a:gd name="connsiteY36" fmla="*/ 1295400 h 2912533"/>
              <a:gd name="connsiteX37" fmla="*/ 973667 w 1786467"/>
              <a:gd name="connsiteY37" fmla="*/ 1270000 h 2912533"/>
              <a:gd name="connsiteX38" fmla="*/ 956734 w 1786467"/>
              <a:gd name="connsiteY38" fmla="*/ 1210733 h 2912533"/>
              <a:gd name="connsiteX39" fmla="*/ 939800 w 1786467"/>
              <a:gd name="connsiteY39" fmla="*/ 1185333 h 2912533"/>
              <a:gd name="connsiteX40" fmla="*/ 922867 w 1786467"/>
              <a:gd name="connsiteY40" fmla="*/ 1134533 h 2912533"/>
              <a:gd name="connsiteX41" fmla="*/ 905934 w 1786467"/>
              <a:gd name="connsiteY41" fmla="*/ 1109133 h 2912533"/>
              <a:gd name="connsiteX42" fmla="*/ 889000 w 1786467"/>
              <a:gd name="connsiteY42" fmla="*/ 1058333 h 2912533"/>
              <a:gd name="connsiteX43" fmla="*/ 880534 w 1786467"/>
              <a:gd name="connsiteY43" fmla="*/ 1024466 h 2912533"/>
              <a:gd name="connsiteX44" fmla="*/ 821267 w 1786467"/>
              <a:gd name="connsiteY44" fmla="*/ 931333 h 2912533"/>
              <a:gd name="connsiteX45" fmla="*/ 812800 w 1786467"/>
              <a:gd name="connsiteY45" fmla="*/ 905933 h 2912533"/>
              <a:gd name="connsiteX46" fmla="*/ 778934 w 1786467"/>
              <a:gd name="connsiteY46" fmla="*/ 846666 h 2912533"/>
              <a:gd name="connsiteX47" fmla="*/ 753534 w 1786467"/>
              <a:gd name="connsiteY47" fmla="*/ 778933 h 2912533"/>
              <a:gd name="connsiteX48" fmla="*/ 736600 w 1786467"/>
              <a:gd name="connsiteY48" fmla="*/ 728133 h 2912533"/>
              <a:gd name="connsiteX49" fmla="*/ 728134 w 1786467"/>
              <a:gd name="connsiteY49" fmla="*/ 702733 h 2912533"/>
              <a:gd name="connsiteX50" fmla="*/ 711200 w 1786467"/>
              <a:gd name="connsiteY50" fmla="*/ 677333 h 2912533"/>
              <a:gd name="connsiteX51" fmla="*/ 702734 w 1786467"/>
              <a:gd name="connsiteY51" fmla="*/ 651933 h 2912533"/>
              <a:gd name="connsiteX52" fmla="*/ 685800 w 1786467"/>
              <a:gd name="connsiteY52" fmla="*/ 618066 h 2912533"/>
              <a:gd name="connsiteX53" fmla="*/ 635000 w 1786467"/>
              <a:gd name="connsiteY53" fmla="*/ 550333 h 2912533"/>
              <a:gd name="connsiteX54" fmla="*/ 609600 w 1786467"/>
              <a:gd name="connsiteY54" fmla="*/ 524933 h 2912533"/>
              <a:gd name="connsiteX55" fmla="*/ 541867 w 1786467"/>
              <a:gd name="connsiteY55" fmla="*/ 431800 h 2912533"/>
              <a:gd name="connsiteX56" fmla="*/ 516467 w 1786467"/>
              <a:gd name="connsiteY56" fmla="*/ 406400 h 2912533"/>
              <a:gd name="connsiteX57" fmla="*/ 499534 w 1786467"/>
              <a:gd name="connsiteY57" fmla="*/ 381000 h 2912533"/>
              <a:gd name="connsiteX58" fmla="*/ 474134 w 1786467"/>
              <a:gd name="connsiteY58" fmla="*/ 364066 h 2912533"/>
              <a:gd name="connsiteX59" fmla="*/ 431800 w 1786467"/>
              <a:gd name="connsiteY59" fmla="*/ 321733 h 2912533"/>
              <a:gd name="connsiteX60" fmla="*/ 406400 w 1786467"/>
              <a:gd name="connsiteY60" fmla="*/ 296333 h 2912533"/>
              <a:gd name="connsiteX61" fmla="*/ 381000 w 1786467"/>
              <a:gd name="connsiteY61" fmla="*/ 279400 h 2912533"/>
              <a:gd name="connsiteX62" fmla="*/ 364067 w 1786467"/>
              <a:gd name="connsiteY62" fmla="*/ 262466 h 2912533"/>
              <a:gd name="connsiteX63" fmla="*/ 287867 w 1786467"/>
              <a:gd name="connsiteY63" fmla="*/ 220133 h 2912533"/>
              <a:gd name="connsiteX64" fmla="*/ 262467 w 1786467"/>
              <a:gd name="connsiteY64" fmla="*/ 203200 h 2912533"/>
              <a:gd name="connsiteX65" fmla="*/ 211667 w 1786467"/>
              <a:gd name="connsiteY65" fmla="*/ 186266 h 2912533"/>
              <a:gd name="connsiteX66" fmla="*/ 160867 w 1786467"/>
              <a:gd name="connsiteY66" fmla="*/ 152400 h 2912533"/>
              <a:gd name="connsiteX67" fmla="*/ 127000 w 1786467"/>
              <a:gd name="connsiteY67" fmla="*/ 118533 h 2912533"/>
              <a:gd name="connsiteX68" fmla="*/ 118534 w 1786467"/>
              <a:gd name="connsiteY68" fmla="*/ 93133 h 2912533"/>
              <a:gd name="connsiteX69" fmla="*/ 33867 w 1786467"/>
              <a:gd name="connsiteY69" fmla="*/ 25400 h 2912533"/>
              <a:gd name="connsiteX70" fmla="*/ 0 w 1786467"/>
              <a:gd name="connsiteY70" fmla="*/ 0 h 291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786467" h="2912533">
                <a:moveTo>
                  <a:pt x="1786467" y="2912533"/>
                </a:moveTo>
                <a:cubicBezTo>
                  <a:pt x="1780823" y="2892777"/>
                  <a:pt x="1776556" y="2872575"/>
                  <a:pt x="1769534" y="2853266"/>
                </a:cubicBezTo>
                <a:cubicBezTo>
                  <a:pt x="1749744" y="2798846"/>
                  <a:pt x="1758234" y="2839135"/>
                  <a:pt x="1735667" y="2794000"/>
                </a:cubicBezTo>
                <a:cubicBezTo>
                  <a:pt x="1728870" y="2780406"/>
                  <a:pt x="1725531" y="2765260"/>
                  <a:pt x="1718734" y="2751666"/>
                </a:cubicBezTo>
                <a:cubicBezTo>
                  <a:pt x="1711375" y="2736947"/>
                  <a:pt x="1700694" y="2724052"/>
                  <a:pt x="1693334" y="2709333"/>
                </a:cubicBezTo>
                <a:cubicBezTo>
                  <a:pt x="1686537" y="2695739"/>
                  <a:pt x="1683940" y="2680196"/>
                  <a:pt x="1676400" y="2667000"/>
                </a:cubicBezTo>
                <a:cubicBezTo>
                  <a:pt x="1672440" y="2660069"/>
                  <a:pt x="1664162" y="2656522"/>
                  <a:pt x="1659467" y="2650066"/>
                </a:cubicBezTo>
                <a:cubicBezTo>
                  <a:pt x="1641512" y="2625378"/>
                  <a:pt x="1622319" y="2601170"/>
                  <a:pt x="1608667" y="2573866"/>
                </a:cubicBezTo>
                <a:cubicBezTo>
                  <a:pt x="1603023" y="2562577"/>
                  <a:pt x="1598735" y="2550501"/>
                  <a:pt x="1591734" y="2540000"/>
                </a:cubicBezTo>
                <a:cubicBezTo>
                  <a:pt x="1568277" y="2504815"/>
                  <a:pt x="1578371" y="2543801"/>
                  <a:pt x="1557867" y="2497666"/>
                </a:cubicBezTo>
                <a:cubicBezTo>
                  <a:pt x="1550618" y="2481355"/>
                  <a:pt x="1550835" y="2461717"/>
                  <a:pt x="1540934" y="2446866"/>
                </a:cubicBezTo>
                <a:cubicBezTo>
                  <a:pt x="1509997" y="2400462"/>
                  <a:pt x="1528553" y="2430571"/>
                  <a:pt x="1490134" y="2353733"/>
                </a:cubicBezTo>
                <a:cubicBezTo>
                  <a:pt x="1484489" y="2342444"/>
                  <a:pt x="1477191" y="2331840"/>
                  <a:pt x="1473200" y="2319866"/>
                </a:cubicBezTo>
                <a:cubicBezTo>
                  <a:pt x="1470378" y="2311399"/>
                  <a:pt x="1468250" y="2302669"/>
                  <a:pt x="1464734" y="2294466"/>
                </a:cubicBezTo>
                <a:cubicBezTo>
                  <a:pt x="1459762" y="2282865"/>
                  <a:pt x="1452772" y="2272201"/>
                  <a:pt x="1447800" y="2260600"/>
                </a:cubicBezTo>
                <a:cubicBezTo>
                  <a:pt x="1444284" y="2252397"/>
                  <a:pt x="1443027" y="2243325"/>
                  <a:pt x="1439334" y="2235200"/>
                </a:cubicBezTo>
                <a:cubicBezTo>
                  <a:pt x="1428889" y="2212220"/>
                  <a:pt x="1413449" y="2191414"/>
                  <a:pt x="1405467" y="2167466"/>
                </a:cubicBezTo>
                <a:cubicBezTo>
                  <a:pt x="1366921" y="2051827"/>
                  <a:pt x="1408977" y="2170012"/>
                  <a:pt x="1371600" y="2082800"/>
                </a:cubicBezTo>
                <a:cubicBezTo>
                  <a:pt x="1356705" y="2048045"/>
                  <a:pt x="1367914" y="2059221"/>
                  <a:pt x="1354667" y="2015066"/>
                </a:cubicBezTo>
                <a:cubicBezTo>
                  <a:pt x="1350300" y="2000509"/>
                  <a:pt x="1342540" y="1987151"/>
                  <a:pt x="1337734" y="1972733"/>
                </a:cubicBezTo>
                <a:cubicBezTo>
                  <a:pt x="1319510" y="1918060"/>
                  <a:pt x="1342096" y="1958110"/>
                  <a:pt x="1312334" y="1913466"/>
                </a:cubicBezTo>
                <a:cubicBezTo>
                  <a:pt x="1309512" y="1899355"/>
                  <a:pt x="1307653" y="1885016"/>
                  <a:pt x="1303867" y="1871133"/>
                </a:cubicBezTo>
                <a:cubicBezTo>
                  <a:pt x="1303862" y="1871114"/>
                  <a:pt x="1282704" y="1807642"/>
                  <a:pt x="1278467" y="1794933"/>
                </a:cubicBezTo>
                <a:cubicBezTo>
                  <a:pt x="1275645" y="1786466"/>
                  <a:pt x="1272164" y="1778191"/>
                  <a:pt x="1270000" y="1769533"/>
                </a:cubicBezTo>
                <a:cubicBezTo>
                  <a:pt x="1267286" y="1758677"/>
                  <a:pt x="1259142" y="1722416"/>
                  <a:pt x="1253067" y="1710266"/>
                </a:cubicBezTo>
                <a:cubicBezTo>
                  <a:pt x="1245708" y="1695547"/>
                  <a:pt x="1235659" y="1682318"/>
                  <a:pt x="1227667" y="1667933"/>
                </a:cubicBezTo>
                <a:cubicBezTo>
                  <a:pt x="1221538" y="1656900"/>
                  <a:pt x="1217228" y="1644889"/>
                  <a:pt x="1210734" y="1634066"/>
                </a:cubicBezTo>
                <a:cubicBezTo>
                  <a:pt x="1200263" y="1616615"/>
                  <a:pt x="1185968" y="1601469"/>
                  <a:pt x="1176867" y="1583266"/>
                </a:cubicBezTo>
                <a:cubicBezTo>
                  <a:pt x="1160329" y="1550189"/>
                  <a:pt x="1162948" y="1551927"/>
                  <a:pt x="1143000" y="1524000"/>
                </a:cubicBezTo>
                <a:cubicBezTo>
                  <a:pt x="1134798" y="1512517"/>
                  <a:pt x="1125079" y="1502099"/>
                  <a:pt x="1117600" y="1490133"/>
                </a:cubicBezTo>
                <a:cubicBezTo>
                  <a:pt x="1110911" y="1479430"/>
                  <a:pt x="1107356" y="1466969"/>
                  <a:pt x="1100667" y="1456266"/>
                </a:cubicBezTo>
                <a:cubicBezTo>
                  <a:pt x="1093188" y="1444300"/>
                  <a:pt x="1083469" y="1433883"/>
                  <a:pt x="1075267" y="1422400"/>
                </a:cubicBezTo>
                <a:cubicBezTo>
                  <a:pt x="1069353" y="1414120"/>
                  <a:pt x="1064691" y="1404946"/>
                  <a:pt x="1058334" y="1397000"/>
                </a:cubicBezTo>
                <a:cubicBezTo>
                  <a:pt x="1053347" y="1390766"/>
                  <a:pt x="1046387" y="1386300"/>
                  <a:pt x="1041400" y="1380066"/>
                </a:cubicBezTo>
                <a:cubicBezTo>
                  <a:pt x="1035043" y="1372120"/>
                  <a:pt x="1030381" y="1362946"/>
                  <a:pt x="1024467" y="1354666"/>
                </a:cubicBezTo>
                <a:cubicBezTo>
                  <a:pt x="1016265" y="1343183"/>
                  <a:pt x="1007534" y="1332089"/>
                  <a:pt x="999067" y="1320800"/>
                </a:cubicBezTo>
                <a:cubicBezTo>
                  <a:pt x="996245" y="1312333"/>
                  <a:pt x="994591" y="1303382"/>
                  <a:pt x="990600" y="1295400"/>
                </a:cubicBezTo>
                <a:cubicBezTo>
                  <a:pt x="986049" y="1286299"/>
                  <a:pt x="977675" y="1279353"/>
                  <a:pt x="973667" y="1270000"/>
                </a:cubicBezTo>
                <a:cubicBezTo>
                  <a:pt x="957401" y="1232047"/>
                  <a:pt x="973200" y="1243666"/>
                  <a:pt x="956734" y="1210733"/>
                </a:cubicBezTo>
                <a:cubicBezTo>
                  <a:pt x="952183" y="1201631"/>
                  <a:pt x="945445" y="1193800"/>
                  <a:pt x="939800" y="1185333"/>
                </a:cubicBezTo>
                <a:cubicBezTo>
                  <a:pt x="934156" y="1168400"/>
                  <a:pt x="932768" y="1149385"/>
                  <a:pt x="922867" y="1134533"/>
                </a:cubicBezTo>
                <a:cubicBezTo>
                  <a:pt x="917223" y="1126066"/>
                  <a:pt x="910067" y="1118432"/>
                  <a:pt x="905934" y="1109133"/>
                </a:cubicBezTo>
                <a:cubicBezTo>
                  <a:pt x="898685" y="1092822"/>
                  <a:pt x="893329" y="1075650"/>
                  <a:pt x="889000" y="1058333"/>
                </a:cubicBezTo>
                <a:cubicBezTo>
                  <a:pt x="886178" y="1047044"/>
                  <a:pt x="885009" y="1035207"/>
                  <a:pt x="880534" y="1024466"/>
                </a:cubicBezTo>
                <a:cubicBezTo>
                  <a:pt x="852520" y="957231"/>
                  <a:pt x="859200" y="969266"/>
                  <a:pt x="821267" y="931333"/>
                </a:cubicBezTo>
                <a:cubicBezTo>
                  <a:pt x="818445" y="922866"/>
                  <a:pt x="816316" y="914136"/>
                  <a:pt x="812800" y="905933"/>
                </a:cubicBezTo>
                <a:cubicBezTo>
                  <a:pt x="799909" y="875853"/>
                  <a:pt x="795941" y="872176"/>
                  <a:pt x="778934" y="846666"/>
                </a:cubicBezTo>
                <a:cubicBezTo>
                  <a:pt x="760603" y="773346"/>
                  <a:pt x="783050" y="852722"/>
                  <a:pt x="753534" y="778933"/>
                </a:cubicBezTo>
                <a:cubicBezTo>
                  <a:pt x="746905" y="762360"/>
                  <a:pt x="742244" y="745066"/>
                  <a:pt x="736600" y="728133"/>
                </a:cubicBezTo>
                <a:cubicBezTo>
                  <a:pt x="733778" y="719666"/>
                  <a:pt x="733085" y="710159"/>
                  <a:pt x="728134" y="702733"/>
                </a:cubicBezTo>
                <a:lnTo>
                  <a:pt x="711200" y="677333"/>
                </a:lnTo>
                <a:cubicBezTo>
                  <a:pt x="708378" y="668866"/>
                  <a:pt x="706250" y="660136"/>
                  <a:pt x="702734" y="651933"/>
                </a:cubicBezTo>
                <a:cubicBezTo>
                  <a:pt x="697762" y="640332"/>
                  <a:pt x="692062" y="629025"/>
                  <a:pt x="685800" y="618066"/>
                </a:cubicBezTo>
                <a:cubicBezTo>
                  <a:pt x="673938" y="597307"/>
                  <a:pt x="648417" y="565666"/>
                  <a:pt x="635000" y="550333"/>
                </a:cubicBezTo>
                <a:cubicBezTo>
                  <a:pt x="627115" y="541322"/>
                  <a:pt x="617265" y="534131"/>
                  <a:pt x="609600" y="524933"/>
                </a:cubicBezTo>
                <a:cubicBezTo>
                  <a:pt x="562324" y="468201"/>
                  <a:pt x="639512" y="529445"/>
                  <a:pt x="541867" y="431800"/>
                </a:cubicBezTo>
                <a:cubicBezTo>
                  <a:pt x="533400" y="423333"/>
                  <a:pt x="524132" y="415598"/>
                  <a:pt x="516467" y="406400"/>
                </a:cubicBezTo>
                <a:cubicBezTo>
                  <a:pt x="509953" y="398583"/>
                  <a:pt x="506729" y="388195"/>
                  <a:pt x="499534" y="381000"/>
                </a:cubicBezTo>
                <a:cubicBezTo>
                  <a:pt x="492339" y="373805"/>
                  <a:pt x="481792" y="370767"/>
                  <a:pt x="474134" y="364066"/>
                </a:cubicBezTo>
                <a:cubicBezTo>
                  <a:pt x="459115" y="350925"/>
                  <a:pt x="445911" y="335844"/>
                  <a:pt x="431800" y="321733"/>
                </a:cubicBezTo>
                <a:cubicBezTo>
                  <a:pt x="423333" y="313266"/>
                  <a:pt x="416363" y="302975"/>
                  <a:pt x="406400" y="296333"/>
                </a:cubicBezTo>
                <a:cubicBezTo>
                  <a:pt x="397933" y="290689"/>
                  <a:pt x="388946" y="285757"/>
                  <a:pt x="381000" y="279400"/>
                </a:cubicBezTo>
                <a:cubicBezTo>
                  <a:pt x="374767" y="274413"/>
                  <a:pt x="370453" y="267256"/>
                  <a:pt x="364067" y="262466"/>
                </a:cubicBezTo>
                <a:cubicBezTo>
                  <a:pt x="257296" y="182387"/>
                  <a:pt x="353863" y="253131"/>
                  <a:pt x="287867" y="220133"/>
                </a:cubicBezTo>
                <a:cubicBezTo>
                  <a:pt x="278766" y="215582"/>
                  <a:pt x="271766" y="207333"/>
                  <a:pt x="262467" y="203200"/>
                </a:cubicBezTo>
                <a:cubicBezTo>
                  <a:pt x="246156" y="195951"/>
                  <a:pt x="226519" y="196167"/>
                  <a:pt x="211667" y="186266"/>
                </a:cubicBezTo>
                <a:cubicBezTo>
                  <a:pt x="194734" y="174977"/>
                  <a:pt x="175257" y="166790"/>
                  <a:pt x="160867" y="152400"/>
                </a:cubicBezTo>
                <a:lnTo>
                  <a:pt x="127000" y="118533"/>
                </a:lnTo>
                <a:cubicBezTo>
                  <a:pt x="124178" y="110066"/>
                  <a:pt x="123721" y="100395"/>
                  <a:pt x="118534" y="93133"/>
                </a:cubicBezTo>
                <a:cubicBezTo>
                  <a:pt x="76634" y="34473"/>
                  <a:pt x="89846" y="81383"/>
                  <a:pt x="33867" y="25400"/>
                </a:cubicBezTo>
                <a:cubicBezTo>
                  <a:pt x="12472" y="4003"/>
                  <a:pt x="24074" y="12036"/>
                  <a:pt x="0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003A5A1F-0866-1836-D5C4-5B0187885C21}"/>
              </a:ext>
            </a:extLst>
          </p:cNvPr>
          <p:cNvSpPr/>
          <p:nvPr/>
        </p:nvSpPr>
        <p:spPr>
          <a:xfrm>
            <a:off x="30240531" y="11353699"/>
            <a:ext cx="386893" cy="219998"/>
          </a:xfrm>
          <a:custGeom>
            <a:avLst/>
            <a:gdLst>
              <a:gd name="connsiteX0" fmla="*/ 0 w 431800"/>
              <a:gd name="connsiteY0" fmla="*/ 0 h 245533"/>
              <a:gd name="connsiteX1" fmla="*/ 67733 w 431800"/>
              <a:gd name="connsiteY1" fmla="*/ 8467 h 245533"/>
              <a:gd name="connsiteX2" fmla="*/ 127000 w 431800"/>
              <a:gd name="connsiteY2" fmla="*/ 42333 h 245533"/>
              <a:gd name="connsiteX3" fmla="*/ 143933 w 431800"/>
              <a:gd name="connsiteY3" fmla="*/ 59267 h 245533"/>
              <a:gd name="connsiteX4" fmla="*/ 177800 w 431800"/>
              <a:gd name="connsiteY4" fmla="*/ 76200 h 245533"/>
              <a:gd name="connsiteX5" fmla="*/ 228600 w 431800"/>
              <a:gd name="connsiteY5" fmla="*/ 118533 h 245533"/>
              <a:gd name="connsiteX6" fmla="*/ 279400 w 431800"/>
              <a:gd name="connsiteY6" fmla="*/ 135467 h 245533"/>
              <a:gd name="connsiteX7" fmla="*/ 304800 w 431800"/>
              <a:gd name="connsiteY7" fmla="*/ 143933 h 245533"/>
              <a:gd name="connsiteX8" fmla="*/ 321733 w 431800"/>
              <a:gd name="connsiteY8" fmla="*/ 160867 h 245533"/>
              <a:gd name="connsiteX9" fmla="*/ 338666 w 431800"/>
              <a:gd name="connsiteY9" fmla="*/ 186267 h 245533"/>
              <a:gd name="connsiteX10" fmla="*/ 364066 w 431800"/>
              <a:gd name="connsiteY10" fmla="*/ 194733 h 245533"/>
              <a:gd name="connsiteX11" fmla="*/ 381000 w 431800"/>
              <a:gd name="connsiteY11" fmla="*/ 211667 h 245533"/>
              <a:gd name="connsiteX12" fmla="*/ 431800 w 431800"/>
              <a:gd name="connsiteY12" fmla="*/ 245533 h 245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1800" h="245533">
                <a:moveTo>
                  <a:pt x="0" y="0"/>
                </a:moveTo>
                <a:cubicBezTo>
                  <a:pt x="22578" y="2822"/>
                  <a:pt x="45659" y="2948"/>
                  <a:pt x="67733" y="8467"/>
                </a:cubicBezTo>
                <a:cubicBezTo>
                  <a:pt x="80375" y="11627"/>
                  <a:pt x="115548" y="33171"/>
                  <a:pt x="127000" y="42333"/>
                </a:cubicBezTo>
                <a:cubicBezTo>
                  <a:pt x="133233" y="47320"/>
                  <a:pt x="137291" y="54839"/>
                  <a:pt x="143933" y="59267"/>
                </a:cubicBezTo>
                <a:cubicBezTo>
                  <a:pt x="154435" y="66268"/>
                  <a:pt x="166511" y="70556"/>
                  <a:pt x="177800" y="76200"/>
                </a:cubicBezTo>
                <a:cubicBezTo>
                  <a:pt x="193752" y="92152"/>
                  <a:pt x="207381" y="109102"/>
                  <a:pt x="228600" y="118533"/>
                </a:cubicBezTo>
                <a:cubicBezTo>
                  <a:pt x="244911" y="125782"/>
                  <a:pt x="262467" y="129823"/>
                  <a:pt x="279400" y="135467"/>
                </a:cubicBezTo>
                <a:lnTo>
                  <a:pt x="304800" y="143933"/>
                </a:lnTo>
                <a:cubicBezTo>
                  <a:pt x="310444" y="149578"/>
                  <a:pt x="316746" y="154634"/>
                  <a:pt x="321733" y="160867"/>
                </a:cubicBezTo>
                <a:cubicBezTo>
                  <a:pt x="328090" y="168813"/>
                  <a:pt x="330720" y="179910"/>
                  <a:pt x="338666" y="186267"/>
                </a:cubicBezTo>
                <a:cubicBezTo>
                  <a:pt x="345635" y="191842"/>
                  <a:pt x="355599" y="191911"/>
                  <a:pt x="364066" y="194733"/>
                </a:cubicBezTo>
                <a:cubicBezTo>
                  <a:pt x="369711" y="200378"/>
                  <a:pt x="374614" y="206877"/>
                  <a:pt x="381000" y="211667"/>
                </a:cubicBezTo>
                <a:cubicBezTo>
                  <a:pt x="397281" y="223878"/>
                  <a:pt x="431800" y="245533"/>
                  <a:pt x="431800" y="245533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4888B4B8-3EF4-314C-45D0-835AF6AFB616}"/>
              </a:ext>
            </a:extLst>
          </p:cNvPr>
          <p:cNvSpPr/>
          <p:nvPr/>
        </p:nvSpPr>
        <p:spPr>
          <a:xfrm>
            <a:off x="30244324" y="9970592"/>
            <a:ext cx="1014818" cy="1377933"/>
          </a:xfrm>
          <a:custGeom>
            <a:avLst/>
            <a:gdLst>
              <a:gd name="connsiteX0" fmla="*/ 0 w 1132609"/>
              <a:gd name="connsiteY0" fmla="*/ 1537872 h 1537872"/>
              <a:gd name="connsiteX1" fmla="*/ 20782 w 1132609"/>
              <a:gd name="connsiteY1" fmla="*/ 1423572 h 1537872"/>
              <a:gd name="connsiteX2" fmla="*/ 31173 w 1132609"/>
              <a:gd name="connsiteY2" fmla="*/ 1392400 h 1537872"/>
              <a:gd name="connsiteX3" fmla="*/ 51955 w 1132609"/>
              <a:gd name="connsiteY3" fmla="*/ 1361227 h 1537872"/>
              <a:gd name="connsiteX4" fmla="*/ 83127 w 1132609"/>
              <a:gd name="connsiteY4" fmla="*/ 1298881 h 1537872"/>
              <a:gd name="connsiteX5" fmla="*/ 93518 w 1132609"/>
              <a:gd name="connsiteY5" fmla="*/ 1257318 h 1537872"/>
              <a:gd name="connsiteX6" fmla="*/ 114300 w 1132609"/>
              <a:gd name="connsiteY6" fmla="*/ 1226145 h 1537872"/>
              <a:gd name="connsiteX7" fmla="*/ 176645 w 1132609"/>
              <a:gd name="connsiteY7" fmla="*/ 1122236 h 1537872"/>
              <a:gd name="connsiteX8" fmla="*/ 238991 w 1132609"/>
              <a:gd name="connsiteY8" fmla="*/ 1059890 h 1537872"/>
              <a:gd name="connsiteX9" fmla="*/ 270164 w 1132609"/>
              <a:gd name="connsiteY9" fmla="*/ 1028718 h 1537872"/>
              <a:gd name="connsiteX10" fmla="*/ 311727 w 1132609"/>
              <a:gd name="connsiteY10" fmla="*/ 997545 h 1537872"/>
              <a:gd name="connsiteX11" fmla="*/ 342900 w 1132609"/>
              <a:gd name="connsiteY11" fmla="*/ 955981 h 1537872"/>
              <a:gd name="connsiteX12" fmla="*/ 384464 w 1132609"/>
              <a:gd name="connsiteY12" fmla="*/ 924809 h 1537872"/>
              <a:gd name="connsiteX13" fmla="*/ 457200 w 1132609"/>
              <a:gd name="connsiteY13" fmla="*/ 831290 h 1537872"/>
              <a:gd name="connsiteX14" fmla="*/ 488373 w 1132609"/>
              <a:gd name="connsiteY14" fmla="*/ 800118 h 1537872"/>
              <a:gd name="connsiteX15" fmla="*/ 509155 w 1132609"/>
              <a:gd name="connsiteY15" fmla="*/ 748163 h 1537872"/>
              <a:gd name="connsiteX16" fmla="*/ 529936 w 1132609"/>
              <a:gd name="connsiteY16" fmla="*/ 716990 h 1537872"/>
              <a:gd name="connsiteX17" fmla="*/ 550718 w 1132609"/>
              <a:gd name="connsiteY17" fmla="*/ 675427 h 1537872"/>
              <a:gd name="connsiteX18" fmla="*/ 571500 w 1132609"/>
              <a:gd name="connsiteY18" fmla="*/ 644254 h 1537872"/>
              <a:gd name="connsiteX19" fmla="*/ 592282 w 1132609"/>
              <a:gd name="connsiteY19" fmla="*/ 602690 h 1537872"/>
              <a:gd name="connsiteX20" fmla="*/ 654627 w 1132609"/>
              <a:gd name="connsiteY20" fmla="*/ 550736 h 1537872"/>
              <a:gd name="connsiteX21" fmla="*/ 696191 w 1132609"/>
              <a:gd name="connsiteY21" fmla="*/ 519563 h 1537872"/>
              <a:gd name="connsiteX22" fmla="*/ 737755 w 1132609"/>
              <a:gd name="connsiteY22" fmla="*/ 457218 h 1537872"/>
              <a:gd name="connsiteX23" fmla="*/ 768927 w 1132609"/>
              <a:gd name="connsiteY23" fmla="*/ 394872 h 1537872"/>
              <a:gd name="connsiteX24" fmla="*/ 779318 w 1132609"/>
              <a:gd name="connsiteY24" fmla="*/ 363700 h 1537872"/>
              <a:gd name="connsiteX25" fmla="*/ 841664 w 1132609"/>
              <a:gd name="connsiteY25" fmla="*/ 322136 h 1537872"/>
              <a:gd name="connsiteX26" fmla="*/ 904009 w 1132609"/>
              <a:gd name="connsiteY26" fmla="*/ 280572 h 1537872"/>
              <a:gd name="connsiteX27" fmla="*/ 935182 w 1132609"/>
              <a:gd name="connsiteY27" fmla="*/ 259790 h 1537872"/>
              <a:gd name="connsiteX28" fmla="*/ 997527 w 1132609"/>
              <a:gd name="connsiteY28" fmla="*/ 166272 h 1537872"/>
              <a:gd name="connsiteX29" fmla="*/ 1018309 w 1132609"/>
              <a:gd name="connsiteY29" fmla="*/ 135100 h 1537872"/>
              <a:gd name="connsiteX30" fmla="*/ 1049482 w 1132609"/>
              <a:gd name="connsiteY30" fmla="*/ 72754 h 1537872"/>
              <a:gd name="connsiteX31" fmla="*/ 1080655 w 1132609"/>
              <a:gd name="connsiteY31" fmla="*/ 62363 h 1537872"/>
              <a:gd name="connsiteX32" fmla="*/ 1132609 w 1132609"/>
              <a:gd name="connsiteY32" fmla="*/ 18 h 1537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132609" h="1537872">
                <a:moveTo>
                  <a:pt x="0" y="1537872"/>
                </a:moveTo>
                <a:cubicBezTo>
                  <a:pt x="6927" y="1499772"/>
                  <a:pt x="12668" y="1461437"/>
                  <a:pt x="20782" y="1423572"/>
                </a:cubicBezTo>
                <a:cubicBezTo>
                  <a:pt x="23077" y="1412862"/>
                  <a:pt x="26275" y="1402196"/>
                  <a:pt x="31173" y="1392400"/>
                </a:cubicBezTo>
                <a:cubicBezTo>
                  <a:pt x="36758" y="1381230"/>
                  <a:pt x="45028" y="1371618"/>
                  <a:pt x="51955" y="1361227"/>
                </a:cubicBezTo>
                <a:cubicBezTo>
                  <a:pt x="95723" y="1229911"/>
                  <a:pt x="22715" y="1439841"/>
                  <a:pt x="83127" y="1298881"/>
                </a:cubicBezTo>
                <a:cubicBezTo>
                  <a:pt x="88753" y="1285755"/>
                  <a:pt x="87892" y="1270444"/>
                  <a:pt x="93518" y="1257318"/>
                </a:cubicBezTo>
                <a:cubicBezTo>
                  <a:pt x="98437" y="1245839"/>
                  <a:pt x="108235" y="1237062"/>
                  <a:pt x="114300" y="1226145"/>
                </a:cubicBezTo>
                <a:cubicBezTo>
                  <a:pt x="144989" y="1170906"/>
                  <a:pt x="137666" y="1165546"/>
                  <a:pt x="176645" y="1122236"/>
                </a:cubicBezTo>
                <a:cubicBezTo>
                  <a:pt x="196306" y="1100390"/>
                  <a:pt x="218209" y="1080672"/>
                  <a:pt x="238991" y="1059890"/>
                </a:cubicBezTo>
                <a:cubicBezTo>
                  <a:pt x="249382" y="1049499"/>
                  <a:pt x="258408" y="1037535"/>
                  <a:pt x="270164" y="1028718"/>
                </a:cubicBezTo>
                <a:cubicBezTo>
                  <a:pt x="284018" y="1018327"/>
                  <a:pt x="299481" y="1009791"/>
                  <a:pt x="311727" y="997545"/>
                </a:cubicBezTo>
                <a:cubicBezTo>
                  <a:pt x="323973" y="985299"/>
                  <a:pt x="330654" y="968227"/>
                  <a:pt x="342900" y="955981"/>
                </a:cubicBezTo>
                <a:cubicBezTo>
                  <a:pt x="355146" y="943735"/>
                  <a:pt x="372762" y="937575"/>
                  <a:pt x="384464" y="924809"/>
                </a:cubicBezTo>
                <a:cubicBezTo>
                  <a:pt x="411149" y="895698"/>
                  <a:pt x="429275" y="859214"/>
                  <a:pt x="457200" y="831290"/>
                </a:cubicBezTo>
                <a:lnTo>
                  <a:pt x="488373" y="800118"/>
                </a:lnTo>
                <a:cubicBezTo>
                  <a:pt x="495300" y="782800"/>
                  <a:pt x="500814" y="764846"/>
                  <a:pt x="509155" y="748163"/>
                </a:cubicBezTo>
                <a:cubicBezTo>
                  <a:pt x="514740" y="736993"/>
                  <a:pt x="523740" y="727833"/>
                  <a:pt x="529936" y="716990"/>
                </a:cubicBezTo>
                <a:cubicBezTo>
                  <a:pt x="537621" y="703541"/>
                  <a:pt x="543033" y="688876"/>
                  <a:pt x="550718" y="675427"/>
                </a:cubicBezTo>
                <a:cubicBezTo>
                  <a:pt x="556914" y="664584"/>
                  <a:pt x="565304" y="655097"/>
                  <a:pt x="571500" y="644254"/>
                </a:cubicBezTo>
                <a:cubicBezTo>
                  <a:pt x="579185" y="630805"/>
                  <a:pt x="583279" y="615295"/>
                  <a:pt x="592282" y="602690"/>
                </a:cubicBezTo>
                <a:cubicBezTo>
                  <a:pt x="612494" y="574393"/>
                  <a:pt x="628048" y="569721"/>
                  <a:pt x="654627" y="550736"/>
                </a:cubicBezTo>
                <a:cubicBezTo>
                  <a:pt x="668719" y="540670"/>
                  <a:pt x="684685" y="532507"/>
                  <a:pt x="696191" y="519563"/>
                </a:cubicBezTo>
                <a:cubicBezTo>
                  <a:pt x="712785" y="500895"/>
                  <a:pt x="737755" y="457218"/>
                  <a:pt x="737755" y="457218"/>
                </a:cubicBezTo>
                <a:cubicBezTo>
                  <a:pt x="763867" y="378874"/>
                  <a:pt x="728646" y="475433"/>
                  <a:pt x="768927" y="394872"/>
                </a:cubicBezTo>
                <a:cubicBezTo>
                  <a:pt x="773825" y="385076"/>
                  <a:pt x="773242" y="372813"/>
                  <a:pt x="779318" y="363700"/>
                </a:cubicBezTo>
                <a:cubicBezTo>
                  <a:pt x="801557" y="330342"/>
                  <a:pt x="808982" y="333030"/>
                  <a:pt x="841664" y="322136"/>
                </a:cubicBezTo>
                <a:lnTo>
                  <a:pt x="904009" y="280572"/>
                </a:lnTo>
                <a:lnTo>
                  <a:pt x="935182" y="259790"/>
                </a:lnTo>
                <a:lnTo>
                  <a:pt x="997527" y="166272"/>
                </a:lnTo>
                <a:lnTo>
                  <a:pt x="1018309" y="135100"/>
                </a:lnTo>
                <a:cubicBezTo>
                  <a:pt x="1025154" y="114564"/>
                  <a:pt x="1031170" y="87404"/>
                  <a:pt x="1049482" y="72754"/>
                </a:cubicBezTo>
                <a:cubicBezTo>
                  <a:pt x="1058035" y="65912"/>
                  <a:pt x="1070264" y="65827"/>
                  <a:pt x="1080655" y="62363"/>
                </a:cubicBezTo>
                <a:cubicBezTo>
                  <a:pt x="1124139" y="-2864"/>
                  <a:pt x="1097242" y="18"/>
                  <a:pt x="1132609" y="18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7E31EF38-70A0-BB8E-D52F-1FC59BBDFC2A}"/>
              </a:ext>
            </a:extLst>
          </p:cNvPr>
          <p:cNvSpPr/>
          <p:nvPr/>
        </p:nvSpPr>
        <p:spPr>
          <a:xfrm>
            <a:off x="31305697" y="9933368"/>
            <a:ext cx="2355494" cy="4329267"/>
          </a:xfrm>
          <a:custGeom>
            <a:avLst/>
            <a:gdLst>
              <a:gd name="connsiteX0" fmla="*/ 2628900 w 2628900"/>
              <a:gd name="connsiteY0" fmla="*/ 4831773 h 4831773"/>
              <a:gd name="connsiteX1" fmla="*/ 2524991 w 2628900"/>
              <a:gd name="connsiteY1" fmla="*/ 4665518 h 4831773"/>
              <a:gd name="connsiteX2" fmla="*/ 2431472 w 2628900"/>
              <a:gd name="connsiteY2" fmla="*/ 4509655 h 4831773"/>
              <a:gd name="connsiteX3" fmla="*/ 2369127 w 2628900"/>
              <a:gd name="connsiteY3" fmla="*/ 4374573 h 4831773"/>
              <a:gd name="connsiteX4" fmla="*/ 2327563 w 2628900"/>
              <a:gd name="connsiteY4" fmla="*/ 4312227 h 4831773"/>
              <a:gd name="connsiteX5" fmla="*/ 2296391 w 2628900"/>
              <a:gd name="connsiteY5" fmla="*/ 4239491 h 4831773"/>
              <a:gd name="connsiteX6" fmla="*/ 2275609 w 2628900"/>
              <a:gd name="connsiteY6" fmla="*/ 4197927 h 4831773"/>
              <a:gd name="connsiteX7" fmla="*/ 2254827 w 2628900"/>
              <a:gd name="connsiteY7" fmla="*/ 4145973 h 4831773"/>
              <a:gd name="connsiteX8" fmla="*/ 2234045 w 2628900"/>
              <a:gd name="connsiteY8" fmla="*/ 4114800 h 4831773"/>
              <a:gd name="connsiteX9" fmla="*/ 2213263 w 2628900"/>
              <a:gd name="connsiteY9" fmla="*/ 4062846 h 4831773"/>
              <a:gd name="connsiteX10" fmla="*/ 2192481 w 2628900"/>
              <a:gd name="connsiteY10" fmla="*/ 4021282 h 4831773"/>
              <a:gd name="connsiteX11" fmla="*/ 2182091 w 2628900"/>
              <a:gd name="connsiteY11" fmla="*/ 3990109 h 4831773"/>
              <a:gd name="connsiteX12" fmla="*/ 2161309 w 2628900"/>
              <a:gd name="connsiteY12" fmla="*/ 3958936 h 4831773"/>
              <a:gd name="connsiteX13" fmla="*/ 2109354 w 2628900"/>
              <a:gd name="connsiteY13" fmla="*/ 3865418 h 4831773"/>
              <a:gd name="connsiteX14" fmla="*/ 2088572 w 2628900"/>
              <a:gd name="connsiteY14" fmla="*/ 3834246 h 4831773"/>
              <a:gd name="connsiteX15" fmla="*/ 2057400 w 2628900"/>
              <a:gd name="connsiteY15" fmla="*/ 3782291 h 4831773"/>
              <a:gd name="connsiteX16" fmla="*/ 2036618 w 2628900"/>
              <a:gd name="connsiteY16" fmla="*/ 3740727 h 4831773"/>
              <a:gd name="connsiteX17" fmla="*/ 2005445 w 2628900"/>
              <a:gd name="connsiteY17" fmla="*/ 3688773 h 4831773"/>
              <a:gd name="connsiteX18" fmla="*/ 1984663 w 2628900"/>
              <a:gd name="connsiteY18" fmla="*/ 3647209 h 4831773"/>
              <a:gd name="connsiteX19" fmla="*/ 1953491 w 2628900"/>
              <a:gd name="connsiteY19" fmla="*/ 3605646 h 4831773"/>
              <a:gd name="connsiteX20" fmla="*/ 1922318 w 2628900"/>
              <a:gd name="connsiteY20" fmla="*/ 3532909 h 4831773"/>
              <a:gd name="connsiteX21" fmla="*/ 1901536 w 2628900"/>
              <a:gd name="connsiteY21" fmla="*/ 3470564 h 4831773"/>
              <a:gd name="connsiteX22" fmla="*/ 1859972 w 2628900"/>
              <a:gd name="connsiteY22" fmla="*/ 3387436 h 4831773"/>
              <a:gd name="connsiteX23" fmla="*/ 1828800 w 2628900"/>
              <a:gd name="connsiteY23" fmla="*/ 3293918 h 4831773"/>
              <a:gd name="connsiteX24" fmla="*/ 1818409 w 2628900"/>
              <a:gd name="connsiteY24" fmla="*/ 3252355 h 4831773"/>
              <a:gd name="connsiteX25" fmla="*/ 1797627 w 2628900"/>
              <a:gd name="connsiteY25" fmla="*/ 3158836 h 4831773"/>
              <a:gd name="connsiteX26" fmla="*/ 1776845 w 2628900"/>
              <a:gd name="connsiteY26" fmla="*/ 3096491 h 4831773"/>
              <a:gd name="connsiteX27" fmla="*/ 1745672 w 2628900"/>
              <a:gd name="connsiteY27" fmla="*/ 3106882 h 4831773"/>
              <a:gd name="connsiteX28" fmla="*/ 1735281 w 2628900"/>
              <a:gd name="connsiteY28" fmla="*/ 3075709 h 4831773"/>
              <a:gd name="connsiteX29" fmla="*/ 1693718 w 2628900"/>
              <a:gd name="connsiteY29" fmla="*/ 3023755 h 4831773"/>
              <a:gd name="connsiteX30" fmla="*/ 1631372 w 2628900"/>
              <a:gd name="connsiteY30" fmla="*/ 2961409 h 4831773"/>
              <a:gd name="connsiteX31" fmla="*/ 1610591 w 2628900"/>
              <a:gd name="connsiteY31" fmla="*/ 2919846 h 4831773"/>
              <a:gd name="connsiteX32" fmla="*/ 1548245 w 2628900"/>
              <a:gd name="connsiteY32" fmla="*/ 2857500 h 4831773"/>
              <a:gd name="connsiteX33" fmla="*/ 1465118 w 2628900"/>
              <a:gd name="connsiteY33" fmla="*/ 2732809 h 4831773"/>
              <a:gd name="connsiteX34" fmla="*/ 1444336 w 2628900"/>
              <a:gd name="connsiteY34" fmla="*/ 2701636 h 4831773"/>
              <a:gd name="connsiteX35" fmla="*/ 1381991 w 2628900"/>
              <a:gd name="connsiteY35" fmla="*/ 2618509 h 4831773"/>
              <a:gd name="connsiteX36" fmla="*/ 1350818 w 2628900"/>
              <a:gd name="connsiteY36" fmla="*/ 2576946 h 4831773"/>
              <a:gd name="connsiteX37" fmla="*/ 1298863 w 2628900"/>
              <a:gd name="connsiteY37" fmla="*/ 2483427 h 4831773"/>
              <a:gd name="connsiteX38" fmla="*/ 1288472 w 2628900"/>
              <a:gd name="connsiteY38" fmla="*/ 2441864 h 4831773"/>
              <a:gd name="connsiteX39" fmla="*/ 1278081 w 2628900"/>
              <a:gd name="connsiteY39" fmla="*/ 2410691 h 4831773"/>
              <a:gd name="connsiteX40" fmla="*/ 1257300 w 2628900"/>
              <a:gd name="connsiteY40" fmla="*/ 2327564 h 4831773"/>
              <a:gd name="connsiteX41" fmla="*/ 1246909 w 2628900"/>
              <a:gd name="connsiteY41" fmla="*/ 2286000 h 4831773"/>
              <a:gd name="connsiteX42" fmla="*/ 1236518 w 2628900"/>
              <a:gd name="connsiteY42" fmla="*/ 2244436 h 4831773"/>
              <a:gd name="connsiteX43" fmla="*/ 1226127 w 2628900"/>
              <a:gd name="connsiteY43" fmla="*/ 2171700 h 4831773"/>
              <a:gd name="connsiteX44" fmla="*/ 1215736 w 2628900"/>
              <a:gd name="connsiteY44" fmla="*/ 2130136 h 4831773"/>
              <a:gd name="connsiteX45" fmla="*/ 1132609 w 2628900"/>
              <a:gd name="connsiteY45" fmla="*/ 2026227 h 4831773"/>
              <a:gd name="connsiteX46" fmla="*/ 1101436 w 2628900"/>
              <a:gd name="connsiteY46" fmla="*/ 1963882 h 4831773"/>
              <a:gd name="connsiteX47" fmla="*/ 1091045 w 2628900"/>
              <a:gd name="connsiteY47" fmla="*/ 1932709 h 4831773"/>
              <a:gd name="connsiteX48" fmla="*/ 1049481 w 2628900"/>
              <a:gd name="connsiteY48" fmla="*/ 1859973 h 4831773"/>
              <a:gd name="connsiteX49" fmla="*/ 1028700 w 2628900"/>
              <a:gd name="connsiteY49" fmla="*/ 1797627 h 4831773"/>
              <a:gd name="connsiteX50" fmla="*/ 997527 w 2628900"/>
              <a:gd name="connsiteY50" fmla="*/ 1724891 h 4831773"/>
              <a:gd name="connsiteX51" fmla="*/ 976745 w 2628900"/>
              <a:gd name="connsiteY51" fmla="*/ 1683327 h 4831773"/>
              <a:gd name="connsiteX52" fmla="*/ 935181 w 2628900"/>
              <a:gd name="connsiteY52" fmla="*/ 1600200 h 4831773"/>
              <a:gd name="connsiteX53" fmla="*/ 924791 w 2628900"/>
              <a:gd name="connsiteY53" fmla="*/ 1558636 h 4831773"/>
              <a:gd name="connsiteX54" fmla="*/ 883227 w 2628900"/>
              <a:gd name="connsiteY54" fmla="*/ 1496291 h 4831773"/>
              <a:gd name="connsiteX55" fmla="*/ 862445 w 2628900"/>
              <a:gd name="connsiteY55" fmla="*/ 1465118 h 4831773"/>
              <a:gd name="connsiteX56" fmla="*/ 831272 w 2628900"/>
              <a:gd name="connsiteY56" fmla="*/ 1392382 h 4831773"/>
              <a:gd name="connsiteX57" fmla="*/ 810491 w 2628900"/>
              <a:gd name="connsiteY57" fmla="*/ 1350818 h 4831773"/>
              <a:gd name="connsiteX58" fmla="*/ 800100 w 2628900"/>
              <a:gd name="connsiteY58" fmla="*/ 1319646 h 4831773"/>
              <a:gd name="connsiteX59" fmla="*/ 779318 w 2628900"/>
              <a:gd name="connsiteY59" fmla="*/ 1288473 h 4831773"/>
              <a:gd name="connsiteX60" fmla="*/ 758536 w 2628900"/>
              <a:gd name="connsiteY60" fmla="*/ 1215736 h 4831773"/>
              <a:gd name="connsiteX61" fmla="*/ 737754 w 2628900"/>
              <a:gd name="connsiteY61" fmla="*/ 1174173 h 4831773"/>
              <a:gd name="connsiteX62" fmla="*/ 727363 w 2628900"/>
              <a:gd name="connsiteY62" fmla="*/ 1143000 h 4831773"/>
              <a:gd name="connsiteX63" fmla="*/ 654627 w 2628900"/>
              <a:gd name="connsiteY63" fmla="*/ 997527 h 4831773"/>
              <a:gd name="connsiteX64" fmla="*/ 633845 w 2628900"/>
              <a:gd name="connsiteY64" fmla="*/ 955964 h 4831773"/>
              <a:gd name="connsiteX65" fmla="*/ 613063 w 2628900"/>
              <a:gd name="connsiteY65" fmla="*/ 914400 h 4831773"/>
              <a:gd name="connsiteX66" fmla="*/ 581891 w 2628900"/>
              <a:gd name="connsiteY66" fmla="*/ 862446 h 4831773"/>
              <a:gd name="connsiteX67" fmla="*/ 561109 w 2628900"/>
              <a:gd name="connsiteY67" fmla="*/ 831273 h 4831773"/>
              <a:gd name="connsiteX68" fmla="*/ 519545 w 2628900"/>
              <a:gd name="connsiteY68" fmla="*/ 758536 h 4831773"/>
              <a:gd name="connsiteX69" fmla="*/ 509154 w 2628900"/>
              <a:gd name="connsiteY69" fmla="*/ 716973 h 4831773"/>
              <a:gd name="connsiteX70" fmla="*/ 488372 w 2628900"/>
              <a:gd name="connsiteY70" fmla="*/ 675409 h 4831773"/>
              <a:gd name="connsiteX71" fmla="*/ 436418 w 2628900"/>
              <a:gd name="connsiteY71" fmla="*/ 592282 h 4831773"/>
              <a:gd name="connsiteX72" fmla="*/ 405245 w 2628900"/>
              <a:gd name="connsiteY72" fmla="*/ 550718 h 4831773"/>
              <a:gd name="connsiteX73" fmla="*/ 384463 w 2628900"/>
              <a:gd name="connsiteY73" fmla="*/ 519546 h 4831773"/>
              <a:gd name="connsiteX74" fmla="*/ 353291 w 2628900"/>
              <a:gd name="connsiteY74" fmla="*/ 488373 h 4831773"/>
              <a:gd name="connsiteX75" fmla="*/ 311727 w 2628900"/>
              <a:gd name="connsiteY75" fmla="*/ 426027 h 4831773"/>
              <a:gd name="connsiteX76" fmla="*/ 259772 w 2628900"/>
              <a:gd name="connsiteY76" fmla="*/ 363682 h 4831773"/>
              <a:gd name="connsiteX77" fmla="*/ 228600 w 2628900"/>
              <a:gd name="connsiteY77" fmla="*/ 332509 h 4831773"/>
              <a:gd name="connsiteX78" fmla="*/ 187036 w 2628900"/>
              <a:gd name="connsiteY78" fmla="*/ 238991 h 4831773"/>
              <a:gd name="connsiteX79" fmla="*/ 155863 w 2628900"/>
              <a:gd name="connsiteY79" fmla="*/ 176646 h 4831773"/>
              <a:gd name="connsiteX80" fmla="*/ 124691 w 2628900"/>
              <a:gd name="connsiteY80" fmla="*/ 155864 h 4831773"/>
              <a:gd name="connsiteX81" fmla="*/ 83127 w 2628900"/>
              <a:gd name="connsiteY81" fmla="*/ 93518 h 4831773"/>
              <a:gd name="connsiteX82" fmla="*/ 62345 w 2628900"/>
              <a:gd name="connsiteY82" fmla="*/ 62346 h 4831773"/>
              <a:gd name="connsiteX83" fmla="*/ 31172 w 2628900"/>
              <a:gd name="connsiteY83" fmla="*/ 41564 h 4831773"/>
              <a:gd name="connsiteX84" fmla="*/ 0 w 2628900"/>
              <a:gd name="connsiteY84" fmla="*/ 0 h 483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2628900" h="4831773">
                <a:moveTo>
                  <a:pt x="2628900" y="4831773"/>
                </a:moveTo>
                <a:cubicBezTo>
                  <a:pt x="2594264" y="4776355"/>
                  <a:pt x="2554217" y="4723970"/>
                  <a:pt x="2524991" y="4665518"/>
                </a:cubicBezTo>
                <a:cubicBezTo>
                  <a:pt x="2456073" y="4527684"/>
                  <a:pt x="2495505" y="4573685"/>
                  <a:pt x="2431472" y="4509655"/>
                </a:cubicBezTo>
                <a:cubicBezTo>
                  <a:pt x="2413659" y="4468089"/>
                  <a:pt x="2392269" y="4414244"/>
                  <a:pt x="2369127" y="4374573"/>
                </a:cubicBezTo>
                <a:cubicBezTo>
                  <a:pt x="2356542" y="4352999"/>
                  <a:pt x="2339404" y="4334218"/>
                  <a:pt x="2327563" y="4312227"/>
                </a:cubicBezTo>
                <a:cubicBezTo>
                  <a:pt x="2315057" y="4289002"/>
                  <a:pt x="2307306" y="4263505"/>
                  <a:pt x="2296391" y="4239491"/>
                </a:cubicBezTo>
                <a:cubicBezTo>
                  <a:pt x="2289981" y="4225389"/>
                  <a:pt x="2281900" y="4212082"/>
                  <a:pt x="2275609" y="4197927"/>
                </a:cubicBezTo>
                <a:cubicBezTo>
                  <a:pt x="2268034" y="4180883"/>
                  <a:pt x="2263169" y="4162656"/>
                  <a:pt x="2254827" y="4145973"/>
                </a:cubicBezTo>
                <a:cubicBezTo>
                  <a:pt x="2249242" y="4134803"/>
                  <a:pt x="2239630" y="4125970"/>
                  <a:pt x="2234045" y="4114800"/>
                </a:cubicBezTo>
                <a:cubicBezTo>
                  <a:pt x="2225703" y="4098117"/>
                  <a:pt x="2220838" y="4079890"/>
                  <a:pt x="2213263" y="4062846"/>
                </a:cubicBezTo>
                <a:cubicBezTo>
                  <a:pt x="2206972" y="4048691"/>
                  <a:pt x="2198583" y="4035520"/>
                  <a:pt x="2192481" y="4021282"/>
                </a:cubicBezTo>
                <a:cubicBezTo>
                  <a:pt x="2188167" y="4011215"/>
                  <a:pt x="2186989" y="3999906"/>
                  <a:pt x="2182091" y="3990109"/>
                </a:cubicBezTo>
                <a:cubicBezTo>
                  <a:pt x="2176506" y="3978939"/>
                  <a:pt x="2167928" y="3969526"/>
                  <a:pt x="2161309" y="3958936"/>
                </a:cubicBezTo>
                <a:cubicBezTo>
                  <a:pt x="2074765" y="3820467"/>
                  <a:pt x="2175524" y="3981213"/>
                  <a:pt x="2109354" y="3865418"/>
                </a:cubicBezTo>
                <a:cubicBezTo>
                  <a:pt x="2103158" y="3854575"/>
                  <a:pt x="2095191" y="3844836"/>
                  <a:pt x="2088572" y="3834246"/>
                </a:cubicBezTo>
                <a:cubicBezTo>
                  <a:pt x="2077868" y="3817120"/>
                  <a:pt x="2067208" y="3799946"/>
                  <a:pt x="2057400" y="3782291"/>
                </a:cubicBezTo>
                <a:cubicBezTo>
                  <a:pt x="2049878" y="3768750"/>
                  <a:pt x="2044141" y="3754268"/>
                  <a:pt x="2036618" y="3740727"/>
                </a:cubicBezTo>
                <a:cubicBezTo>
                  <a:pt x="2026810" y="3723072"/>
                  <a:pt x="2015253" y="3706428"/>
                  <a:pt x="2005445" y="3688773"/>
                </a:cubicBezTo>
                <a:cubicBezTo>
                  <a:pt x="1997922" y="3675232"/>
                  <a:pt x="1992873" y="3660345"/>
                  <a:pt x="1984663" y="3647209"/>
                </a:cubicBezTo>
                <a:cubicBezTo>
                  <a:pt x="1975485" y="3632523"/>
                  <a:pt x="1963882" y="3619500"/>
                  <a:pt x="1953491" y="3605646"/>
                </a:cubicBezTo>
                <a:cubicBezTo>
                  <a:pt x="1920045" y="3505307"/>
                  <a:pt x="1973676" y="3661303"/>
                  <a:pt x="1922318" y="3532909"/>
                </a:cubicBezTo>
                <a:cubicBezTo>
                  <a:pt x="1914182" y="3512570"/>
                  <a:pt x="1911333" y="3490157"/>
                  <a:pt x="1901536" y="3470564"/>
                </a:cubicBezTo>
                <a:cubicBezTo>
                  <a:pt x="1887681" y="3442855"/>
                  <a:pt x="1867486" y="3417491"/>
                  <a:pt x="1859972" y="3387436"/>
                </a:cubicBezTo>
                <a:cubicBezTo>
                  <a:pt x="1835071" y="3287835"/>
                  <a:pt x="1867927" y="3411303"/>
                  <a:pt x="1828800" y="3293918"/>
                </a:cubicBezTo>
                <a:cubicBezTo>
                  <a:pt x="1824284" y="3280370"/>
                  <a:pt x="1821507" y="3266296"/>
                  <a:pt x="1818409" y="3252355"/>
                </a:cubicBezTo>
                <a:cubicBezTo>
                  <a:pt x="1809934" y="3214217"/>
                  <a:pt x="1808488" y="3195038"/>
                  <a:pt x="1797627" y="3158836"/>
                </a:cubicBezTo>
                <a:cubicBezTo>
                  <a:pt x="1791332" y="3137854"/>
                  <a:pt x="1776845" y="3096491"/>
                  <a:pt x="1776845" y="3096491"/>
                </a:cubicBezTo>
                <a:cubicBezTo>
                  <a:pt x="1766454" y="3099955"/>
                  <a:pt x="1755469" y="3111780"/>
                  <a:pt x="1745672" y="3106882"/>
                </a:cubicBezTo>
                <a:cubicBezTo>
                  <a:pt x="1735875" y="3101984"/>
                  <a:pt x="1741086" y="3084997"/>
                  <a:pt x="1735281" y="3075709"/>
                </a:cubicBezTo>
                <a:cubicBezTo>
                  <a:pt x="1723527" y="3056902"/>
                  <a:pt x="1708636" y="3040165"/>
                  <a:pt x="1693718" y="3023755"/>
                </a:cubicBezTo>
                <a:cubicBezTo>
                  <a:pt x="1673948" y="3002008"/>
                  <a:pt x="1631372" y="2961409"/>
                  <a:pt x="1631372" y="2961409"/>
                </a:cubicBezTo>
                <a:cubicBezTo>
                  <a:pt x="1624445" y="2947555"/>
                  <a:pt x="1620267" y="2931941"/>
                  <a:pt x="1610591" y="2919846"/>
                </a:cubicBezTo>
                <a:cubicBezTo>
                  <a:pt x="1592231" y="2896896"/>
                  <a:pt x="1564548" y="2881954"/>
                  <a:pt x="1548245" y="2857500"/>
                </a:cubicBezTo>
                <a:lnTo>
                  <a:pt x="1465118" y="2732809"/>
                </a:lnTo>
                <a:cubicBezTo>
                  <a:pt x="1458191" y="2722418"/>
                  <a:pt x="1453167" y="2710467"/>
                  <a:pt x="1444336" y="2701636"/>
                </a:cubicBezTo>
                <a:cubicBezTo>
                  <a:pt x="1389486" y="2646788"/>
                  <a:pt x="1433637" y="2695978"/>
                  <a:pt x="1381991" y="2618509"/>
                </a:cubicBezTo>
                <a:cubicBezTo>
                  <a:pt x="1372385" y="2604099"/>
                  <a:pt x="1360424" y="2591355"/>
                  <a:pt x="1350818" y="2576946"/>
                </a:cubicBezTo>
                <a:cubicBezTo>
                  <a:pt x="1339480" y="2559939"/>
                  <a:pt x="1307352" y="2506064"/>
                  <a:pt x="1298863" y="2483427"/>
                </a:cubicBezTo>
                <a:cubicBezTo>
                  <a:pt x="1293849" y="2470056"/>
                  <a:pt x="1292395" y="2455595"/>
                  <a:pt x="1288472" y="2441864"/>
                </a:cubicBezTo>
                <a:cubicBezTo>
                  <a:pt x="1285463" y="2431332"/>
                  <a:pt x="1280963" y="2421258"/>
                  <a:pt x="1278081" y="2410691"/>
                </a:cubicBezTo>
                <a:cubicBezTo>
                  <a:pt x="1270566" y="2383136"/>
                  <a:pt x="1264227" y="2355273"/>
                  <a:pt x="1257300" y="2327564"/>
                </a:cubicBezTo>
                <a:lnTo>
                  <a:pt x="1246909" y="2286000"/>
                </a:lnTo>
                <a:cubicBezTo>
                  <a:pt x="1243445" y="2272145"/>
                  <a:pt x="1238538" y="2258574"/>
                  <a:pt x="1236518" y="2244436"/>
                </a:cubicBezTo>
                <a:cubicBezTo>
                  <a:pt x="1233054" y="2220191"/>
                  <a:pt x="1230508" y="2195796"/>
                  <a:pt x="1226127" y="2171700"/>
                </a:cubicBezTo>
                <a:cubicBezTo>
                  <a:pt x="1223572" y="2157649"/>
                  <a:pt x="1223459" y="2142149"/>
                  <a:pt x="1215736" y="2130136"/>
                </a:cubicBezTo>
                <a:cubicBezTo>
                  <a:pt x="1191750" y="2092825"/>
                  <a:pt x="1152446" y="2065900"/>
                  <a:pt x="1132609" y="2026227"/>
                </a:cubicBezTo>
                <a:cubicBezTo>
                  <a:pt x="1122218" y="2005445"/>
                  <a:pt x="1110873" y="1985114"/>
                  <a:pt x="1101436" y="1963882"/>
                </a:cubicBezTo>
                <a:cubicBezTo>
                  <a:pt x="1096987" y="1953873"/>
                  <a:pt x="1095943" y="1942506"/>
                  <a:pt x="1091045" y="1932709"/>
                </a:cubicBezTo>
                <a:cubicBezTo>
                  <a:pt x="1053559" y="1857737"/>
                  <a:pt x="1085909" y="1951045"/>
                  <a:pt x="1049481" y="1859973"/>
                </a:cubicBezTo>
                <a:cubicBezTo>
                  <a:pt x="1041345" y="1839634"/>
                  <a:pt x="1038497" y="1817220"/>
                  <a:pt x="1028700" y="1797627"/>
                </a:cubicBezTo>
                <a:cubicBezTo>
                  <a:pt x="959782" y="1659794"/>
                  <a:pt x="1043390" y="1831906"/>
                  <a:pt x="997527" y="1724891"/>
                </a:cubicBezTo>
                <a:cubicBezTo>
                  <a:pt x="991425" y="1710653"/>
                  <a:pt x="983036" y="1697482"/>
                  <a:pt x="976745" y="1683327"/>
                </a:cubicBezTo>
                <a:cubicBezTo>
                  <a:pt x="942852" y="1607069"/>
                  <a:pt x="971982" y="1655402"/>
                  <a:pt x="935181" y="1600200"/>
                </a:cubicBezTo>
                <a:cubicBezTo>
                  <a:pt x="931718" y="1586345"/>
                  <a:pt x="931178" y="1571409"/>
                  <a:pt x="924791" y="1558636"/>
                </a:cubicBezTo>
                <a:cubicBezTo>
                  <a:pt x="913621" y="1536296"/>
                  <a:pt x="897082" y="1517073"/>
                  <a:pt x="883227" y="1496291"/>
                </a:cubicBezTo>
                <a:cubicBezTo>
                  <a:pt x="876300" y="1485900"/>
                  <a:pt x="868030" y="1476288"/>
                  <a:pt x="862445" y="1465118"/>
                </a:cubicBezTo>
                <a:cubicBezTo>
                  <a:pt x="793542" y="1327314"/>
                  <a:pt x="877125" y="1499376"/>
                  <a:pt x="831272" y="1392382"/>
                </a:cubicBezTo>
                <a:cubicBezTo>
                  <a:pt x="825170" y="1378145"/>
                  <a:pt x="816593" y="1365055"/>
                  <a:pt x="810491" y="1350818"/>
                </a:cubicBezTo>
                <a:cubicBezTo>
                  <a:pt x="806177" y="1340751"/>
                  <a:pt x="804998" y="1329442"/>
                  <a:pt x="800100" y="1319646"/>
                </a:cubicBezTo>
                <a:cubicBezTo>
                  <a:pt x="794515" y="1308476"/>
                  <a:pt x="784903" y="1299643"/>
                  <a:pt x="779318" y="1288473"/>
                </a:cubicBezTo>
                <a:cubicBezTo>
                  <a:pt x="766757" y="1263351"/>
                  <a:pt x="768524" y="1242371"/>
                  <a:pt x="758536" y="1215736"/>
                </a:cubicBezTo>
                <a:cubicBezTo>
                  <a:pt x="753097" y="1201233"/>
                  <a:pt x="743856" y="1188410"/>
                  <a:pt x="737754" y="1174173"/>
                </a:cubicBezTo>
                <a:cubicBezTo>
                  <a:pt x="733439" y="1164106"/>
                  <a:pt x="731953" y="1152945"/>
                  <a:pt x="727363" y="1143000"/>
                </a:cubicBezTo>
                <a:cubicBezTo>
                  <a:pt x="727361" y="1142997"/>
                  <a:pt x="669175" y="1026623"/>
                  <a:pt x="654627" y="997527"/>
                </a:cubicBezTo>
                <a:lnTo>
                  <a:pt x="633845" y="955964"/>
                </a:lnTo>
                <a:cubicBezTo>
                  <a:pt x="626918" y="942109"/>
                  <a:pt x="621032" y="927683"/>
                  <a:pt x="613063" y="914400"/>
                </a:cubicBezTo>
                <a:cubicBezTo>
                  <a:pt x="602672" y="897082"/>
                  <a:pt x="592595" y="879572"/>
                  <a:pt x="581891" y="862446"/>
                </a:cubicBezTo>
                <a:cubicBezTo>
                  <a:pt x="575272" y="851856"/>
                  <a:pt x="566694" y="842443"/>
                  <a:pt x="561109" y="831273"/>
                </a:cubicBezTo>
                <a:cubicBezTo>
                  <a:pt x="521440" y="751935"/>
                  <a:pt x="594923" y="859040"/>
                  <a:pt x="519545" y="758536"/>
                </a:cubicBezTo>
                <a:cubicBezTo>
                  <a:pt x="516081" y="744682"/>
                  <a:pt x="514168" y="730344"/>
                  <a:pt x="509154" y="716973"/>
                </a:cubicBezTo>
                <a:cubicBezTo>
                  <a:pt x="503715" y="702469"/>
                  <a:pt x="495895" y="688950"/>
                  <a:pt x="488372" y="675409"/>
                </a:cubicBezTo>
                <a:cubicBezTo>
                  <a:pt x="476237" y="653566"/>
                  <a:pt x="452658" y="615018"/>
                  <a:pt x="436418" y="592282"/>
                </a:cubicBezTo>
                <a:cubicBezTo>
                  <a:pt x="426352" y="578189"/>
                  <a:pt x="415311" y="564810"/>
                  <a:pt x="405245" y="550718"/>
                </a:cubicBezTo>
                <a:cubicBezTo>
                  <a:pt x="397986" y="540556"/>
                  <a:pt x="392458" y="529140"/>
                  <a:pt x="384463" y="519546"/>
                </a:cubicBezTo>
                <a:cubicBezTo>
                  <a:pt x="375056" y="508257"/>
                  <a:pt x="362313" y="499972"/>
                  <a:pt x="353291" y="488373"/>
                </a:cubicBezTo>
                <a:cubicBezTo>
                  <a:pt x="337957" y="468657"/>
                  <a:pt x="329389" y="443688"/>
                  <a:pt x="311727" y="426027"/>
                </a:cubicBezTo>
                <a:cubicBezTo>
                  <a:pt x="220674" y="334976"/>
                  <a:pt x="332090" y="450465"/>
                  <a:pt x="259772" y="363682"/>
                </a:cubicBezTo>
                <a:cubicBezTo>
                  <a:pt x="250365" y="352393"/>
                  <a:pt x="238007" y="343798"/>
                  <a:pt x="228600" y="332509"/>
                </a:cubicBezTo>
                <a:cubicBezTo>
                  <a:pt x="201156" y="299575"/>
                  <a:pt x="202140" y="284301"/>
                  <a:pt x="187036" y="238991"/>
                </a:cubicBezTo>
                <a:cubicBezTo>
                  <a:pt x="178584" y="213636"/>
                  <a:pt x="176007" y="196790"/>
                  <a:pt x="155863" y="176646"/>
                </a:cubicBezTo>
                <a:cubicBezTo>
                  <a:pt x="147033" y="167816"/>
                  <a:pt x="135082" y="162791"/>
                  <a:pt x="124691" y="155864"/>
                </a:cubicBezTo>
                <a:lnTo>
                  <a:pt x="83127" y="93518"/>
                </a:lnTo>
                <a:cubicBezTo>
                  <a:pt x="76200" y="83127"/>
                  <a:pt x="72736" y="69273"/>
                  <a:pt x="62345" y="62346"/>
                </a:cubicBezTo>
                <a:lnTo>
                  <a:pt x="31172" y="41564"/>
                </a:lnTo>
                <a:cubicBezTo>
                  <a:pt x="7674" y="6315"/>
                  <a:pt x="19222" y="19222"/>
                  <a:pt x="0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FB41EF6-2778-7A29-25F0-6B789465C33B}"/>
              </a:ext>
            </a:extLst>
          </p:cNvPr>
          <p:cNvSpPr/>
          <p:nvPr/>
        </p:nvSpPr>
        <p:spPr>
          <a:xfrm>
            <a:off x="30150796" y="11297736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130C34C7-3E3B-57E4-CA1A-F7A264806A9C}"/>
              </a:ext>
            </a:extLst>
          </p:cNvPr>
          <p:cNvSpPr/>
          <p:nvPr/>
        </p:nvSpPr>
        <p:spPr>
          <a:xfrm>
            <a:off x="31199173" y="9882934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7756C59-BB50-531E-A612-F000C382F8BD}"/>
              </a:ext>
            </a:extLst>
          </p:cNvPr>
          <p:cNvSpPr/>
          <p:nvPr/>
        </p:nvSpPr>
        <p:spPr>
          <a:xfrm>
            <a:off x="30557426" y="11556946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61CDEF57-4074-BA75-532C-3C3C9C83C7EB}"/>
              </a:ext>
            </a:extLst>
          </p:cNvPr>
          <p:cNvSpPr/>
          <p:nvPr/>
        </p:nvSpPr>
        <p:spPr>
          <a:xfrm>
            <a:off x="25013760" y="18500390"/>
            <a:ext cx="785911" cy="2632265"/>
          </a:xfrm>
          <a:custGeom>
            <a:avLst/>
            <a:gdLst>
              <a:gd name="connsiteX0" fmla="*/ 891822 w 891822"/>
              <a:gd name="connsiteY0" fmla="*/ 3239912 h 3239912"/>
              <a:gd name="connsiteX1" fmla="*/ 835378 w 891822"/>
              <a:gd name="connsiteY1" fmla="*/ 3149600 h 3239912"/>
              <a:gd name="connsiteX2" fmla="*/ 801511 w 891822"/>
              <a:gd name="connsiteY2" fmla="*/ 3115734 h 3239912"/>
              <a:gd name="connsiteX3" fmla="*/ 790222 w 891822"/>
              <a:gd name="connsiteY3" fmla="*/ 3081867 h 3239912"/>
              <a:gd name="connsiteX4" fmla="*/ 767645 w 891822"/>
              <a:gd name="connsiteY4" fmla="*/ 3048000 h 3239912"/>
              <a:gd name="connsiteX5" fmla="*/ 745067 w 891822"/>
              <a:gd name="connsiteY5" fmla="*/ 3002845 h 3239912"/>
              <a:gd name="connsiteX6" fmla="*/ 699911 w 891822"/>
              <a:gd name="connsiteY6" fmla="*/ 2935112 h 3239912"/>
              <a:gd name="connsiteX7" fmla="*/ 654756 w 891822"/>
              <a:gd name="connsiteY7" fmla="*/ 2822223 h 3239912"/>
              <a:gd name="connsiteX8" fmla="*/ 632178 w 891822"/>
              <a:gd name="connsiteY8" fmla="*/ 2788356 h 3239912"/>
              <a:gd name="connsiteX9" fmla="*/ 598311 w 891822"/>
              <a:gd name="connsiteY9" fmla="*/ 2720623 h 3239912"/>
              <a:gd name="connsiteX10" fmla="*/ 564445 w 891822"/>
              <a:gd name="connsiteY10" fmla="*/ 2652889 h 3239912"/>
              <a:gd name="connsiteX11" fmla="*/ 553156 w 891822"/>
              <a:gd name="connsiteY11" fmla="*/ 2619023 h 3239912"/>
              <a:gd name="connsiteX12" fmla="*/ 508000 w 891822"/>
              <a:gd name="connsiteY12" fmla="*/ 2551289 h 3239912"/>
              <a:gd name="connsiteX13" fmla="*/ 474134 w 891822"/>
              <a:gd name="connsiteY13" fmla="*/ 2483556 h 3239912"/>
              <a:gd name="connsiteX14" fmla="*/ 428978 w 891822"/>
              <a:gd name="connsiteY14" fmla="*/ 2393245 h 3239912"/>
              <a:gd name="connsiteX15" fmla="*/ 406400 w 891822"/>
              <a:gd name="connsiteY15" fmla="*/ 2325512 h 3239912"/>
              <a:gd name="connsiteX16" fmla="*/ 395111 w 891822"/>
              <a:gd name="connsiteY16" fmla="*/ 2291645 h 3239912"/>
              <a:gd name="connsiteX17" fmla="*/ 383822 w 891822"/>
              <a:gd name="connsiteY17" fmla="*/ 2235200 h 3239912"/>
              <a:gd name="connsiteX18" fmla="*/ 349956 w 891822"/>
              <a:gd name="connsiteY18" fmla="*/ 2190045 h 3239912"/>
              <a:gd name="connsiteX19" fmla="*/ 327378 w 891822"/>
              <a:gd name="connsiteY19" fmla="*/ 2144889 h 3239912"/>
              <a:gd name="connsiteX20" fmla="*/ 293511 w 891822"/>
              <a:gd name="connsiteY20" fmla="*/ 2111023 h 3239912"/>
              <a:gd name="connsiteX21" fmla="*/ 259645 w 891822"/>
              <a:gd name="connsiteY21" fmla="*/ 2043289 h 3239912"/>
              <a:gd name="connsiteX22" fmla="*/ 214489 w 891822"/>
              <a:gd name="connsiteY22" fmla="*/ 1952978 h 3239912"/>
              <a:gd name="connsiteX23" fmla="*/ 203200 w 891822"/>
              <a:gd name="connsiteY23" fmla="*/ 1919112 h 3239912"/>
              <a:gd name="connsiteX24" fmla="*/ 158045 w 891822"/>
              <a:gd name="connsiteY24" fmla="*/ 1851378 h 3239912"/>
              <a:gd name="connsiteX25" fmla="*/ 135467 w 891822"/>
              <a:gd name="connsiteY25" fmla="*/ 1783645 h 3239912"/>
              <a:gd name="connsiteX26" fmla="*/ 124178 w 891822"/>
              <a:gd name="connsiteY26" fmla="*/ 1682045 h 3239912"/>
              <a:gd name="connsiteX27" fmla="*/ 79022 w 891822"/>
              <a:gd name="connsiteY27" fmla="*/ 1614312 h 3239912"/>
              <a:gd name="connsiteX28" fmla="*/ 67734 w 891822"/>
              <a:gd name="connsiteY28" fmla="*/ 1580445 h 3239912"/>
              <a:gd name="connsiteX29" fmla="*/ 45156 w 891822"/>
              <a:gd name="connsiteY29" fmla="*/ 1546578 h 3239912"/>
              <a:gd name="connsiteX30" fmla="*/ 33867 w 891822"/>
              <a:gd name="connsiteY30" fmla="*/ 1501423 h 3239912"/>
              <a:gd name="connsiteX31" fmla="*/ 11289 w 891822"/>
              <a:gd name="connsiteY31" fmla="*/ 1433689 h 3239912"/>
              <a:gd name="connsiteX32" fmla="*/ 0 w 891822"/>
              <a:gd name="connsiteY32" fmla="*/ 1399823 h 3239912"/>
              <a:gd name="connsiteX33" fmla="*/ 22578 w 891822"/>
              <a:gd name="connsiteY33" fmla="*/ 1196623 h 3239912"/>
              <a:gd name="connsiteX34" fmla="*/ 45156 w 891822"/>
              <a:gd name="connsiteY34" fmla="*/ 1128889 h 3239912"/>
              <a:gd name="connsiteX35" fmla="*/ 56445 w 891822"/>
              <a:gd name="connsiteY35" fmla="*/ 1095023 h 3239912"/>
              <a:gd name="connsiteX36" fmla="*/ 124178 w 891822"/>
              <a:gd name="connsiteY36" fmla="*/ 982134 h 3239912"/>
              <a:gd name="connsiteX37" fmla="*/ 146756 w 891822"/>
              <a:gd name="connsiteY37" fmla="*/ 948267 h 3239912"/>
              <a:gd name="connsiteX38" fmla="*/ 169334 w 891822"/>
              <a:gd name="connsiteY38" fmla="*/ 903112 h 3239912"/>
              <a:gd name="connsiteX39" fmla="*/ 180622 w 891822"/>
              <a:gd name="connsiteY39" fmla="*/ 869245 h 3239912"/>
              <a:gd name="connsiteX40" fmla="*/ 225778 w 891822"/>
              <a:gd name="connsiteY40" fmla="*/ 801512 h 3239912"/>
              <a:gd name="connsiteX41" fmla="*/ 293511 w 891822"/>
              <a:gd name="connsiteY41" fmla="*/ 699912 h 3239912"/>
              <a:gd name="connsiteX42" fmla="*/ 316089 w 891822"/>
              <a:gd name="connsiteY42" fmla="*/ 666045 h 3239912"/>
              <a:gd name="connsiteX43" fmla="*/ 338667 w 891822"/>
              <a:gd name="connsiteY43" fmla="*/ 632178 h 3239912"/>
              <a:gd name="connsiteX44" fmla="*/ 383822 w 891822"/>
              <a:gd name="connsiteY44" fmla="*/ 530578 h 3239912"/>
              <a:gd name="connsiteX45" fmla="*/ 417689 w 891822"/>
              <a:gd name="connsiteY45" fmla="*/ 508000 h 3239912"/>
              <a:gd name="connsiteX46" fmla="*/ 451556 w 891822"/>
              <a:gd name="connsiteY46" fmla="*/ 440267 h 3239912"/>
              <a:gd name="connsiteX47" fmla="*/ 462845 w 891822"/>
              <a:gd name="connsiteY47" fmla="*/ 406400 h 3239912"/>
              <a:gd name="connsiteX48" fmla="*/ 485422 w 891822"/>
              <a:gd name="connsiteY48" fmla="*/ 372534 h 3239912"/>
              <a:gd name="connsiteX49" fmla="*/ 519289 w 891822"/>
              <a:gd name="connsiteY49" fmla="*/ 304800 h 3239912"/>
              <a:gd name="connsiteX50" fmla="*/ 598311 w 891822"/>
              <a:gd name="connsiteY50" fmla="*/ 203200 h 3239912"/>
              <a:gd name="connsiteX51" fmla="*/ 609600 w 891822"/>
              <a:gd name="connsiteY51" fmla="*/ 169334 h 3239912"/>
              <a:gd name="connsiteX52" fmla="*/ 654756 w 891822"/>
              <a:gd name="connsiteY52" fmla="*/ 101600 h 3239912"/>
              <a:gd name="connsiteX53" fmla="*/ 666045 w 891822"/>
              <a:gd name="connsiteY53" fmla="*/ 67734 h 3239912"/>
              <a:gd name="connsiteX54" fmla="*/ 688622 w 891822"/>
              <a:gd name="connsiteY54" fmla="*/ 33867 h 3239912"/>
              <a:gd name="connsiteX55" fmla="*/ 733778 w 891822"/>
              <a:gd name="connsiteY55" fmla="*/ 0 h 3239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891822" h="3239912">
                <a:moveTo>
                  <a:pt x="891822" y="3239912"/>
                </a:moveTo>
                <a:cubicBezTo>
                  <a:pt x="873007" y="3209808"/>
                  <a:pt x="856258" y="3178310"/>
                  <a:pt x="835378" y="3149600"/>
                </a:cubicBezTo>
                <a:cubicBezTo>
                  <a:pt x="825988" y="3136689"/>
                  <a:pt x="810367" y="3129017"/>
                  <a:pt x="801511" y="3115734"/>
                </a:cubicBezTo>
                <a:cubicBezTo>
                  <a:pt x="794910" y="3105833"/>
                  <a:pt x="795544" y="3092510"/>
                  <a:pt x="790222" y="3081867"/>
                </a:cubicBezTo>
                <a:cubicBezTo>
                  <a:pt x="784155" y="3069732"/>
                  <a:pt x="774376" y="3059780"/>
                  <a:pt x="767645" y="3048000"/>
                </a:cubicBezTo>
                <a:cubicBezTo>
                  <a:pt x="759296" y="3033389"/>
                  <a:pt x="753725" y="3017275"/>
                  <a:pt x="745067" y="3002845"/>
                </a:cubicBezTo>
                <a:cubicBezTo>
                  <a:pt x="731106" y="2979577"/>
                  <a:pt x="699911" y="2935112"/>
                  <a:pt x="699911" y="2935112"/>
                </a:cubicBezTo>
                <a:cubicBezTo>
                  <a:pt x="681407" y="2879598"/>
                  <a:pt x="681335" y="2868735"/>
                  <a:pt x="654756" y="2822223"/>
                </a:cubicBezTo>
                <a:cubicBezTo>
                  <a:pt x="648024" y="2810443"/>
                  <a:pt x="638246" y="2800491"/>
                  <a:pt x="632178" y="2788356"/>
                </a:cubicBezTo>
                <a:cubicBezTo>
                  <a:pt x="585443" y="2694885"/>
                  <a:pt x="663012" y="2817672"/>
                  <a:pt x="598311" y="2720623"/>
                </a:cubicBezTo>
                <a:cubicBezTo>
                  <a:pt x="569937" y="2635500"/>
                  <a:pt x="608211" y="2740422"/>
                  <a:pt x="564445" y="2652889"/>
                </a:cubicBezTo>
                <a:cubicBezTo>
                  <a:pt x="559124" y="2642246"/>
                  <a:pt x="558935" y="2629425"/>
                  <a:pt x="553156" y="2619023"/>
                </a:cubicBezTo>
                <a:cubicBezTo>
                  <a:pt x="539978" y="2595302"/>
                  <a:pt x="516581" y="2577032"/>
                  <a:pt x="508000" y="2551289"/>
                </a:cubicBezTo>
                <a:cubicBezTo>
                  <a:pt x="492420" y="2504552"/>
                  <a:pt x="503311" y="2527324"/>
                  <a:pt x="474134" y="2483556"/>
                </a:cubicBezTo>
                <a:cubicBezTo>
                  <a:pt x="446414" y="2372676"/>
                  <a:pt x="486546" y="2508379"/>
                  <a:pt x="428978" y="2393245"/>
                </a:cubicBezTo>
                <a:cubicBezTo>
                  <a:pt x="418335" y="2371959"/>
                  <a:pt x="413926" y="2348090"/>
                  <a:pt x="406400" y="2325512"/>
                </a:cubicBezTo>
                <a:cubicBezTo>
                  <a:pt x="402637" y="2314223"/>
                  <a:pt x="397445" y="2303314"/>
                  <a:pt x="395111" y="2291645"/>
                </a:cubicBezTo>
                <a:cubicBezTo>
                  <a:pt x="391348" y="2272830"/>
                  <a:pt x="391615" y="2252734"/>
                  <a:pt x="383822" y="2235200"/>
                </a:cubicBezTo>
                <a:cubicBezTo>
                  <a:pt x="376181" y="2218007"/>
                  <a:pt x="359928" y="2206000"/>
                  <a:pt x="349956" y="2190045"/>
                </a:cubicBezTo>
                <a:cubicBezTo>
                  <a:pt x="341037" y="2175774"/>
                  <a:pt x="337160" y="2158583"/>
                  <a:pt x="327378" y="2144889"/>
                </a:cubicBezTo>
                <a:cubicBezTo>
                  <a:pt x="318099" y="2131898"/>
                  <a:pt x="303731" y="2123288"/>
                  <a:pt x="293511" y="2111023"/>
                </a:cubicBezTo>
                <a:cubicBezTo>
                  <a:pt x="258878" y="2069463"/>
                  <a:pt x="280010" y="2088091"/>
                  <a:pt x="259645" y="2043289"/>
                </a:cubicBezTo>
                <a:cubicBezTo>
                  <a:pt x="245718" y="2012649"/>
                  <a:pt x="225133" y="1984908"/>
                  <a:pt x="214489" y="1952978"/>
                </a:cubicBezTo>
                <a:cubicBezTo>
                  <a:pt x="210726" y="1941689"/>
                  <a:pt x="208979" y="1929514"/>
                  <a:pt x="203200" y="1919112"/>
                </a:cubicBezTo>
                <a:cubicBezTo>
                  <a:pt x="190022" y="1895392"/>
                  <a:pt x="166626" y="1877121"/>
                  <a:pt x="158045" y="1851378"/>
                </a:cubicBezTo>
                <a:lnTo>
                  <a:pt x="135467" y="1783645"/>
                </a:lnTo>
                <a:cubicBezTo>
                  <a:pt x="131704" y="1749778"/>
                  <a:pt x="134954" y="1714371"/>
                  <a:pt x="124178" y="1682045"/>
                </a:cubicBezTo>
                <a:cubicBezTo>
                  <a:pt x="115597" y="1656302"/>
                  <a:pt x="79022" y="1614312"/>
                  <a:pt x="79022" y="1614312"/>
                </a:cubicBezTo>
                <a:cubicBezTo>
                  <a:pt x="75259" y="1603023"/>
                  <a:pt x="73056" y="1591088"/>
                  <a:pt x="67734" y="1580445"/>
                </a:cubicBezTo>
                <a:cubicBezTo>
                  <a:pt x="61666" y="1568310"/>
                  <a:pt x="50501" y="1559049"/>
                  <a:pt x="45156" y="1546578"/>
                </a:cubicBezTo>
                <a:cubicBezTo>
                  <a:pt x="39044" y="1532318"/>
                  <a:pt x="38325" y="1516284"/>
                  <a:pt x="33867" y="1501423"/>
                </a:cubicBezTo>
                <a:cubicBezTo>
                  <a:pt x="27028" y="1478627"/>
                  <a:pt x="18815" y="1456267"/>
                  <a:pt x="11289" y="1433689"/>
                </a:cubicBezTo>
                <a:lnTo>
                  <a:pt x="0" y="1399823"/>
                </a:lnTo>
                <a:cubicBezTo>
                  <a:pt x="3916" y="1352828"/>
                  <a:pt x="8524" y="1252838"/>
                  <a:pt x="22578" y="1196623"/>
                </a:cubicBezTo>
                <a:cubicBezTo>
                  <a:pt x="28350" y="1173534"/>
                  <a:pt x="37630" y="1151467"/>
                  <a:pt x="45156" y="1128889"/>
                </a:cubicBezTo>
                <a:cubicBezTo>
                  <a:pt x="48919" y="1117600"/>
                  <a:pt x="49845" y="1104924"/>
                  <a:pt x="56445" y="1095023"/>
                </a:cubicBezTo>
                <a:cubicBezTo>
                  <a:pt x="166916" y="929312"/>
                  <a:pt x="54747" y="1103638"/>
                  <a:pt x="124178" y="982134"/>
                </a:cubicBezTo>
                <a:cubicBezTo>
                  <a:pt x="130910" y="970354"/>
                  <a:pt x="140024" y="960047"/>
                  <a:pt x="146756" y="948267"/>
                </a:cubicBezTo>
                <a:cubicBezTo>
                  <a:pt x="155105" y="933656"/>
                  <a:pt x="162705" y="918580"/>
                  <a:pt x="169334" y="903112"/>
                </a:cubicBezTo>
                <a:cubicBezTo>
                  <a:pt x="174021" y="892175"/>
                  <a:pt x="174843" y="879647"/>
                  <a:pt x="180622" y="869245"/>
                </a:cubicBezTo>
                <a:cubicBezTo>
                  <a:pt x="193800" y="845525"/>
                  <a:pt x="210726" y="824090"/>
                  <a:pt x="225778" y="801512"/>
                </a:cubicBezTo>
                <a:lnTo>
                  <a:pt x="293511" y="699912"/>
                </a:lnTo>
                <a:lnTo>
                  <a:pt x="316089" y="666045"/>
                </a:lnTo>
                <a:cubicBezTo>
                  <a:pt x="323615" y="654756"/>
                  <a:pt x="334376" y="645049"/>
                  <a:pt x="338667" y="632178"/>
                </a:cubicBezTo>
                <a:cubicBezTo>
                  <a:pt x="349844" y="598648"/>
                  <a:pt x="356990" y="557411"/>
                  <a:pt x="383822" y="530578"/>
                </a:cubicBezTo>
                <a:cubicBezTo>
                  <a:pt x="393416" y="520984"/>
                  <a:pt x="406400" y="515526"/>
                  <a:pt x="417689" y="508000"/>
                </a:cubicBezTo>
                <a:cubicBezTo>
                  <a:pt x="446065" y="422874"/>
                  <a:pt x="407787" y="527805"/>
                  <a:pt x="451556" y="440267"/>
                </a:cubicBezTo>
                <a:cubicBezTo>
                  <a:pt x="456878" y="429624"/>
                  <a:pt x="457523" y="417043"/>
                  <a:pt x="462845" y="406400"/>
                </a:cubicBezTo>
                <a:cubicBezTo>
                  <a:pt x="468912" y="394265"/>
                  <a:pt x="479355" y="384669"/>
                  <a:pt x="485422" y="372534"/>
                </a:cubicBezTo>
                <a:cubicBezTo>
                  <a:pt x="510877" y="321623"/>
                  <a:pt x="478850" y="353326"/>
                  <a:pt x="519289" y="304800"/>
                </a:cubicBezTo>
                <a:cubicBezTo>
                  <a:pt x="551760" y="265836"/>
                  <a:pt x="579287" y="260271"/>
                  <a:pt x="598311" y="203200"/>
                </a:cubicBezTo>
                <a:cubicBezTo>
                  <a:pt x="602074" y="191911"/>
                  <a:pt x="603821" y="179736"/>
                  <a:pt x="609600" y="169334"/>
                </a:cubicBezTo>
                <a:cubicBezTo>
                  <a:pt x="622778" y="145613"/>
                  <a:pt x="646175" y="127343"/>
                  <a:pt x="654756" y="101600"/>
                </a:cubicBezTo>
                <a:cubicBezTo>
                  <a:pt x="658519" y="90311"/>
                  <a:pt x="660724" y="78377"/>
                  <a:pt x="666045" y="67734"/>
                </a:cubicBezTo>
                <a:cubicBezTo>
                  <a:pt x="672113" y="55599"/>
                  <a:pt x="678028" y="42343"/>
                  <a:pt x="688622" y="33867"/>
                </a:cubicBezTo>
                <a:cubicBezTo>
                  <a:pt x="746747" y="-12634"/>
                  <a:pt x="705659" y="56238"/>
                  <a:pt x="733778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BD6F28BE-F836-C3F6-9634-97F5C3B75D06}"/>
              </a:ext>
            </a:extLst>
          </p:cNvPr>
          <p:cNvSpPr/>
          <p:nvPr/>
        </p:nvSpPr>
        <p:spPr>
          <a:xfrm>
            <a:off x="23445655" y="18218918"/>
            <a:ext cx="1769856" cy="2913737"/>
          </a:xfrm>
          <a:custGeom>
            <a:avLst/>
            <a:gdLst>
              <a:gd name="connsiteX0" fmla="*/ 11624 w 3161584"/>
              <a:gd name="connsiteY0" fmla="*/ 4854223 h 4854223"/>
              <a:gd name="connsiteX1" fmla="*/ 335 w 3161584"/>
              <a:gd name="connsiteY1" fmla="*/ 4718756 h 4854223"/>
              <a:gd name="connsiteX2" fmla="*/ 22913 w 3161584"/>
              <a:gd name="connsiteY2" fmla="*/ 4628445 h 4854223"/>
              <a:gd name="connsiteX3" fmla="*/ 56780 w 3161584"/>
              <a:gd name="connsiteY3" fmla="*/ 4549423 h 4854223"/>
              <a:gd name="connsiteX4" fmla="*/ 101935 w 3161584"/>
              <a:gd name="connsiteY4" fmla="*/ 4470400 h 4854223"/>
              <a:gd name="connsiteX5" fmla="*/ 147091 w 3161584"/>
              <a:gd name="connsiteY5" fmla="*/ 4425245 h 4854223"/>
              <a:gd name="connsiteX6" fmla="*/ 214824 w 3161584"/>
              <a:gd name="connsiteY6" fmla="*/ 4323645 h 4854223"/>
              <a:gd name="connsiteX7" fmla="*/ 305135 w 3161584"/>
              <a:gd name="connsiteY7" fmla="*/ 4233334 h 4854223"/>
              <a:gd name="connsiteX8" fmla="*/ 350291 w 3161584"/>
              <a:gd name="connsiteY8" fmla="*/ 4188178 h 4854223"/>
              <a:gd name="connsiteX9" fmla="*/ 429313 w 3161584"/>
              <a:gd name="connsiteY9" fmla="*/ 4086578 h 4854223"/>
              <a:gd name="connsiteX10" fmla="*/ 508335 w 3161584"/>
              <a:gd name="connsiteY10" fmla="*/ 3984978 h 4854223"/>
              <a:gd name="connsiteX11" fmla="*/ 519624 w 3161584"/>
              <a:gd name="connsiteY11" fmla="*/ 3951111 h 4854223"/>
              <a:gd name="connsiteX12" fmla="*/ 542202 w 3161584"/>
              <a:gd name="connsiteY12" fmla="*/ 3917245 h 4854223"/>
              <a:gd name="connsiteX13" fmla="*/ 576069 w 3161584"/>
              <a:gd name="connsiteY13" fmla="*/ 3849511 h 4854223"/>
              <a:gd name="connsiteX14" fmla="*/ 587358 w 3161584"/>
              <a:gd name="connsiteY14" fmla="*/ 3815645 h 4854223"/>
              <a:gd name="connsiteX15" fmla="*/ 609935 w 3161584"/>
              <a:gd name="connsiteY15" fmla="*/ 3770489 h 4854223"/>
              <a:gd name="connsiteX16" fmla="*/ 632513 w 3161584"/>
              <a:gd name="connsiteY16" fmla="*/ 3714045 h 4854223"/>
              <a:gd name="connsiteX17" fmla="*/ 655091 w 3161584"/>
              <a:gd name="connsiteY17" fmla="*/ 3668889 h 4854223"/>
              <a:gd name="connsiteX18" fmla="*/ 666380 w 3161584"/>
              <a:gd name="connsiteY18" fmla="*/ 3635023 h 4854223"/>
              <a:gd name="connsiteX19" fmla="*/ 745402 w 3161584"/>
              <a:gd name="connsiteY19" fmla="*/ 3488267 h 4854223"/>
              <a:gd name="connsiteX20" fmla="*/ 779269 w 3161584"/>
              <a:gd name="connsiteY20" fmla="*/ 3420534 h 4854223"/>
              <a:gd name="connsiteX21" fmla="*/ 824424 w 3161584"/>
              <a:gd name="connsiteY21" fmla="*/ 3262489 h 4854223"/>
              <a:gd name="connsiteX22" fmla="*/ 835713 w 3161584"/>
              <a:gd name="connsiteY22" fmla="*/ 3206045 h 4854223"/>
              <a:gd name="connsiteX23" fmla="*/ 1117935 w 3161584"/>
              <a:gd name="connsiteY23" fmla="*/ 2686756 h 4854223"/>
              <a:gd name="connsiteX24" fmla="*/ 1163091 w 3161584"/>
              <a:gd name="connsiteY24" fmla="*/ 2641600 h 4854223"/>
              <a:gd name="connsiteX25" fmla="*/ 1253402 w 3161584"/>
              <a:gd name="connsiteY25" fmla="*/ 2528711 h 4854223"/>
              <a:gd name="connsiteX26" fmla="*/ 1422735 w 3161584"/>
              <a:gd name="connsiteY26" fmla="*/ 2223911 h 4854223"/>
              <a:gd name="connsiteX27" fmla="*/ 1671091 w 3161584"/>
              <a:gd name="connsiteY27" fmla="*/ 1851378 h 4854223"/>
              <a:gd name="connsiteX28" fmla="*/ 1738824 w 3161584"/>
              <a:gd name="connsiteY28" fmla="*/ 1749778 h 4854223"/>
              <a:gd name="connsiteX29" fmla="*/ 2506469 w 3161584"/>
              <a:gd name="connsiteY29" fmla="*/ 959556 h 4854223"/>
              <a:gd name="connsiteX30" fmla="*/ 2833847 w 3161584"/>
              <a:gd name="connsiteY30" fmla="*/ 508000 h 4854223"/>
              <a:gd name="connsiteX31" fmla="*/ 2856424 w 3161584"/>
              <a:gd name="connsiteY31" fmla="*/ 440267 h 4854223"/>
              <a:gd name="connsiteX32" fmla="*/ 3093491 w 3161584"/>
              <a:gd name="connsiteY32" fmla="*/ 79023 h 4854223"/>
              <a:gd name="connsiteX33" fmla="*/ 3161224 w 3161584"/>
              <a:gd name="connsiteY33" fmla="*/ 0 h 485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61584" h="4854223">
                <a:moveTo>
                  <a:pt x="11624" y="4854223"/>
                </a:moveTo>
                <a:cubicBezTo>
                  <a:pt x="7861" y="4809067"/>
                  <a:pt x="-1928" y="4764012"/>
                  <a:pt x="335" y="4718756"/>
                </a:cubicBezTo>
                <a:cubicBezTo>
                  <a:pt x="1885" y="4687765"/>
                  <a:pt x="15387" y="4658549"/>
                  <a:pt x="22913" y="4628445"/>
                </a:cubicBezTo>
                <a:cubicBezTo>
                  <a:pt x="41456" y="4554275"/>
                  <a:pt x="22130" y="4610060"/>
                  <a:pt x="56780" y="4549423"/>
                </a:cubicBezTo>
                <a:cubicBezTo>
                  <a:pt x="75080" y="4517398"/>
                  <a:pt x="78364" y="4497900"/>
                  <a:pt x="101935" y="4470400"/>
                </a:cubicBezTo>
                <a:cubicBezTo>
                  <a:pt x="115788" y="4454238"/>
                  <a:pt x="132039" y="4440297"/>
                  <a:pt x="147091" y="4425245"/>
                </a:cubicBezTo>
                <a:cubicBezTo>
                  <a:pt x="173375" y="4372677"/>
                  <a:pt x="169278" y="4372987"/>
                  <a:pt x="214824" y="4323645"/>
                </a:cubicBezTo>
                <a:cubicBezTo>
                  <a:pt x="243700" y="4292362"/>
                  <a:pt x="275031" y="4263438"/>
                  <a:pt x="305135" y="4233334"/>
                </a:cubicBezTo>
                <a:cubicBezTo>
                  <a:pt x="320187" y="4218282"/>
                  <a:pt x="337222" y="4204981"/>
                  <a:pt x="350291" y="4188178"/>
                </a:cubicBezTo>
                <a:cubicBezTo>
                  <a:pt x="376632" y="4154311"/>
                  <a:pt x="401846" y="4119538"/>
                  <a:pt x="429313" y="4086578"/>
                </a:cubicBezTo>
                <a:cubicBezTo>
                  <a:pt x="441813" y="4071579"/>
                  <a:pt x="493753" y="4014143"/>
                  <a:pt x="508335" y="3984978"/>
                </a:cubicBezTo>
                <a:cubicBezTo>
                  <a:pt x="513657" y="3974335"/>
                  <a:pt x="514302" y="3961754"/>
                  <a:pt x="519624" y="3951111"/>
                </a:cubicBezTo>
                <a:cubicBezTo>
                  <a:pt x="525692" y="3938976"/>
                  <a:pt x="535613" y="3929105"/>
                  <a:pt x="542202" y="3917245"/>
                </a:cubicBezTo>
                <a:cubicBezTo>
                  <a:pt x="554461" y="3895179"/>
                  <a:pt x="565817" y="3872578"/>
                  <a:pt x="576069" y="3849511"/>
                </a:cubicBezTo>
                <a:cubicBezTo>
                  <a:pt x="580902" y="3838637"/>
                  <a:pt x="582671" y="3826582"/>
                  <a:pt x="587358" y="3815645"/>
                </a:cubicBezTo>
                <a:cubicBezTo>
                  <a:pt x="593987" y="3800177"/>
                  <a:pt x="603100" y="3785867"/>
                  <a:pt x="609935" y="3770489"/>
                </a:cubicBezTo>
                <a:cubicBezTo>
                  <a:pt x="618165" y="3751971"/>
                  <a:pt x="624283" y="3732563"/>
                  <a:pt x="632513" y="3714045"/>
                </a:cubicBezTo>
                <a:cubicBezTo>
                  <a:pt x="639348" y="3698667"/>
                  <a:pt x="648462" y="3684357"/>
                  <a:pt x="655091" y="3668889"/>
                </a:cubicBezTo>
                <a:cubicBezTo>
                  <a:pt x="659778" y="3657952"/>
                  <a:pt x="661058" y="3645666"/>
                  <a:pt x="666380" y="3635023"/>
                </a:cubicBezTo>
                <a:cubicBezTo>
                  <a:pt x="691227" y="3585329"/>
                  <a:pt x="720555" y="3537961"/>
                  <a:pt x="745402" y="3488267"/>
                </a:cubicBezTo>
                <a:cubicBezTo>
                  <a:pt x="792136" y="3394798"/>
                  <a:pt x="714569" y="3517582"/>
                  <a:pt x="779269" y="3420534"/>
                </a:cubicBezTo>
                <a:cubicBezTo>
                  <a:pt x="800790" y="3355971"/>
                  <a:pt x="810247" y="3333373"/>
                  <a:pt x="824424" y="3262489"/>
                </a:cubicBezTo>
                <a:cubicBezTo>
                  <a:pt x="828187" y="3243674"/>
                  <a:pt x="826998" y="3223139"/>
                  <a:pt x="835713" y="3206045"/>
                </a:cubicBezTo>
                <a:cubicBezTo>
                  <a:pt x="925192" y="3030529"/>
                  <a:pt x="1019092" y="2857174"/>
                  <a:pt x="1117935" y="2686756"/>
                </a:cubicBezTo>
                <a:cubicBezTo>
                  <a:pt x="1128615" y="2668342"/>
                  <a:pt x="1149238" y="2657762"/>
                  <a:pt x="1163091" y="2641600"/>
                </a:cubicBezTo>
                <a:cubicBezTo>
                  <a:pt x="1194452" y="2605012"/>
                  <a:pt x="1223298" y="2566341"/>
                  <a:pt x="1253402" y="2528711"/>
                </a:cubicBezTo>
                <a:cubicBezTo>
                  <a:pt x="1321058" y="2325747"/>
                  <a:pt x="1202192" y="2664996"/>
                  <a:pt x="1422735" y="2223911"/>
                </a:cubicBezTo>
                <a:cubicBezTo>
                  <a:pt x="1608853" y="1851677"/>
                  <a:pt x="1444169" y="2128727"/>
                  <a:pt x="1671091" y="1851378"/>
                </a:cubicBezTo>
                <a:cubicBezTo>
                  <a:pt x="1696865" y="1819876"/>
                  <a:pt x="1711753" y="1780173"/>
                  <a:pt x="1738824" y="1749778"/>
                </a:cubicBezTo>
                <a:cubicBezTo>
                  <a:pt x="2255607" y="1169530"/>
                  <a:pt x="2138270" y="1284437"/>
                  <a:pt x="2506469" y="959556"/>
                </a:cubicBezTo>
                <a:cubicBezTo>
                  <a:pt x="2637067" y="672238"/>
                  <a:pt x="2485513" y="976911"/>
                  <a:pt x="2833847" y="508000"/>
                </a:cubicBezTo>
                <a:cubicBezTo>
                  <a:pt x="2848039" y="488896"/>
                  <a:pt x="2844101" y="460627"/>
                  <a:pt x="2856424" y="440267"/>
                </a:cubicBezTo>
                <a:cubicBezTo>
                  <a:pt x="2931002" y="317051"/>
                  <a:pt x="3007074" y="194246"/>
                  <a:pt x="3093491" y="79023"/>
                </a:cubicBezTo>
                <a:cubicBezTo>
                  <a:pt x="3170617" y="-23812"/>
                  <a:pt x="3161224" y="82393"/>
                  <a:pt x="3161224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85430CBF-FD74-285E-354E-8DCE98C87145}"/>
              </a:ext>
            </a:extLst>
          </p:cNvPr>
          <p:cNvSpPr/>
          <p:nvPr/>
        </p:nvSpPr>
        <p:spPr>
          <a:xfrm>
            <a:off x="25709157" y="18528079"/>
            <a:ext cx="1600674" cy="2609630"/>
          </a:xfrm>
          <a:custGeom>
            <a:avLst/>
            <a:gdLst>
              <a:gd name="connsiteX0" fmla="*/ 1786467 w 1786467"/>
              <a:gd name="connsiteY0" fmla="*/ 2912533 h 2912533"/>
              <a:gd name="connsiteX1" fmla="*/ 1769534 w 1786467"/>
              <a:gd name="connsiteY1" fmla="*/ 2853266 h 2912533"/>
              <a:gd name="connsiteX2" fmla="*/ 1735667 w 1786467"/>
              <a:gd name="connsiteY2" fmla="*/ 2794000 h 2912533"/>
              <a:gd name="connsiteX3" fmla="*/ 1718734 w 1786467"/>
              <a:gd name="connsiteY3" fmla="*/ 2751666 h 2912533"/>
              <a:gd name="connsiteX4" fmla="*/ 1693334 w 1786467"/>
              <a:gd name="connsiteY4" fmla="*/ 2709333 h 2912533"/>
              <a:gd name="connsiteX5" fmla="*/ 1676400 w 1786467"/>
              <a:gd name="connsiteY5" fmla="*/ 2667000 h 2912533"/>
              <a:gd name="connsiteX6" fmla="*/ 1659467 w 1786467"/>
              <a:gd name="connsiteY6" fmla="*/ 2650066 h 2912533"/>
              <a:gd name="connsiteX7" fmla="*/ 1608667 w 1786467"/>
              <a:gd name="connsiteY7" fmla="*/ 2573866 h 2912533"/>
              <a:gd name="connsiteX8" fmla="*/ 1591734 w 1786467"/>
              <a:gd name="connsiteY8" fmla="*/ 2540000 h 2912533"/>
              <a:gd name="connsiteX9" fmla="*/ 1557867 w 1786467"/>
              <a:gd name="connsiteY9" fmla="*/ 2497666 h 2912533"/>
              <a:gd name="connsiteX10" fmla="*/ 1540934 w 1786467"/>
              <a:gd name="connsiteY10" fmla="*/ 2446866 h 2912533"/>
              <a:gd name="connsiteX11" fmla="*/ 1490134 w 1786467"/>
              <a:gd name="connsiteY11" fmla="*/ 2353733 h 2912533"/>
              <a:gd name="connsiteX12" fmla="*/ 1473200 w 1786467"/>
              <a:gd name="connsiteY12" fmla="*/ 2319866 h 2912533"/>
              <a:gd name="connsiteX13" fmla="*/ 1464734 w 1786467"/>
              <a:gd name="connsiteY13" fmla="*/ 2294466 h 2912533"/>
              <a:gd name="connsiteX14" fmla="*/ 1447800 w 1786467"/>
              <a:gd name="connsiteY14" fmla="*/ 2260600 h 2912533"/>
              <a:gd name="connsiteX15" fmla="*/ 1439334 w 1786467"/>
              <a:gd name="connsiteY15" fmla="*/ 2235200 h 2912533"/>
              <a:gd name="connsiteX16" fmla="*/ 1405467 w 1786467"/>
              <a:gd name="connsiteY16" fmla="*/ 2167466 h 2912533"/>
              <a:gd name="connsiteX17" fmla="*/ 1371600 w 1786467"/>
              <a:gd name="connsiteY17" fmla="*/ 2082800 h 2912533"/>
              <a:gd name="connsiteX18" fmla="*/ 1354667 w 1786467"/>
              <a:gd name="connsiteY18" fmla="*/ 2015066 h 2912533"/>
              <a:gd name="connsiteX19" fmla="*/ 1337734 w 1786467"/>
              <a:gd name="connsiteY19" fmla="*/ 1972733 h 2912533"/>
              <a:gd name="connsiteX20" fmla="*/ 1312334 w 1786467"/>
              <a:gd name="connsiteY20" fmla="*/ 1913466 h 2912533"/>
              <a:gd name="connsiteX21" fmla="*/ 1303867 w 1786467"/>
              <a:gd name="connsiteY21" fmla="*/ 1871133 h 2912533"/>
              <a:gd name="connsiteX22" fmla="*/ 1278467 w 1786467"/>
              <a:gd name="connsiteY22" fmla="*/ 1794933 h 2912533"/>
              <a:gd name="connsiteX23" fmla="*/ 1270000 w 1786467"/>
              <a:gd name="connsiteY23" fmla="*/ 1769533 h 2912533"/>
              <a:gd name="connsiteX24" fmla="*/ 1253067 w 1786467"/>
              <a:gd name="connsiteY24" fmla="*/ 1710266 h 2912533"/>
              <a:gd name="connsiteX25" fmla="*/ 1227667 w 1786467"/>
              <a:gd name="connsiteY25" fmla="*/ 1667933 h 2912533"/>
              <a:gd name="connsiteX26" fmla="*/ 1210734 w 1786467"/>
              <a:gd name="connsiteY26" fmla="*/ 1634066 h 2912533"/>
              <a:gd name="connsiteX27" fmla="*/ 1176867 w 1786467"/>
              <a:gd name="connsiteY27" fmla="*/ 1583266 h 2912533"/>
              <a:gd name="connsiteX28" fmla="*/ 1143000 w 1786467"/>
              <a:gd name="connsiteY28" fmla="*/ 1524000 h 2912533"/>
              <a:gd name="connsiteX29" fmla="*/ 1117600 w 1786467"/>
              <a:gd name="connsiteY29" fmla="*/ 1490133 h 2912533"/>
              <a:gd name="connsiteX30" fmla="*/ 1100667 w 1786467"/>
              <a:gd name="connsiteY30" fmla="*/ 1456266 h 2912533"/>
              <a:gd name="connsiteX31" fmla="*/ 1075267 w 1786467"/>
              <a:gd name="connsiteY31" fmla="*/ 1422400 h 2912533"/>
              <a:gd name="connsiteX32" fmla="*/ 1058334 w 1786467"/>
              <a:gd name="connsiteY32" fmla="*/ 1397000 h 2912533"/>
              <a:gd name="connsiteX33" fmla="*/ 1041400 w 1786467"/>
              <a:gd name="connsiteY33" fmla="*/ 1380066 h 2912533"/>
              <a:gd name="connsiteX34" fmla="*/ 1024467 w 1786467"/>
              <a:gd name="connsiteY34" fmla="*/ 1354666 h 2912533"/>
              <a:gd name="connsiteX35" fmla="*/ 999067 w 1786467"/>
              <a:gd name="connsiteY35" fmla="*/ 1320800 h 2912533"/>
              <a:gd name="connsiteX36" fmla="*/ 990600 w 1786467"/>
              <a:gd name="connsiteY36" fmla="*/ 1295400 h 2912533"/>
              <a:gd name="connsiteX37" fmla="*/ 973667 w 1786467"/>
              <a:gd name="connsiteY37" fmla="*/ 1270000 h 2912533"/>
              <a:gd name="connsiteX38" fmla="*/ 956734 w 1786467"/>
              <a:gd name="connsiteY38" fmla="*/ 1210733 h 2912533"/>
              <a:gd name="connsiteX39" fmla="*/ 939800 w 1786467"/>
              <a:gd name="connsiteY39" fmla="*/ 1185333 h 2912533"/>
              <a:gd name="connsiteX40" fmla="*/ 922867 w 1786467"/>
              <a:gd name="connsiteY40" fmla="*/ 1134533 h 2912533"/>
              <a:gd name="connsiteX41" fmla="*/ 905934 w 1786467"/>
              <a:gd name="connsiteY41" fmla="*/ 1109133 h 2912533"/>
              <a:gd name="connsiteX42" fmla="*/ 889000 w 1786467"/>
              <a:gd name="connsiteY42" fmla="*/ 1058333 h 2912533"/>
              <a:gd name="connsiteX43" fmla="*/ 880534 w 1786467"/>
              <a:gd name="connsiteY43" fmla="*/ 1024466 h 2912533"/>
              <a:gd name="connsiteX44" fmla="*/ 821267 w 1786467"/>
              <a:gd name="connsiteY44" fmla="*/ 931333 h 2912533"/>
              <a:gd name="connsiteX45" fmla="*/ 812800 w 1786467"/>
              <a:gd name="connsiteY45" fmla="*/ 905933 h 2912533"/>
              <a:gd name="connsiteX46" fmla="*/ 778934 w 1786467"/>
              <a:gd name="connsiteY46" fmla="*/ 846666 h 2912533"/>
              <a:gd name="connsiteX47" fmla="*/ 753534 w 1786467"/>
              <a:gd name="connsiteY47" fmla="*/ 778933 h 2912533"/>
              <a:gd name="connsiteX48" fmla="*/ 736600 w 1786467"/>
              <a:gd name="connsiteY48" fmla="*/ 728133 h 2912533"/>
              <a:gd name="connsiteX49" fmla="*/ 728134 w 1786467"/>
              <a:gd name="connsiteY49" fmla="*/ 702733 h 2912533"/>
              <a:gd name="connsiteX50" fmla="*/ 711200 w 1786467"/>
              <a:gd name="connsiteY50" fmla="*/ 677333 h 2912533"/>
              <a:gd name="connsiteX51" fmla="*/ 702734 w 1786467"/>
              <a:gd name="connsiteY51" fmla="*/ 651933 h 2912533"/>
              <a:gd name="connsiteX52" fmla="*/ 685800 w 1786467"/>
              <a:gd name="connsiteY52" fmla="*/ 618066 h 2912533"/>
              <a:gd name="connsiteX53" fmla="*/ 635000 w 1786467"/>
              <a:gd name="connsiteY53" fmla="*/ 550333 h 2912533"/>
              <a:gd name="connsiteX54" fmla="*/ 609600 w 1786467"/>
              <a:gd name="connsiteY54" fmla="*/ 524933 h 2912533"/>
              <a:gd name="connsiteX55" fmla="*/ 541867 w 1786467"/>
              <a:gd name="connsiteY55" fmla="*/ 431800 h 2912533"/>
              <a:gd name="connsiteX56" fmla="*/ 516467 w 1786467"/>
              <a:gd name="connsiteY56" fmla="*/ 406400 h 2912533"/>
              <a:gd name="connsiteX57" fmla="*/ 499534 w 1786467"/>
              <a:gd name="connsiteY57" fmla="*/ 381000 h 2912533"/>
              <a:gd name="connsiteX58" fmla="*/ 474134 w 1786467"/>
              <a:gd name="connsiteY58" fmla="*/ 364066 h 2912533"/>
              <a:gd name="connsiteX59" fmla="*/ 431800 w 1786467"/>
              <a:gd name="connsiteY59" fmla="*/ 321733 h 2912533"/>
              <a:gd name="connsiteX60" fmla="*/ 406400 w 1786467"/>
              <a:gd name="connsiteY60" fmla="*/ 296333 h 2912533"/>
              <a:gd name="connsiteX61" fmla="*/ 381000 w 1786467"/>
              <a:gd name="connsiteY61" fmla="*/ 279400 h 2912533"/>
              <a:gd name="connsiteX62" fmla="*/ 364067 w 1786467"/>
              <a:gd name="connsiteY62" fmla="*/ 262466 h 2912533"/>
              <a:gd name="connsiteX63" fmla="*/ 287867 w 1786467"/>
              <a:gd name="connsiteY63" fmla="*/ 220133 h 2912533"/>
              <a:gd name="connsiteX64" fmla="*/ 262467 w 1786467"/>
              <a:gd name="connsiteY64" fmla="*/ 203200 h 2912533"/>
              <a:gd name="connsiteX65" fmla="*/ 211667 w 1786467"/>
              <a:gd name="connsiteY65" fmla="*/ 186266 h 2912533"/>
              <a:gd name="connsiteX66" fmla="*/ 160867 w 1786467"/>
              <a:gd name="connsiteY66" fmla="*/ 152400 h 2912533"/>
              <a:gd name="connsiteX67" fmla="*/ 127000 w 1786467"/>
              <a:gd name="connsiteY67" fmla="*/ 118533 h 2912533"/>
              <a:gd name="connsiteX68" fmla="*/ 118534 w 1786467"/>
              <a:gd name="connsiteY68" fmla="*/ 93133 h 2912533"/>
              <a:gd name="connsiteX69" fmla="*/ 33867 w 1786467"/>
              <a:gd name="connsiteY69" fmla="*/ 25400 h 2912533"/>
              <a:gd name="connsiteX70" fmla="*/ 0 w 1786467"/>
              <a:gd name="connsiteY70" fmla="*/ 0 h 291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786467" h="2912533">
                <a:moveTo>
                  <a:pt x="1786467" y="2912533"/>
                </a:moveTo>
                <a:cubicBezTo>
                  <a:pt x="1780823" y="2892777"/>
                  <a:pt x="1776556" y="2872575"/>
                  <a:pt x="1769534" y="2853266"/>
                </a:cubicBezTo>
                <a:cubicBezTo>
                  <a:pt x="1749744" y="2798846"/>
                  <a:pt x="1758234" y="2839135"/>
                  <a:pt x="1735667" y="2794000"/>
                </a:cubicBezTo>
                <a:cubicBezTo>
                  <a:pt x="1728870" y="2780406"/>
                  <a:pt x="1725531" y="2765260"/>
                  <a:pt x="1718734" y="2751666"/>
                </a:cubicBezTo>
                <a:cubicBezTo>
                  <a:pt x="1711375" y="2736947"/>
                  <a:pt x="1700694" y="2724052"/>
                  <a:pt x="1693334" y="2709333"/>
                </a:cubicBezTo>
                <a:cubicBezTo>
                  <a:pt x="1686537" y="2695739"/>
                  <a:pt x="1683940" y="2680196"/>
                  <a:pt x="1676400" y="2667000"/>
                </a:cubicBezTo>
                <a:cubicBezTo>
                  <a:pt x="1672440" y="2660069"/>
                  <a:pt x="1664162" y="2656522"/>
                  <a:pt x="1659467" y="2650066"/>
                </a:cubicBezTo>
                <a:cubicBezTo>
                  <a:pt x="1641512" y="2625378"/>
                  <a:pt x="1622319" y="2601170"/>
                  <a:pt x="1608667" y="2573866"/>
                </a:cubicBezTo>
                <a:cubicBezTo>
                  <a:pt x="1603023" y="2562577"/>
                  <a:pt x="1598735" y="2550501"/>
                  <a:pt x="1591734" y="2540000"/>
                </a:cubicBezTo>
                <a:cubicBezTo>
                  <a:pt x="1568277" y="2504815"/>
                  <a:pt x="1578371" y="2543801"/>
                  <a:pt x="1557867" y="2497666"/>
                </a:cubicBezTo>
                <a:cubicBezTo>
                  <a:pt x="1550618" y="2481355"/>
                  <a:pt x="1550835" y="2461717"/>
                  <a:pt x="1540934" y="2446866"/>
                </a:cubicBezTo>
                <a:cubicBezTo>
                  <a:pt x="1509997" y="2400462"/>
                  <a:pt x="1528553" y="2430571"/>
                  <a:pt x="1490134" y="2353733"/>
                </a:cubicBezTo>
                <a:cubicBezTo>
                  <a:pt x="1484489" y="2342444"/>
                  <a:pt x="1477191" y="2331840"/>
                  <a:pt x="1473200" y="2319866"/>
                </a:cubicBezTo>
                <a:cubicBezTo>
                  <a:pt x="1470378" y="2311399"/>
                  <a:pt x="1468250" y="2302669"/>
                  <a:pt x="1464734" y="2294466"/>
                </a:cubicBezTo>
                <a:cubicBezTo>
                  <a:pt x="1459762" y="2282865"/>
                  <a:pt x="1452772" y="2272201"/>
                  <a:pt x="1447800" y="2260600"/>
                </a:cubicBezTo>
                <a:cubicBezTo>
                  <a:pt x="1444284" y="2252397"/>
                  <a:pt x="1443027" y="2243325"/>
                  <a:pt x="1439334" y="2235200"/>
                </a:cubicBezTo>
                <a:cubicBezTo>
                  <a:pt x="1428889" y="2212220"/>
                  <a:pt x="1413449" y="2191414"/>
                  <a:pt x="1405467" y="2167466"/>
                </a:cubicBezTo>
                <a:cubicBezTo>
                  <a:pt x="1366921" y="2051827"/>
                  <a:pt x="1408977" y="2170012"/>
                  <a:pt x="1371600" y="2082800"/>
                </a:cubicBezTo>
                <a:cubicBezTo>
                  <a:pt x="1356705" y="2048045"/>
                  <a:pt x="1367914" y="2059221"/>
                  <a:pt x="1354667" y="2015066"/>
                </a:cubicBezTo>
                <a:cubicBezTo>
                  <a:pt x="1350300" y="2000509"/>
                  <a:pt x="1342540" y="1987151"/>
                  <a:pt x="1337734" y="1972733"/>
                </a:cubicBezTo>
                <a:cubicBezTo>
                  <a:pt x="1319510" y="1918060"/>
                  <a:pt x="1342096" y="1958110"/>
                  <a:pt x="1312334" y="1913466"/>
                </a:cubicBezTo>
                <a:cubicBezTo>
                  <a:pt x="1309512" y="1899355"/>
                  <a:pt x="1307653" y="1885016"/>
                  <a:pt x="1303867" y="1871133"/>
                </a:cubicBezTo>
                <a:cubicBezTo>
                  <a:pt x="1303862" y="1871114"/>
                  <a:pt x="1282704" y="1807642"/>
                  <a:pt x="1278467" y="1794933"/>
                </a:cubicBezTo>
                <a:cubicBezTo>
                  <a:pt x="1275645" y="1786466"/>
                  <a:pt x="1272164" y="1778191"/>
                  <a:pt x="1270000" y="1769533"/>
                </a:cubicBezTo>
                <a:cubicBezTo>
                  <a:pt x="1267286" y="1758677"/>
                  <a:pt x="1259142" y="1722416"/>
                  <a:pt x="1253067" y="1710266"/>
                </a:cubicBezTo>
                <a:cubicBezTo>
                  <a:pt x="1245708" y="1695547"/>
                  <a:pt x="1235659" y="1682318"/>
                  <a:pt x="1227667" y="1667933"/>
                </a:cubicBezTo>
                <a:cubicBezTo>
                  <a:pt x="1221538" y="1656900"/>
                  <a:pt x="1217228" y="1644889"/>
                  <a:pt x="1210734" y="1634066"/>
                </a:cubicBezTo>
                <a:cubicBezTo>
                  <a:pt x="1200263" y="1616615"/>
                  <a:pt x="1185968" y="1601469"/>
                  <a:pt x="1176867" y="1583266"/>
                </a:cubicBezTo>
                <a:cubicBezTo>
                  <a:pt x="1160329" y="1550189"/>
                  <a:pt x="1162948" y="1551927"/>
                  <a:pt x="1143000" y="1524000"/>
                </a:cubicBezTo>
                <a:cubicBezTo>
                  <a:pt x="1134798" y="1512517"/>
                  <a:pt x="1125079" y="1502099"/>
                  <a:pt x="1117600" y="1490133"/>
                </a:cubicBezTo>
                <a:cubicBezTo>
                  <a:pt x="1110911" y="1479430"/>
                  <a:pt x="1107356" y="1466969"/>
                  <a:pt x="1100667" y="1456266"/>
                </a:cubicBezTo>
                <a:cubicBezTo>
                  <a:pt x="1093188" y="1444300"/>
                  <a:pt x="1083469" y="1433883"/>
                  <a:pt x="1075267" y="1422400"/>
                </a:cubicBezTo>
                <a:cubicBezTo>
                  <a:pt x="1069353" y="1414120"/>
                  <a:pt x="1064691" y="1404946"/>
                  <a:pt x="1058334" y="1397000"/>
                </a:cubicBezTo>
                <a:cubicBezTo>
                  <a:pt x="1053347" y="1390766"/>
                  <a:pt x="1046387" y="1386300"/>
                  <a:pt x="1041400" y="1380066"/>
                </a:cubicBezTo>
                <a:cubicBezTo>
                  <a:pt x="1035043" y="1372120"/>
                  <a:pt x="1030381" y="1362946"/>
                  <a:pt x="1024467" y="1354666"/>
                </a:cubicBezTo>
                <a:cubicBezTo>
                  <a:pt x="1016265" y="1343183"/>
                  <a:pt x="1007534" y="1332089"/>
                  <a:pt x="999067" y="1320800"/>
                </a:cubicBezTo>
                <a:cubicBezTo>
                  <a:pt x="996245" y="1312333"/>
                  <a:pt x="994591" y="1303382"/>
                  <a:pt x="990600" y="1295400"/>
                </a:cubicBezTo>
                <a:cubicBezTo>
                  <a:pt x="986049" y="1286299"/>
                  <a:pt x="977675" y="1279353"/>
                  <a:pt x="973667" y="1270000"/>
                </a:cubicBezTo>
                <a:cubicBezTo>
                  <a:pt x="957401" y="1232047"/>
                  <a:pt x="973200" y="1243666"/>
                  <a:pt x="956734" y="1210733"/>
                </a:cubicBezTo>
                <a:cubicBezTo>
                  <a:pt x="952183" y="1201631"/>
                  <a:pt x="945445" y="1193800"/>
                  <a:pt x="939800" y="1185333"/>
                </a:cubicBezTo>
                <a:cubicBezTo>
                  <a:pt x="934156" y="1168400"/>
                  <a:pt x="932768" y="1149385"/>
                  <a:pt x="922867" y="1134533"/>
                </a:cubicBezTo>
                <a:cubicBezTo>
                  <a:pt x="917223" y="1126066"/>
                  <a:pt x="910067" y="1118432"/>
                  <a:pt x="905934" y="1109133"/>
                </a:cubicBezTo>
                <a:cubicBezTo>
                  <a:pt x="898685" y="1092822"/>
                  <a:pt x="893329" y="1075650"/>
                  <a:pt x="889000" y="1058333"/>
                </a:cubicBezTo>
                <a:cubicBezTo>
                  <a:pt x="886178" y="1047044"/>
                  <a:pt x="885009" y="1035207"/>
                  <a:pt x="880534" y="1024466"/>
                </a:cubicBezTo>
                <a:cubicBezTo>
                  <a:pt x="852520" y="957231"/>
                  <a:pt x="859200" y="969266"/>
                  <a:pt x="821267" y="931333"/>
                </a:cubicBezTo>
                <a:cubicBezTo>
                  <a:pt x="818445" y="922866"/>
                  <a:pt x="816316" y="914136"/>
                  <a:pt x="812800" y="905933"/>
                </a:cubicBezTo>
                <a:cubicBezTo>
                  <a:pt x="799909" y="875853"/>
                  <a:pt x="795941" y="872176"/>
                  <a:pt x="778934" y="846666"/>
                </a:cubicBezTo>
                <a:cubicBezTo>
                  <a:pt x="760603" y="773346"/>
                  <a:pt x="783050" y="852722"/>
                  <a:pt x="753534" y="778933"/>
                </a:cubicBezTo>
                <a:cubicBezTo>
                  <a:pt x="746905" y="762360"/>
                  <a:pt x="742244" y="745066"/>
                  <a:pt x="736600" y="728133"/>
                </a:cubicBezTo>
                <a:cubicBezTo>
                  <a:pt x="733778" y="719666"/>
                  <a:pt x="733085" y="710159"/>
                  <a:pt x="728134" y="702733"/>
                </a:cubicBezTo>
                <a:lnTo>
                  <a:pt x="711200" y="677333"/>
                </a:lnTo>
                <a:cubicBezTo>
                  <a:pt x="708378" y="668866"/>
                  <a:pt x="706250" y="660136"/>
                  <a:pt x="702734" y="651933"/>
                </a:cubicBezTo>
                <a:cubicBezTo>
                  <a:pt x="697762" y="640332"/>
                  <a:pt x="692062" y="629025"/>
                  <a:pt x="685800" y="618066"/>
                </a:cubicBezTo>
                <a:cubicBezTo>
                  <a:pt x="673938" y="597307"/>
                  <a:pt x="648417" y="565666"/>
                  <a:pt x="635000" y="550333"/>
                </a:cubicBezTo>
                <a:cubicBezTo>
                  <a:pt x="627115" y="541322"/>
                  <a:pt x="617265" y="534131"/>
                  <a:pt x="609600" y="524933"/>
                </a:cubicBezTo>
                <a:cubicBezTo>
                  <a:pt x="562324" y="468201"/>
                  <a:pt x="639512" y="529445"/>
                  <a:pt x="541867" y="431800"/>
                </a:cubicBezTo>
                <a:cubicBezTo>
                  <a:pt x="533400" y="423333"/>
                  <a:pt x="524132" y="415598"/>
                  <a:pt x="516467" y="406400"/>
                </a:cubicBezTo>
                <a:cubicBezTo>
                  <a:pt x="509953" y="398583"/>
                  <a:pt x="506729" y="388195"/>
                  <a:pt x="499534" y="381000"/>
                </a:cubicBezTo>
                <a:cubicBezTo>
                  <a:pt x="492339" y="373805"/>
                  <a:pt x="481792" y="370767"/>
                  <a:pt x="474134" y="364066"/>
                </a:cubicBezTo>
                <a:cubicBezTo>
                  <a:pt x="459115" y="350925"/>
                  <a:pt x="445911" y="335844"/>
                  <a:pt x="431800" y="321733"/>
                </a:cubicBezTo>
                <a:cubicBezTo>
                  <a:pt x="423333" y="313266"/>
                  <a:pt x="416363" y="302975"/>
                  <a:pt x="406400" y="296333"/>
                </a:cubicBezTo>
                <a:cubicBezTo>
                  <a:pt x="397933" y="290689"/>
                  <a:pt x="388946" y="285757"/>
                  <a:pt x="381000" y="279400"/>
                </a:cubicBezTo>
                <a:cubicBezTo>
                  <a:pt x="374767" y="274413"/>
                  <a:pt x="370453" y="267256"/>
                  <a:pt x="364067" y="262466"/>
                </a:cubicBezTo>
                <a:cubicBezTo>
                  <a:pt x="257296" y="182387"/>
                  <a:pt x="353863" y="253131"/>
                  <a:pt x="287867" y="220133"/>
                </a:cubicBezTo>
                <a:cubicBezTo>
                  <a:pt x="278766" y="215582"/>
                  <a:pt x="271766" y="207333"/>
                  <a:pt x="262467" y="203200"/>
                </a:cubicBezTo>
                <a:cubicBezTo>
                  <a:pt x="246156" y="195951"/>
                  <a:pt x="226519" y="196167"/>
                  <a:pt x="211667" y="186266"/>
                </a:cubicBezTo>
                <a:cubicBezTo>
                  <a:pt x="194734" y="174977"/>
                  <a:pt x="175257" y="166790"/>
                  <a:pt x="160867" y="152400"/>
                </a:cubicBezTo>
                <a:lnTo>
                  <a:pt x="127000" y="118533"/>
                </a:lnTo>
                <a:cubicBezTo>
                  <a:pt x="124178" y="110066"/>
                  <a:pt x="123721" y="100395"/>
                  <a:pt x="118534" y="93133"/>
                </a:cubicBezTo>
                <a:cubicBezTo>
                  <a:pt x="76634" y="34473"/>
                  <a:pt x="89846" y="81383"/>
                  <a:pt x="33867" y="25400"/>
                </a:cubicBezTo>
                <a:cubicBezTo>
                  <a:pt x="12472" y="4003"/>
                  <a:pt x="24074" y="12036"/>
                  <a:pt x="0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85D23E-375C-320F-581D-9159A445E58A}"/>
              </a:ext>
            </a:extLst>
          </p:cNvPr>
          <p:cNvSpPr/>
          <p:nvPr/>
        </p:nvSpPr>
        <p:spPr>
          <a:xfrm>
            <a:off x="25269157" y="18224632"/>
            <a:ext cx="386893" cy="219998"/>
          </a:xfrm>
          <a:custGeom>
            <a:avLst/>
            <a:gdLst>
              <a:gd name="connsiteX0" fmla="*/ 0 w 431800"/>
              <a:gd name="connsiteY0" fmla="*/ 0 h 245533"/>
              <a:gd name="connsiteX1" fmla="*/ 67733 w 431800"/>
              <a:gd name="connsiteY1" fmla="*/ 8467 h 245533"/>
              <a:gd name="connsiteX2" fmla="*/ 127000 w 431800"/>
              <a:gd name="connsiteY2" fmla="*/ 42333 h 245533"/>
              <a:gd name="connsiteX3" fmla="*/ 143933 w 431800"/>
              <a:gd name="connsiteY3" fmla="*/ 59267 h 245533"/>
              <a:gd name="connsiteX4" fmla="*/ 177800 w 431800"/>
              <a:gd name="connsiteY4" fmla="*/ 76200 h 245533"/>
              <a:gd name="connsiteX5" fmla="*/ 228600 w 431800"/>
              <a:gd name="connsiteY5" fmla="*/ 118533 h 245533"/>
              <a:gd name="connsiteX6" fmla="*/ 279400 w 431800"/>
              <a:gd name="connsiteY6" fmla="*/ 135467 h 245533"/>
              <a:gd name="connsiteX7" fmla="*/ 304800 w 431800"/>
              <a:gd name="connsiteY7" fmla="*/ 143933 h 245533"/>
              <a:gd name="connsiteX8" fmla="*/ 321733 w 431800"/>
              <a:gd name="connsiteY8" fmla="*/ 160867 h 245533"/>
              <a:gd name="connsiteX9" fmla="*/ 338666 w 431800"/>
              <a:gd name="connsiteY9" fmla="*/ 186267 h 245533"/>
              <a:gd name="connsiteX10" fmla="*/ 364066 w 431800"/>
              <a:gd name="connsiteY10" fmla="*/ 194733 h 245533"/>
              <a:gd name="connsiteX11" fmla="*/ 381000 w 431800"/>
              <a:gd name="connsiteY11" fmla="*/ 211667 h 245533"/>
              <a:gd name="connsiteX12" fmla="*/ 431800 w 431800"/>
              <a:gd name="connsiteY12" fmla="*/ 245533 h 245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1800" h="245533">
                <a:moveTo>
                  <a:pt x="0" y="0"/>
                </a:moveTo>
                <a:cubicBezTo>
                  <a:pt x="22578" y="2822"/>
                  <a:pt x="45659" y="2948"/>
                  <a:pt x="67733" y="8467"/>
                </a:cubicBezTo>
                <a:cubicBezTo>
                  <a:pt x="80375" y="11627"/>
                  <a:pt x="115548" y="33171"/>
                  <a:pt x="127000" y="42333"/>
                </a:cubicBezTo>
                <a:cubicBezTo>
                  <a:pt x="133233" y="47320"/>
                  <a:pt x="137291" y="54839"/>
                  <a:pt x="143933" y="59267"/>
                </a:cubicBezTo>
                <a:cubicBezTo>
                  <a:pt x="154435" y="66268"/>
                  <a:pt x="166511" y="70556"/>
                  <a:pt x="177800" y="76200"/>
                </a:cubicBezTo>
                <a:cubicBezTo>
                  <a:pt x="193752" y="92152"/>
                  <a:pt x="207381" y="109102"/>
                  <a:pt x="228600" y="118533"/>
                </a:cubicBezTo>
                <a:cubicBezTo>
                  <a:pt x="244911" y="125782"/>
                  <a:pt x="262467" y="129823"/>
                  <a:pt x="279400" y="135467"/>
                </a:cubicBezTo>
                <a:lnTo>
                  <a:pt x="304800" y="143933"/>
                </a:lnTo>
                <a:cubicBezTo>
                  <a:pt x="310444" y="149578"/>
                  <a:pt x="316746" y="154634"/>
                  <a:pt x="321733" y="160867"/>
                </a:cubicBezTo>
                <a:cubicBezTo>
                  <a:pt x="328090" y="168813"/>
                  <a:pt x="330720" y="179910"/>
                  <a:pt x="338666" y="186267"/>
                </a:cubicBezTo>
                <a:cubicBezTo>
                  <a:pt x="345635" y="191842"/>
                  <a:pt x="355599" y="191911"/>
                  <a:pt x="364066" y="194733"/>
                </a:cubicBezTo>
                <a:cubicBezTo>
                  <a:pt x="369711" y="200378"/>
                  <a:pt x="374614" y="206877"/>
                  <a:pt x="381000" y="211667"/>
                </a:cubicBezTo>
                <a:cubicBezTo>
                  <a:pt x="397281" y="223878"/>
                  <a:pt x="431800" y="245533"/>
                  <a:pt x="431800" y="245533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29449A48-D254-3BC9-8299-A15B37BBE1C7}"/>
              </a:ext>
            </a:extLst>
          </p:cNvPr>
          <p:cNvSpPr/>
          <p:nvPr/>
        </p:nvSpPr>
        <p:spPr>
          <a:xfrm>
            <a:off x="25272951" y="16841527"/>
            <a:ext cx="1014818" cy="1377933"/>
          </a:xfrm>
          <a:custGeom>
            <a:avLst/>
            <a:gdLst>
              <a:gd name="connsiteX0" fmla="*/ 0 w 1132609"/>
              <a:gd name="connsiteY0" fmla="*/ 1537872 h 1537872"/>
              <a:gd name="connsiteX1" fmla="*/ 20782 w 1132609"/>
              <a:gd name="connsiteY1" fmla="*/ 1423572 h 1537872"/>
              <a:gd name="connsiteX2" fmla="*/ 31173 w 1132609"/>
              <a:gd name="connsiteY2" fmla="*/ 1392400 h 1537872"/>
              <a:gd name="connsiteX3" fmla="*/ 51955 w 1132609"/>
              <a:gd name="connsiteY3" fmla="*/ 1361227 h 1537872"/>
              <a:gd name="connsiteX4" fmla="*/ 83127 w 1132609"/>
              <a:gd name="connsiteY4" fmla="*/ 1298881 h 1537872"/>
              <a:gd name="connsiteX5" fmla="*/ 93518 w 1132609"/>
              <a:gd name="connsiteY5" fmla="*/ 1257318 h 1537872"/>
              <a:gd name="connsiteX6" fmla="*/ 114300 w 1132609"/>
              <a:gd name="connsiteY6" fmla="*/ 1226145 h 1537872"/>
              <a:gd name="connsiteX7" fmla="*/ 176645 w 1132609"/>
              <a:gd name="connsiteY7" fmla="*/ 1122236 h 1537872"/>
              <a:gd name="connsiteX8" fmla="*/ 238991 w 1132609"/>
              <a:gd name="connsiteY8" fmla="*/ 1059890 h 1537872"/>
              <a:gd name="connsiteX9" fmla="*/ 270164 w 1132609"/>
              <a:gd name="connsiteY9" fmla="*/ 1028718 h 1537872"/>
              <a:gd name="connsiteX10" fmla="*/ 311727 w 1132609"/>
              <a:gd name="connsiteY10" fmla="*/ 997545 h 1537872"/>
              <a:gd name="connsiteX11" fmla="*/ 342900 w 1132609"/>
              <a:gd name="connsiteY11" fmla="*/ 955981 h 1537872"/>
              <a:gd name="connsiteX12" fmla="*/ 384464 w 1132609"/>
              <a:gd name="connsiteY12" fmla="*/ 924809 h 1537872"/>
              <a:gd name="connsiteX13" fmla="*/ 457200 w 1132609"/>
              <a:gd name="connsiteY13" fmla="*/ 831290 h 1537872"/>
              <a:gd name="connsiteX14" fmla="*/ 488373 w 1132609"/>
              <a:gd name="connsiteY14" fmla="*/ 800118 h 1537872"/>
              <a:gd name="connsiteX15" fmla="*/ 509155 w 1132609"/>
              <a:gd name="connsiteY15" fmla="*/ 748163 h 1537872"/>
              <a:gd name="connsiteX16" fmla="*/ 529936 w 1132609"/>
              <a:gd name="connsiteY16" fmla="*/ 716990 h 1537872"/>
              <a:gd name="connsiteX17" fmla="*/ 550718 w 1132609"/>
              <a:gd name="connsiteY17" fmla="*/ 675427 h 1537872"/>
              <a:gd name="connsiteX18" fmla="*/ 571500 w 1132609"/>
              <a:gd name="connsiteY18" fmla="*/ 644254 h 1537872"/>
              <a:gd name="connsiteX19" fmla="*/ 592282 w 1132609"/>
              <a:gd name="connsiteY19" fmla="*/ 602690 h 1537872"/>
              <a:gd name="connsiteX20" fmla="*/ 654627 w 1132609"/>
              <a:gd name="connsiteY20" fmla="*/ 550736 h 1537872"/>
              <a:gd name="connsiteX21" fmla="*/ 696191 w 1132609"/>
              <a:gd name="connsiteY21" fmla="*/ 519563 h 1537872"/>
              <a:gd name="connsiteX22" fmla="*/ 737755 w 1132609"/>
              <a:gd name="connsiteY22" fmla="*/ 457218 h 1537872"/>
              <a:gd name="connsiteX23" fmla="*/ 768927 w 1132609"/>
              <a:gd name="connsiteY23" fmla="*/ 394872 h 1537872"/>
              <a:gd name="connsiteX24" fmla="*/ 779318 w 1132609"/>
              <a:gd name="connsiteY24" fmla="*/ 363700 h 1537872"/>
              <a:gd name="connsiteX25" fmla="*/ 841664 w 1132609"/>
              <a:gd name="connsiteY25" fmla="*/ 322136 h 1537872"/>
              <a:gd name="connsiteX26" fmla="*/ 904009 w 1132609"/>
              <a:gd name="connsiteY26" fmla="*/ 280572 h 1537872"/>
              <a:gd name="connsiteX27" fmla="*/ 935182 w 1132609"/>
              <a:gd name="connsiteY27" fmla="*/ 259790 h 1537872"/>
              <a:gd name="connsiteX28" fmla="*/ 997527 w 1132609"/>
              <a:gd name="connsiteY28" fmla="*/ 166272 h 1537872"/>
              <a:gd name="connsiteX29" fmla="*/ 1018309 w 1132609"/>
              <a:gd name="connsiteY29" fmla="*/ 135100 h 1537872"/>
              <a:gd name="connsiteX30" fmla="*/ 1049482 w 1132609"/>
              <a:gd name="connsiteY30" fmla="*/ 72754 h 1537872"/>
              <a:gd name="connsiteX31" fmla="*/ 1080655 w 1132609"/>
              <a:gd name="connsiteY31" fmla="*/ 62363 h 1537872"/>
              <a:gd name="connsiteX32" fmla="*/ 1132609 w 1132609"/>
              <a:gd name="connsiteY32" fmla="*/ 18 h 1537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132609" h="1537872">
                <a:moveTo>
                  <a:pt x="0" y="1537872"/>
                </a:moveTo>
                <a:cubicBezTo>
                  <a:pt x="6927" y="1499772"/>
                  <a:pt x="12668" y="1461437"/>
                  <a:pt x="20782" y="1423572"/>
                </a:cubicBezTo>
                <a:cubicBezTo>
                  <a:pt x="23077" y="1412862"/>
                  <a:pt x="26275" y="1402196"/>
                  <a:pt x="31173" y="1392400"/>
                </a:cubicBezTo>
                <a:cubicBezTo>
                  <a:pt x="36758" y="1381230"/>
                  <a:pt x="45028" y="1371618"/>
                  <a:pt x="51955" y="1361227"/>
                </a:cubicBezTo>
                <a:cubicBezTo>
                  <a:pt x="95723" y="1229911"/>
                  <a:pt x="22715" y="1439841"/>
                  <a:pt x="83127" y="1298881"/>
                </a:cubicBezTo>
                <a:cubicBezTo>
                  <a:pt x="88753" y="1285755"/>
                  <a:pt x="87892" y="1270444"/>
                  <a:pt x="93518" y="1257318"/>
                </a:cubicBezTo>
                <a:cubicBezTo>
                  <a:pt x="98437" y="1245839"/>
                  <a:pt x="108235" y="1237062"/>
                  <a:pt x="114300" y="1226145"/>
                </a:cubicBezTo>
                <a:cubicBezTo>
                  <a:pt x="144989" y="1170906"/>
                  <a:pt x="137666" y="1165546"/>
                  <a:pt x="176645" y="1122236"/>
                </a:cubicBezTo>
                <a:cubicBezTo>
                  <a:pt x="196306" y="1100390"/>
                  <a:pt x="218209" y="1080672"/>
                  <a:pt x="238991" y="1059890"/>
                </a:cubicBezTo>
                <a:cubicBezTo>
                  <a:pt x="249382" y="1049499"/>
                  <a:pt x="258408" y="1037535"/>
                  <a:pt x="270164" y="1028718"/>
                </a:cubicBezTo>
                <a:cubicBezTo>
                  <a:pt x="284018" y="1018327"/>
                  <a:pt x="299481" y="1009791"/>
                  <a:pt x="311727" y="997545"/>
                </a:cubicBezTo>
                <a:cubicBezTo>
                  <a:pt x="323973" y="985299"/>
                  <a:pt x="330654" y="968227"/>
                  <a:pt x="342900" y="955981"/>
                </a:cubicBezTo>
                <a:cubicBezTo>
                  <a:pt x="355146" y="943735"/>
                  <a:pt x="372762" y="937575"/>
                  <a:pt x="384464" y="924809"/>
                </a:cubicBezTo>
                <a:cubicBezTo>
                  <a:pt x="411149" y="895698"/>
                  <a:pt x="429275" y="859214"/>
                  <a:pt x="457200" y="831290"/>
                </a:cubicBezTo>
                <a:lnTo>
                  <a:pt x="488373" y="800118"/>
                </a:lnTo>
                <a:cubicBezTo>
                  <a:pt x="495300" y="782800"/>
                  <a:pt x="500814" y="764846"/>
                  <a:pt x="509155" y="748163"/>
                </a:cubicBezTo>
                <a:cubicBezTo>
                  <a:pt x="514740" y="736993"/>
                  <a:pt x="523740" y="727833"/>
                  <a:pt x="529936" y="716990"/>
                </a:cubicBezTo>
                <a:cubicBezTo>
                  <a:pt x="537621" y="703541"/>
                  <a:pt x="543033" y="688876"/>
                  <a:pt x="550718" y="675427"/>
                </a:cubicBezTo>
                <a:cubicBezTo>
                  <a:pt x="556914" y="664584"/>
                  <a:pt x="565304" y="655097"/>
                  <a:pt x="571500" y="644254"/>
                </a:cubicBezTo>
                <a:cubicBezTo>
                  <a:pt x="579185" y="630805"/>
                  <a:pt x="583279" y="615295"/>
                  <a:pt x="592282" y="602690"/>
                </a:cubicBezTo>
                <a:cubicBezTo>
                  <a:pt x="612494" y="574393"/>
                  <a:pt x="628048" y="569721"/>
                  <a:pt x="654627" y="550736"/>
                </a:cubicBezTo>
                <a:cubicBezTo>
                  <a:pt x="668719" y="540670"/>
                  <a:pt x="684685" y="532507"/>
                  <a:pt x="696191" y="519563"/>
                </a:cubicBezTo>
                <a:cubicBezTo>
                  <a:pt x="712785" y="500895"/>
                  <a:pt x="737755" y="457218"/>
                  <a:pt x="737755" y="457218"/>
                </a:cubicBezTo>
                <a:cubicBezTo>
                  <a:pt x="763867" y="378874"/>
                  <a:pt x="728646" y="475433"/>
                  <a:pt x="768927" y="394872"/>
                </a:cubicBezTo>
                <a:cubicBezTo>
                  <a:pt x="773825" y="385076"/>
                  <a:pt x="773242" y="372813"/>
                  <a:pt x="779318" y="363700"/>
                </a:cubicBezTo>
                <a:cubicBezTo>
                  <a:pt x="801557" y="330342"/>
                  <a:pt x="808982" y="333030"/>
                  <a:pt x="841664" y="322136"/>
                </a:cubicBezTo>
                <a:lnTo>
                  <a:pt x="904009" y="280572"/>
                </a:lnTo>
                <a:lnTo>
                  <a:pt x="935182" y="259790"/>
                </a:lnTo>
                <a:lnTo>
                  <a:pt x="997527" y="166272"/>
                </a:lnTo>
                <a:lnTo>
                  <a:pt x="1018309" y="135100"/>
                </a:lnTo>
                <a:cubicBezTo>
                  <a:pt x="1025154" y="114564"/>
                  <a:pt x="1031170" y="87404"/>
                  <a:pt x="1049482" y="72754"/>
                </a:cubicBezTo>
                <a:cubicBezTo>
                  <a:pt x="1058035" y="65912"/>
                  <a:pt x="1070264" y="65827"/>
                  <a:pt x="1080655" y="62363"/>
                </a:cubicBezTo>
                <a:cubicBezTo>
                  <a:pt x="1124139" y="-2864"/>
                  <a:pt x="1097242" y="18"/>
                  <a:pt x="1132609" y="18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56C4D38D-6A2A-73B3-6D70-12345A5BB22F}"/>
              </a:ext>
            </a:extLst>
          </p:cNvPr>
          <p:cNvSpPr/>
          <p:nvPr/>
        </p:nvSpPr>
        <p:spPr>
          <a:xfrm>
            <a:off x="26334324" y="16804303"/>
            <a:ext cx="2355494" cy="4329267"/>
          </a:xfrm>
          <a:custGeom>
            <a:avLst/>
            <a:gdLst>
              <a:gd name="connsiteX0" fmla="*/ 2628900 w 2628900"/>
              <a:gd name="connsiteY0" fmla="*/ 4831773 h 4831773"/>
              <a:gd name="connsiteX1" fmla="*/ 2524991 w 2628900"/>
              <a:gd name="connsiteY1" fmla="*/ 4665518 h 4831773"/>
              <a:gd name="connsiteX2" fmla="*/ 2431472 w 2628900"/>
              <a:gd name="connsiteY2" fmla="*/ 4509655 h 4831773"/>
              <a:gd name="connsiteX3" fmla="*/ 2369127 w 2628900"/>
              <a:gd name="connsiteY3" fmla="*/ 4374573 h 4831773"/>
              <a:gd name="connsiteX4" fmla="*/ 2327563 w 2628900"/>
              <a:gd name="connsiteY4" fmla="*/ 4312227 h 4831773"/>
              <a:gd name="connsiteX5" fmla="*/ 2296391 w 2628900"/>
              <a:gd name="connsiteY5" fmla="*/ 4239491 h 4831773"/>
              <a:gd name="connsiteX6" fmla="*/ 2275609 w 2628900"/>
              <a:gd name="connsiteY6" fmla="*/ 4197927 h 4831773"/>
              <a:gd name="connsiteX7" fmla="*/ 2254827 w 2628900"/>
              <a:gd name="connsiteY7" fmla="*/ 4145973 h 4831773"/>
              <a:gd name="connsiteX8" fmla="*/ 2234045 w 2628900"/>
              <a:gd name="connsiteY8" fmla="*/ 4114800 h 4831773"/>
              <a:gd name="connsiteX9" fmla="*/ 2213263 w 2628900"/>
              <a:gd name="connsiteY9" fmla="*/ 4062846 h 4831773"/>
              <a:gd name="connsiteX10" fmla="*/ 2192481 w 2628900"/>
              <a:gd name="connsiteY10" fmla="*/ 4021282 h 4831773"/>
              <a:gd name="connsiteX11" fmla="*/ 2182091 w 2628900"/>
              <a:gd name="connsiteY11" fmla="*/ 3990109 h 4831773"/>
              <a:gd name="connsiteX12" fmla="*/ 2161309 w 2628900"/>
              <a:gd name="connsiteY12" fmla="*/ 3958936 h 4831773"/>
              <a:gd name="connsiteX13" fmla="*/ 2109354 w 2628900"/>
              <a:gd name="connsiteY13" fmla="*/ 3865418 h 4831773"/>
              <a:gd name="connsiteX14" fmla="*/ 2088572 w 2628900"/>
              <a:gd name="connsiteY14" fmla="*/ 3834246 h 4831773"/>
              <a:gd name="connsiteX15" fmla="*/ 2057400 w 2628900"/>
              <a:gd name="connsiteY15" fmla="*/ 3782291 h 4831773"/>
              <a:gd name="connsiteX16" fmla="*/ 2036618 w 2628900"/>
              <a:gd name="connsiteY16" fmla="*/ 3740727 h 4831773"/>
              <a:gd name="connsiteX17" fmla="*/ 2005445 w 2628900"/>
              <a:gd name="connsiteY17" fmla="*/ 3688773 h 4831773"/>
              <a:gd name="connsiteX18" fmla="*/ 1984663 w 2628900"/>
              <a:gd name="connsiteY18" fmla="*/ 3647209 h 4831773"/>
              <a:gd name="connsiteX19" fmla="*/ 1953491 w 2628900"/>
              <a:gd name="connsiteY19" fmla="*/ 3605646 h 4831773"/>
              <a:gd name="connsiteX20" fmla="*/ 1922318 w 2628900"/>
              <a:gd name="connsiteY20" fmla="*/ 3532909 h 4831773"/>
              <a:gd name="connsiteX21" fmla="*/ 1901536 w 2628900"/>
              <a:gd name="connsiteY21" fmla="*/ 3470564 h 4831773"/>
              <a:gd name="connsiteX22" fmla="*/ 1859972 w 2628900"/>
              <a:gd name="connsiteY22" fmla="*/ 3387436 h 4831773"/>
              <a:gd name="connsiteX23" fmla="*/ 1828800 w 2628900"/>
              <a:gd name="connsiteY23" fmla="*/ 3293918 h 4831773"/>
              <a:gd name="connsiteX24" fmla="*/ 1818409 w 2628900"/>
              <a:gd name="connsiteY24" fmla="*/ 3252355 h 4831773"/>
              <a:gd name="connsiteX25" fmla="*/ 1797627 w 2628900"/>
              <a:gd name="connsiteY25" fmla="*/ 3158836 h 4831773"/>
              <a:gd name="connsiteX26" fmla="*/ 1776845 w 2628900"/>
              <a:gd name="connsiteY26" fmla="*/ 3096491 h 4831773"/>
              <a:gd name="connsiteX27" fmla="*/ 1745672 w 2628900"/>
              <a:gd name="connsiteY27" fmla="*/ 3106882 h 4831773"/>
              <a:gd name="connsiteX28" fmla="*/ 1735281 w 2628900"/>
              <a:gd name="connsiteY28" fmla="*/ 3075709 h 4831773"/>
              <a:gd name="connsiteX29" fmla="*/ 1693718 w 2628900"/>
              <a:gd name="connsiteY29" fmla="*/ 3023755 h 4831773"/>
              <a:gd name="connsiteX30" fmla="*/ 1631372 w 2628900"/>
              <a:gd name="connsiteY30" fmla="*/ 2961409 h 4831773"/>
              <a:gd name="connsiteX31" fmla="*/ 1610591 w 2628900"/>
              <a:gd name="connsiteY31" fmla="*/ 2919846 h 4831773"/>
              <a:gd name="connsiteX32" fmla="*/ 1548245 w 2628900"/>
              <a:gd name="connsiteY32" fmla="*/ 2857500 h 4831773"/>
              <a:gd name="connsiteX33" fmla="*/ 1465118 w 2628900"/>
              <a:gd name="connsiteY33" fmla="*/ 2732809 h 4831773"/>
              <a:gd name="connsiteX34" fmla="*/ 1444336 w 2628900"/>
              <a:gd name="connsiteY34" fmla="*/ 2701636 h 4831773"/>
              <a:gd name="connsiteX35" fmla="*/ 1381991 w 2628900"/>
              <a:gd name="connsiteY35" fmla="*/ 2618509 h 4831773"/>
              <a:gd name="connsiteX36" fmla="*/ 1350818 w 2628900"/>
              <a:gd name="connsiteY36" fmla="*/ 2576946 h 4831773"/>
              <a:gd name="connsiteX37" fmla="*/ 1298863 w 2628900"/>
              <a:gd name="connsiteY37" fmla="*/ 2483427 h 4831773"/>
              <a:gd name="connsiteX38" fmla="*/ 1288472 w 2628900"/>
              <a:gd name="connsiteY38" fmla="*/ 2441864 h 4831773"/>
              <a:gd name="connsiteX39" fmla="*/ 1278081 w 2628900"/>
              <a:gd name="connsiteY39" fmla="*/ 2410691 h 4831773"/>
              <a:gd name="connsiteX40" fmla="*/ 1257300 w 2628900"/>
              <a:gd name="connsiteY40" fmla="*/ 2327564 h 4831773"/>
              <a:gd name="connsiteX41" fmla="*/ 1246909 w 2628900"/>
              <a:gd name="connsiteY41" fmla="*/ 2286000 h 4831773"/>
              <a:gd name="connsiteX42" fmla="*/ 1236518 w 2628900"/>
              <a:gd name="connsiteY42" fmla="*/ 2244436 h 4831773"/>
              <a:gd name="connsiteX43" fmla="*/ 1226127 w 2628900"/>
              <a:gd name="connsiteY43" fmla="*/ 2171700 h 4831773"/>
              <a:gd name="connsiteX44" fmla="*/ 1215736 w 2628900"/>
              <a:gd name="connsiteY44" fmla="*/ 2130136 h 4831773"/>
              <a:gd name="connsiteX45" fmla="*/ 1132609 w 2628900"/>
              <a:gd name="connsiteY45" fmla="*/ 2026227 h 4831773"/>
              <a:gd name="connsiteX46" fmla="*/ 1101436 w 2628900"/>
              <a:gd name="connsiteY46" fmla="*/ 1963882 h 4831773"/>
              <a:gd name="connsiteX47" fmla="*/ 1091045 w 2628900"/>
              <a:gd name="connsiteY47" fmla="*/ 1932709 h 4831773"/>
              <a:gd name="connsiteX48" fmla="*/ 1049481 w 2628900"/>
              <a:gd name="connsiteY48" fmla="*/ 1859973 h 4831773"/>
              <a:gd name="connsiteX49" fmla="*/ 1028700 w 2628900"/>
              <a:gd name="connsiteY49" fmla="*/ 1797627 h 4831773"/>
              <a:gd name="connsiteX50" fmla="*/ 997527 w 2628900"/>
              <a:gd name="connsiteY50" fmla="*/ 1724891 h 4831773"/>
              <a:gd name="connsiteX51" fmla="*/ 976745 w 2628900"/>
              <a:gd name="connsiteY51" fmla="*/ 1683327 h 4831773"/>
              <a:gd name="connsiteX52" fmla="*/ 935181 w 2628900"/>
              <a:gd name="connsiteY52" fmla="*/ 1600200 h 4831773"/>
              <a:gd name="connsiteX53" fmla="*/ 924791 w 2628900"/>
              <a:gd name="connsiteY53" fmla="*/ 1558636 h 4831773"/>
              <a:gd name="connsiteX54" fmla="*/ 883227 w 2628900"/>
              <a:gd name="connsiteY54" fmla="*/ 1496291 h 4831773"/>
              <a:gd name="connsiteX55" fmla="*/ 862445 w 2628900"/>
              <a:gd name="connsiteY55" fmla="*/ 1465118 h 4831773"/>
              <a:gd name="connsiteX56" fmla="*/ 831272 w 2628900"/>
              <a:gd name="connsiteY56" fmla="*/ 1392382 h 4831773"/>
              <a:gd name="connsiteX57" fmla="*/ 810491 w 2628900"/>
              <a:gd name="connsiteY57" fmla="*/ 1350818 h 4831773"/>
              <a:gd name="connsiteX58" fmla="*/ 800100 w 2628900"/>
              <a:gd name="connsiteY58" fmla="*/ 1319646 h 4831773"/>
              <a:gd name="connsiteX59" fmla="*/ 779318 w 2628900"/>
              <a:gd name="connsiteY59" fmla="*/ 1288473 h 4831773"/>
              <a:gd name="connsiteX60" fmla="*/ 758536 w 2628900"/>
              <a:gd name="connsiteY60" fmla="*/ 1215736 h 4831773"/>
              <a:gd name="connsiteX61" fmla="*/ 737754 w 2628900"/>
              <a:gd name="connsiteY61" fmla="*/ 1174173 h 4831773"/>
              <a:gd name="connsiteX62" fmla="*/ 727363 w 2628900"/>
              <a:gd name="connsiteY62" fmla="*/ 1143000 h 4831773"/>
              <a:gd name="connsiteX63" fmla="*/ 654627 w 2628900"/>
              <a:gd name="connsiteY63" fmla="*/ 997527 h 4831773"/>
              <a:gd name="connsiteX64" fmla="*/ 633845 w 2628900"/>
              <a:gd name="connsiteY64" fmla="*/ 955964 h 4831773"/>
              <a:gd name="connsiteX65" fmla="*/ 613063 w 2628900"/>
              <a:gd name="connsiteY65" fmla="*/ 914400 h 4831773"/>
              <a:gd name="connsiteX66" fmla="*/ 581891 w 2628900"/>
              <a:gd name="connsiteY66" fmla="*/ 862446 h 4831773"/>
              <a:gd name="connsiteX67" fmla="*/ 561109 w 2628900"/>
              <a:gd name="connsiteY67" fmla="*/ 831273 h 4831773"/>
              <a:gd name="connsiteX68" fmla="*/ 519545 w 2628900"/>
              <a:gd name="connsiteY68" fmla="*/ 758536 h 4831773"/>
              <a:gd name="connsiteX69" fmla="*/ 509154 w 2628900"/>
              <a:gd name="connsiteY69" fmla="*/ 716973 h 4831773"/>
              <a:gd name="connsiteX70" fmla="*/ 488372 w 2628900"/>
              <a:gd name="connsiteY70" fmla="*/ 675409 h 4831773"/>
              <a:gd name="connsiteX71" fmla="*/ 436418 w 2628900"/>
              <a:gd name="connsiteY71" fmla="*/ 592282 h 4831773"/>
              <a:gd name="connsiteX72" fmla="*/ 405245 w 2628900"/>
              <a:gd name="connsiteY72" fmla="*/ 550718 h 4831773"/>
              <a:gd name="connsiteX73" fmla="*/ 384463 w 2628900"/>
              <a:gd name="connsiteY73" fmla="*/ 519546 h 4831773"/>
              <a:gd name="connsiteX74" fmla="*/ 353291 w 2628900"/>
              <a:gd name="connsiteY74" fmla="*/ 488373 h 4831773"/>
              <a:gd name="connsiteX75" fmla="*/ 311727 w 2628900"/>
              <a:gd name="connsiteY75" fmla="*/ 426027 h 4831773"/>
              <a:gd name="connsiteX76" fmla="*/ 259772 w 2628900"/>
              <a:gd name="connsiteY76" fmla="*/ 363682 h 4831773"/>
              <a:gd name="connsiteX77" fmla="*/ 228600 w 2628900"/>
              <a:gd name="connsiteY77" fmla="*/ 332509 h 4831773"/>
              <a:gd name="connsiteX78" fmla="*/ 187036 w 2628900"/>
              <a:gd name="connsiteY78" fmla="*/ 238991 h 4831773"/>
              <a:gd name="connsiteX79" fmla="*/ 155863 w 2628900"/>
              <a:gd name="connsiteY79" fmla="*/ 176646 h 4831773"/>
              <a:gd name="connsiteX80" fmla="*/ 124691 w 2628900"/>
              <a:gd name="connsiteY80" fmla="*/ 155864 h 4831773"/>
              <a:gd name="connsiteX81" fmla="*/ 83127 w 2628900"/>
              <a:gd name="connsiteY81" fmla="*/ 93518 h 4831773"/>
              <a:gd name="connsiteX82" fmla="*/ 62345 w 2628900"/>
              <a:gd name="connsiteY82" fmla="*/ 62346 h 4831773"/>
              <a:gd name="connsiteX83" fmla="*/ 31172 w 2628900"/>
              <a:gd name="connsiteY83" fmla="*/ 41564 h 4831773"/>
              <a:gd name="connsiteX84" fmla="*/ 0 w 2628900"/>
              <a:gd name="connsiteY84" fmla="*/ 0 h 4831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2628900" h="4831773">
                <a:moveTo>
                  <a:pt x="2628900" y="4831773"/>
                </a:moveTo>
                <a:cubicBezTo>
                  <a:pt x="2594264" y="4776355"/>
                  <a:pt x="2554217" y="4723970"/>
                  <a:pt x="2524991" y="4665518"/>
                </a:cubicBezTo>
                <a:cubicBezTo>
                  <a:pt x="2456073" y="4527684"/>
                  <a:pt x="2495505" y="4573685"/>
                  <a:pt x="2431472" y="4509655"/>
                </a:cubicBezTo>
                <a:cubicBezTo>
                  <a:pt x="2413659" y="4468089"/>
                  <a:pt x="2392269" y="4414244"/>
                  <a:pt x="2369127" y="4374573"/>
                </a:cubicBezTo>
                <a:cubicBezTo>
                  <a:pt x="2356542" y="4352999"/>
                  <a:pt x="2339404" y="4334218"/>
                  <a:pt x="2327563" y="4312227"/>
                </a:cubicBezTo>
                <a:cubicBezTo>
                  <a:pt x="2315057" y="4289002"/>
                  <a:pt x="2307306" y="4263505"/>
                  <a:pt x="2296391" y="4239491"/>
                </a:cubicBezTo>
                <a:cubicBezTo>
                  <a:pt x="2289981" y="4225389"/>
                  <a:pt x="2281900" y="4212082"/>
                  <a:pt x="2275609" y="4197927"/>
                </a:cubicBezTo>
                <a:cubicBezTo>
                  <a:pt x="2268034" y="4180883"/>
                  <a:pt x="2263169" y="4162656"/>
                  <a:pt x="2254827" y="4145973"/>
                </a:cubicBezTo>
                <a:cubicBezTo>
                  <a:pt x="2249242" y="4134803"/>
                  <a:pt x="2239630" y="4125970"/>
                  <a:pt x="2234045" y="4114800"/>
                </a:cubicBezTo>
                <a:cubicBezTo>
                  <a:pt x="2225703" y="4098117"/>
                  <a:pt x="2220838" y="4079890"/>
                  <a:pt x="2213263" y="4062846"/>
                </a:cubicBezTo>
                <a:cubicBezTo>
                  <a:pt x="2206972" y="4048691"/>
                  <a:pt x="2198583" y="4035520"/>
                  <a:pt x="2192481" y="4021282"/>
                </a:cubicBezTo>
                <a:cubicBezTo>
                  <a:pt x="2188167" y="4011215"/>
                  <a:pt x="2186989" y="3999906"/>
                  <a:pt x="2182091" y="3990109"/>
                </a:cubicBezTo>
                <a:cubicBezTo>
                  <a:pt x="2176506" y="3978939"/>
                  <a:pt x="2167928" y="3969526"/>
                  <a:pt x="2161309" y="3958936"/>
                </a:cubicBezTo>
                <a:cubicBezTo>
                  <a:pt x="2074765" y="3820467"/>
                  <a:pt x="2175524" y="3981213"/>
                  <a:pt x="2109354" y="3865418"/>
                </a:cubicBezTo>
                <a:cubicBezTo>
                  <a:pt x="2103158" y="3854575"/>
                  <a:pt x="2095191" y="3844836"/>
                  <a:pt x="2088572" y="3834246"/>
                </a:cubicBezTo>
                <a:cubicBezTo>
                  <a:pt x="2077868" y="3817120"/>
                  <a:pt x="2067208" y="3799946"/>
                  <a:pt x="2057400" y="3782291"/>
                </a:cubicBezTo>
                <a:cubicBezTo>
                  <a:pt x="2049878" y="3768750"/>
                  <a:pt x="2044141" y="3754268"/>
                  <a:pt x="2036618" y="3740727"/>
                </a:cubicBezTo>
                <a:cubicBezTo>
                  <a:pt x="2026810" y="3723072"/>
                  <a:pt x="2015253" y="3706428"/>
                  <a:pt x="2005445" y="3688773"/>
                </a:cubicBezTo>
                <a:cubicBezTo>
                  <a:pt x="1997922" y="3675232"/>
                  <a:pt x="1992873" y="3660345"/>
                  <a:pt x="1984663" y="3647209"/>
                </a:cubicBezTo>
                <a:cubicBezTo>
                  <a:pt x="1975485" y="3632523"/>
                  <a:pt x="1963882" y="3619500"/>
                  <a:pt x="1953491" y="3605646"/>
                </a:cubicBezTo>
                <a:cubicBezTo>
                  <a:pt x="1920045" y="3505307"/>
                  <a:pt x="1973676" y="3661303"/>
                  <a:pt x="1922318" y="3532909"/>
                </a:cubicBezTo>
                <a:cubicBezTo>
                  <a:pt x="1914182" y="3512570"/>
                  <a:pt x="1911333" y="3490157"/>
                  <a:pt x="1901536" y="3470564"/>
                </a:cubicBezTo>
                <a:cubicBezTo>
                  <a:pt x="1887681" y="3442855"/>
                  <a:pt x="1867486" y="3417491"/>
                  <a:pt x="1859972" y="3387436"/>
                </a:cubicBezTo>
                <a:cubicBezTo>
                  <a:pt x="1835071" y="3287835"/>
                  <a:pt x="1867927" y="3411303"/>
                  <a:pt x="1828800" y="3293918"/>
                </a:cubicBezTo>
                <a:cubicBezTo>
                  <a:pt x="1824284" y="3280370"/>
                  <a:pt x="1821507" y="3266296"/>
                  <a:pt x="1818409" y="3252355"/>
                </a:cubicBezTo>
                <a:cubicBezTo>
                  <a:pt x="1809934" y="3214217"/>
                  <a:pt x="1808488" y="3195038"/>
                  <a:pt x="1797627" y="3158836"/>
                </a:cubicBezTo>
                <a:cubicBezTo>
                  <a:pt x="1791332" y="3137854"/>
                  <a:pt x="1776845" y="3096491"/>
                  <a:pt x="1776845" y="3096491"/>
                </a:cubicBezTo>
                <a:cubicBezTo>
                  <a:pt x="1766454" y="3099955"/>
                  <a:pt x="1755469" y="3111780"/>
                  <a:pt x="1745672" y="3106882"/>
                </a:cubicBezTo>
                <a:cubicBezTo>
                  <a:pt x="1735875" y="3101984"/>
                  <a:pt x="1741086" y="3084997"/>
                  <a:pt x="1735281" y="3075709"/>
                </a:cubicBezTo>
                <a:cubicBezTo>
                  <a:pt x="1723527" y="3056902"/>
                  <a:pt x="1708636" y="3040165"/>
                  <a:pt x="1693718" y="3023755"/>
                </a:cubicBezTo>
                <a:cubicBezTo>
                  <a:pt x="1673948" y="3002008"/>
                  <a:pt x="1631372" y="2961409"/>
                  <a:pt x="1631372" y="2961409"/>
                </a:cubicBezTo>
                <a:cubicBezTo>
                  <a:pt x="1624445" y="2947555"/>
                  <a:pt x="1620267" y="2931941"/>
                  <a:pt x="1610591" y="2919846"/>
                </a:cubicBezTo>
                <a:cubicBezTo>
                  <a:pt x="1592231" y="2896896"/>
                  <a:pt x="1564548" y="2881954"/>
                  <a:pt x="1548245" y="2857500"/>
                </a:cubicBezTo>
                <a:lnTo>
                  <a:pt x="1465118" y="2732809"/>
                </a:lnTo>
                <a:cubicBezTo>
                  <a:pt x="1458191" y="2722418"/>
                  <a:pt x="1453167" y="2710467"/>
                  <a:pt x="1444336" y="2701636"/>
                </a:cubicBezTo>
                <a:cubicBezTo>
                  <a:pt x="1389486" y="2646788"/>
                  <a:pt x="1433637" y="2695978"/>
                  <a:pt x="1381991" y="2618509"/>
                </a:cubicBezTo>
                <a:cubicBezTo>
                  <a:pt x="1372385" y="2604099"/>
                  <a:pt x="1360424" y="2591355"/>
                  <a:pt x="1350818" y="2576946"/>
                </a:cubicBezTo>
                <a:cubicBezTo>
                  <a:pt x="1339480" y="2559939"/>
                  <a:pt x="1307352" y="2506064"/>
                  <a:pt x="1298863" y="2483427"/>
                </a:cubicBezTo>
                <a:cubicBezTo>
                  <a:pt x="1293849" y="2470056"/>
                  <a:pt x="1292395" y="2455595"/>
                  <a:pt x="1288472" y="2441864"/>
                </a:cubicBezTo>
                <a:cubicBezTo>
                  <a:pt x="1285463" y="2431332"/>
                  <a:pt x="1280963" y="2421258"/>
                  <a:pt x="1278081" y="2410691"/>
                </a:cubicBezTo>
                <a:cubicBezTo>
                  <a:pt x="1270566" y="2383136"/>
                  <a:pt x="1264227" y="2355273"/>
                  <a:pt x="1257300" y="2327564"/>
                </a:cubicBezTo>
                <a:lnTo>
                  <a:pt x="1246909" y="2286000"/>
                </a:lnTo>
                <a:cubicBezTo>
                  <a:pt x="1243445" y="2272145"/>
                  <a:pt x="1238538" y="2258574"/>
                  <a:pt x="1236518" y="2244436"/>
                </a:cubicBezTo>
                <a:cubicBezTo>
                  <a:pt x="1233054" y="2220191"/>
                  <a:pt x="1230508" y="2195796"/>
                  <a:pt x="1226127" y="2171700"/>
                </a:cubicBezTo>
                <a:cubicBezTo>
                  <a:pt x="1223572" y="2157649"/>
                  <a:pt x="1223459" y="2142149"/>
                  <a:pt x="1215736" y="2130136"/>
                </a:cubicBezTo>
                <a:cubicBezTo>
                  <a:pt x="1191750" y="2092825"/>
                  <a:pt x="1152446" y="2065900"/>
                  <a:pt x="1132609" y="2026227"/>
                </a:cubicBezTo>
                <a:cubicBezTo>
                  <a:pt x="1122218" y="2005445"/>
                  <a:pt x="1110873" y="1985114"/>
                  <a:pt x="1101436" y="1963882"/>
                </a:cubicBezTo>
                <a:cubicBezTo>
                  <a:pt x="1096987" y="1953873"/>
                  <a:pt x="1095943" y="1942506"/>
                  <a:pt x="1091045" y="1932709"/>
                </a:cubicBezTo>
                <a:cubicBezTo>
                  <a:pt x="1053559" y="1857737"/>
                  <a:pt x="1085909" y="1951045"/>
                  <a:pt x="1049481" y="1859973"/>
                </a:cubicBezTo>
                <a:cubicBezTo>
                  <a:pt x="1041345" y="1839634"/>
                  <a:pt x="1038497" y="1817220"/>
                  <a:pt x="1028700" y="1797627"/>
                </a:cubicBezTo>
                <a:cubicBezTo>
                  <a:pt x="959782" y="1659794"/>
                  <a:pt x="1043390" y="1831906"/>
                  <a:pt x="997527" y="1724891"/>
                </a:cubicBezTo>
                <a:cubicBezTo>
                  <a:pt x="991425" y="1710653"/>
                  <a:pt x="983036" y="1697482"/>
                  <a:pt x="976745" y="1683327"/>
                </a:cubicBezTo>
                <a:cubicBezTo>
                  <a:pt x="942852" y="1607069"/>
                  <a:pt x="971982" y="1655402"/>
                  <a:pt x="935181" y="1600200"/>
                </a:cubicBezTo>
                <a:cubicBezTo>
                  <a:pt x="931718" y="1586345"/>
                  <a:pt x="931178" y="1571409"/>
                  <a:pt x="924791" y="1558636"/>
                </a:cubicBezTo>
                <a:cubicBezTo>
                  <a:pt x="913621" y="1536296"/>
                  <a:pt x="897082" y="1517073"/>
                  <a:pt x="883227" y="1496291"/>
                </a:cubicBezTo>
                <a:cubicBezTo>
                  <a:pt x="876300" y="1485900"/>
                  <a:pt x="868030" y="1476288"/>
                  <a:pt x="862445" y="1465118"/>
                </a:cubicBezTo>
                <a:cubicBezTo>
                  <a:pt x="793542" y="1327314"/>
                  <a:pt x="877125" y="1499376"/>
                  <a:pt x="831272" y="1392382"/>
                </a:cubicBezTo>
                <a:cubicBezTo>
                  <a:pt x="825170" y="1378145"/>
                  <a:pt x="816593" y="1365055"/>
                  <a:pt x="810491" y="1350818"/>
                </a:cubicBezTo>
                <a:cubicBezTo>
                  <a:pt x="806177" y="1340751"/>
                  <a:pt x="804998" y="1329442"/>
                  <a:pt x="800100" y="1319646"/>
                </a:cubicBezTo>
                <a:cubicBezTo>
                  <a:pt x="794515" y="1308476"/>
                  <a:pt x="784903" y="1299643"/>
                  <a:pt x="779318" y="1288473"/>
                </a:cubicBezTo>
                <a:cubicBezTo>
                  <a:pt x="766757" y="1263351"/>
                  <a:pt x="768524" y="1242371"/>
                  <a:pt x="758536" y="1215736"/>
                </a:cubicBezTo>
                <a:cubicBezTo>
                  <a:pt x="753097" y="1201233"/>
                  <a:pt x="743856" y="1188410"/>
                  <a:pt x="737754" y="1174173"/>
                </a:cubicBezTo>
                <a:cubicBezTo>
                  <a:pt x="733439" y="1164106"/>
                  <a:pt x="731953" y="1152945"/>
                  <a:pt x="727363" y="1143000"/>
                </a:cubicBezTo>
                <a:cubicBezTo>
                  <a:pt x="727361" y="1142997"/>
                  <a:pt x="669175" y="1026623"/>
                  <a:pt x="654627" y="997527"/>
                </a:cubicBezTo>
                <a:lnTo>
                  <a:pt x="633845" y="955964"/>
                </a:lnTo>
                <a:cubicBezTo>
                  <a:pt x="626918" y="942109"/>
                  <a:pt x="621032" y="927683"/>
                  <a:pt x="613063" y="914400"/>
                </a:cubicBezTo>
                <a:cubicBezTo>
                  <a:pt x="602672" y="897082"/>
                  <a:pt x="592595" y="879572"/>
                  <a:pt x="581891" y="862446"/>
                </a:cubicBezTo>
                <a:cubicBezTo>
                  <a:pt x="575272" y="851856"/>
                  <a:pt x="566694" y="842443"/>
                  <a:pt x="561109" y="831273"/>
                </a:cubicBezTo>
                <a:cubicBezTo>
                  <a:pt x="521440" y="751935"/>
                  <a:pt x="594923" y="859040"/>
                  <a:pt x="519545" y="758536"/>
                </a:cubicBezTo>
                <a:cubicBezTo>
                  <a:pt x="516081" y="744682"/>
                  <a:pt x="514168" y="730344"/>
                  <a:pt x="509154" y="716973"/>
                </a:cubicBezTo>
                <a:cubicBezTo>
                  <a:pt x="503715" y="702469"/>
                  <a:pt x="495895" y="688950"/>
                  <a:pt x="488372" y="675409"/>
                </a:cubicBezTo>
                <a:cubicBezTo>
                  <a:pt x="476237" y="653566"/>
                  <a:pt x="452658" y="615018"/>
                  <a:pt x="436418" y="592282"/>
                </a:cubicBezTo>
                <a:cubicBezTo>
                  <a:pt x="426352" y="578189"/>
                  <a:pt x="415311" y="564810"/>
                  <a:pt x="405245" y="550718"/>
                </a:cubicBezTo>
                <a:cubicBezTo>
                  <a:pt x="397986" y="540556"/>
                  <a:pt x="392458" y="529140"/>
                  <a:pt x="384463" y="519546"/>
                </a:cubicBezTo>
                <a:cubicBezTo>
                  <a:pt x="375056" y="508257"/>
                  <a:pt x="362313" y="499972"/>
                  <a:pt x="353291" y="488373"/>
                </a:cubicBezTo>
                <a:cubicBezTo>
                  <a:pt x="337957" y="468657"/>
                  <a:pt x="329389" y="443688"/>
                  <a:pt x="311727" y="426027"/>
                </a:cubicBezTo>
                <a:cubicBezTo>
                  <a:pt x="220674" y="334976"/>
                  <a:pt x="332090" y="450465"/>
                  <a:pt x="259772" y="363682"/>
                </a:cubicBezTo>
                <a:cubicBezTo>
                  <a:pt x="250365" y="352393"/>
                  <a:pt x="238007" y="343798"/>
                  <a:pt x="228600" y="332509"/>
                </a:cubicBezTo>
                <a:cubicBezTo>
                  <a:pt x="201156" y="299575"/>
                  <a:pt x="202140" y="284301"/>
                  <a:pt x="187036" y="238991"/>
                </a:cubicBezTo>
                <a:cubicBezTo>
                  <a:pt x="178584" y="213636"/>
                  <a:pt x="176007" y="196790"/>
                  <a:pt x="155863" y="176646"/>
                </a:cubicBezTo>
                <a:cubicBezTo>
                  <a:pt x="147033" y="167816"/>
                  <a:pt x="135082" y="162791"/>
                  <a:pt x="124691" y="155864"/>
                </a:cubicBezTo>
                <a:lnTo>
                  <a:pt x="83127" y="93518"/>
                </a:lnTo>
                <a:cubicBezTo>
                  <a:pt x="76200" y="83127"/>
                  <a:pt x="72736" y="69273"/>
                  <a:pt x="62345" y="62346"/>
                </a:cubicBezTo>
                <a:lnTo>
                  <a:pt x="31172" y="41564"/>
                </a:lnTo>
                <a:cubicBezTo>
                  <a:pt x="7674" y="6315"/>
                  <a:pt x="19222" y="19222"/>
                  <a:pt x="0" y="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72310601-C583-4545-334A-CFA8E4035AED}"/>
              </a:ext>
            </a:extLst>
          </p:cNvPr>
          <p:cNvSpPr/>
          <p:nvPr/>
        </p:nvSpPr>
        <p:spPr>
          <a:xfrm>
            <a:off x="25179423" y="18168670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67C7A463-7F24-D7F3-FCE8-F77976C569A7}"/>
              </a:ext>
            </a:extLst>
          </p:cNvPr>
          <p:cNvSpPr/>
          <p:nvPr/>
        </p:nvSpPr>
        <p:spPr>
          <a:xfrm>
            <a:off x="26227799" y="16753867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925D480-91CA-98FD-3DDA-0E832E2EF363}"/>
              </a:ext>
            </a:extLst>
          </p:cNvPr>
          <p:cNvSpPr/>
          <p:nvPr/>
        </p:nvSpPr>
        <p:spPr>
          <a:xfrm>
            <a:off x="25586052" y="18427879"/>
            <a:ext cx="144078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0">
              <a:solidFill>
                <a:schemeClr val="tx1"/>
              </a:solidFill>
            </a:endParaRPr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713E1992-0170-4B11-B8C9-9BB742518B1A}"/>
              </a:ext>
            </a:extLst>
          </p:cNvPr>
          <p:cNvCxnSpPr>
            <a:cxnSpLocks/>
          </p:cNvCxnSpPr>
          <p:nvPr/>
        </p:nvCxnSpPr>
        <p:spPr>
          <a:xfrm>
            <a:off x="25676753" y="18520664"/>
            <a:ext cx="0" cy="459183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63CAA6BC-CA30-4E44-4A49-4E68C6BD3A02}"/>
              </a:ext>
            </a:extLst>
          </p:cNvPr>
          <p:cNvCxnSpPr>
            <a:cxnSpLocks/>
          </p:cNvCxnSpPr>
          <p:nvPr/>
        </p:nvCxnSpPr>
        <p:spPr>
          <a:xfrm>
            <a:off x="25239684" y="18246261"/>
            <a:ext cx="0" cy="73359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B1567B55-0AFA-4D93-0E94-35CD6836C5B8}"/>
                  </a:ext>
                </a:extLst>
              </p:cNvPr>
              <p:cNvSpPr txBox="1"/>
              <p:nvPr/>
            </p:nvSpPr>
            <p:spPr>
              <a:xfrm>
                <a:off x="25538699" y="18547444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B1567B55-0AFA-4D93-0E94-35CD6836C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8699" y="18547444"/>
                <a:ext cx="568909" cy="47846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6AC39CF7-5F58-AD8A-E94D-697DA05182FB}"/>
                  </a:ext>
                </a:extLst>
              </p:cNvPr>
              <p:cNvSpPr txBox="1"/>
              <p:nvPr/>
            </p:nvSpPr>
            <p:spPr>
              <a:xfrm>
                <a:off x="24927956" y="1826010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6AC39CF7-5F58-AD8A-E94D-697DA0518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27956" y="18260102"/>
                <a:ext cx="896111" cy="478464"/>
              </a:xfrm>
              <a:prstGeom prst="rect">
                <a:avLst/>
              </a:prstGeom>
              <a:blipFill>
                <a:blip r:embed="rId16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7461B8F9-66F5-F8B7-472C-979B32AFDE5F}"/>
              </a:ext>
            </a:extLst>
          </p:cNvPr>
          <p:cNvCxnSpPr>
            <a:cxnSpLocks/>
          </p:cNvCxnSpPr>
          <p:nvPr/>
        </p:nvCxnSpPr>
        <p:spPr>
          <a:xfrm>
            <a:off x="26287776" y="16864943"/>
            <a:ext cx="67222" cy="99213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045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oup 382">
            <a:extLst>
              <a:ext uri="{FF2B5EF4-FFF2-40B4-BE49-F238E27FC236}">
                <a16:creationId xmlns:a16="http://schemas.microsoft.com/office/drawing/2014/main" id="{7531A99C-63D6-3F17-C0AD-271BA8E27C2A}"/>
              </a:ext>
            </a:extLst>
          </p:cNvPr>
          <p:cNvGrpSpPr/>
          <p:nvPr/>
        </p:nvGrpSpPr>
        <p:grpSpPr>
          <a:xfrm>
            <a:off x="25866293" y="8684037"/>
            <a:ext cx="5921961" cy="4707344"/>
            <a:chOff x="29735901" y="14271456"/>
            <a:chExt cx="7402451" cy="5884179"/>
          </a:xfrm>
        </p:grpSpPr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44282207-BF7B-2075-C2D5-2B9F1C3C2A28}"/>
                </a:ext>
              </a:extLst>
            </p:cNvPr>
            <p:cNvGrpSpPr/>
            <p:nvPr/>
          </p:nvGrpSpPr>
          <p:grpSpPr>
            <a:xfrm>
              <a:off x="29735901" y="14271456"/>
              <a:ext cx="7402451" cy="5884179"/>
              <a:chOff x="29454143" y="14223080"/>
              <a:chExt cx="8119166" cy="5884179"/>
            </a:xfrm>
          </p:grpSpPr>
          <p:sp>
            <p:nvSpPr>
              <p:cNvPr id="306" name="Parallelogram 305">
                <a:extLst>
                  <a:ext uri="{FF2B5EF4-FFF2-40B4-BE49-F238E27FC236}">
                    <a16:creationId xmlns:a16="http://schemas.microsoft.com/office/drawing/2014/main" id="{ACE58C7A-AC42-E576-96B7-54B0D6B050FB}"/>
                  </a:ext>
                </a:extLst>
              </p:cNvPr>
              <p:cNvSpPr/>
              <p:nvPr/>
            </p:nvSpPr>
            <p:spPr>
              <a:xfrm>
                <a:off x="30170557" y="16546586"/>
                <a:ext cx="2551145" cy="856124"/>
              </a:xfrm>
              <a:prstGeom prst="parallelogram">
                <a:avLst>
                  <a:gd name="adj" fmla="val 64128"/>
                </a:avLst>
              </a:prstGeom>
              <a:solidFill>
                <a:srgbClr val="712FA1"/>
              </a:solidFill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2DD607D7-5B0E-4E32-814B-DF1D02E6D6BC}"/>
                  </a:ext>
                </a:extLst>
              </p:cNvPr>
              <p:cNvGrpSpPr/>
              <p:nvPr/>
            </p:nvGrpSpPr>
            <p:grpSpPr>
              <a:xfrm>
                <a:off x="29734943" y="14223080"/>
                <a:ext cx="7053118" cy="5884179"/>
                <a:chOff x="28091219" y="16311470"/>
                <a:chExt cx="7053118" cy="6442449"/>
              </a:xfrm>
            </p:grpSpPr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4B6EC721-60C4-6A1C-187B-26502DA88E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52530" y="16311470"/>
                  <a:ext cx="19748" cy="144303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3E82737D-6B49-8FB9-7308-B9C0A0C340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7097" y="16776952"/>
                  <a:ext cx="0" cy="95996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8E4008D7-4B76-27A6-E958-636DB1F874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B8922C79-FFC6-6EC7-78ED-7727321CE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0D00D360-5101-F1F0-F59C-650487A1C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62A39DE2-651E-8A29-3E43-C8D159F521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9B7ADE64-873E-05DA-8F43-1F6B48205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5CE84C0-6584-4949-9FDB-8FD69D580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E4921A92-A462-70BE-82BD-FD28E57E3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CC8C9608-D069-2E54-63C3-BED6273FE3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3" y="18886643"/>
                  <a:ext cx="824987" cy="18209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481D7431-5CE5-159E-6911-AD006606F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831623" cy="17724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A66DCAA-60D2-A05B-884D-B19962411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24109" cy="115565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4E7A9FCA-6FDA-9766-3DE2-9C101A836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9149" y="17718873"/>
                  <a:ext cx="1518358" cy="28859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D5A17825-F715-4C17-41D8-A5B051E0E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A163F14F-E17E-4644-22AB-26CA01DE52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07413"/>
                  <a:ext cx="2762243" cy="1516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75A6F12A-D94A-B7F1-9A07-28C99087ED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583736" cy="292554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37028" y="21775228"/>
                      <a:ext cx="841575" cy="7302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37028" y="21775228"/>
                      <a:ext cx="841575" cy="730206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107503" y="21775228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107503" y="21775228"/>
                      <a:ext cx="841575" cy="65482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952215" y="21818999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952215" y="21818999"/>
                      <a:ext cx="841575" cy="65482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302762" y="22099095"/>
                      <a:ext cx="841575" cy="654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302762" y="22099095"/>
                      <a:ext cx="841575" cy="65482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5" name="Trapezoid 254">
                <a:extLst>
                  <a:ext uri="{FF2B5EF4-FFF2-40B4-BE49-F238E27FC236}">
                    <a16:creationId xmlns:a16="http://schemas.microsoft.com/office/drawing/2014/main" id="{86974620-15A3-0A3E-6E4D-16F3C423C5FE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sp>
            <p:nvSpPr>
              <p:cNvPr id="257" name="Trapezoid 256">
                <a:extLst>
                  <a:ext uri="{FF2B5EF4-FFF2-40B4-BE49-F238E27FC236}">
                    <a16:creationId xmlns:a16="http://schemas.microsoft.com/office/drawing/2014/main" id="{D836DA2A-778C-3EC5-0548-64175ED985D6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5" name="Trapezoid 274">
                <a:extLst>
                  <a:ext uri="{FF2B5EF4-FFF2-40B4-BE49-F238E27FC236}">
                    <a16:creationId xmlns:a16="http://schemas.microsoft.com/office/drawing/2014/main" id="{28DFF800-1C29-51F2-B5B5-AE7F0F2B1481}"/>
                  </a:ext>
                </a:extLst>
              </p:cNvPr>
              <p:cNvSpPr/>
              <p:nvPr/>
            </p:nvSpPr>
            <p:spPr>
              <a:xfrm>
                <a:off x="33263987" y="18168401"/>
                <a:ext cx="1505477" cy="1021386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sp>
            <p:nvSpPr>
              <p:cNvPr id="277" name="Trapezoid 276">
                <a:extLst>
                  <a:ext uri="{FF2B5EF4-FFF2-40B4-BE49-F238E27FC236}">
                    <a16:creationId xmlns:a16="http://schemas.microsoft.com/office/drawing/2014/main" id="{21C8A5BC-D5FC-3A5B-B104-06723CDA8C68}"/>
                  </a:ext>
                </a:extLst>
              </p:cNvPr>
              <p:cNvSpPr/>
              <p:nvPr/>
            </p:nvSpPr>
            <p:spPr>
              <a:xfrm>
                <a:off x="34940342" y="18153932"/>
                <a:ext cx="1285672" cy="1021387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 dirty="0"/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1E7686A-BFAB-6D0C-6A04-2A00792470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522651"/>
                <a:ext cx="851011" cy="101234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12B1000-3A7C-E6FA-C1BF-B38AB5E7C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74676" y="14597904"/>
                <a:ext cx="2027513" cy="353140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5D0D7471-45EC-7C1A-9A76-50A12D4B3C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83030" y="14648224"/>
                <a:ext cx="2136513" cy="349373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6" name="Trapezoid 345">
                <a:extLst>
                  <a:ext uri="{FF2B5EF4-FFF2-40B4-BE49-F238E27FC236}">
                    <a16:creationId xmlns:a16="http://schemas.microsoft.com/office/drawing/2014/main" id="{44D423C3-09B3-0A4D-1A36-F805959B2F89}"/>
                  </a:ext>
                </a:extLst>
              </p:cNvPr>
              <p:cNvSpPr/>
              <p:nvPr/>
            </p:nvSpPr>
            <p:spPr>
              <a:xfrm>
                <a:off x="36375695" y="18152707"/>
                <a:ext cx="1197614" cy="1021386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426"/>
              </a:p>
            </p:txBody>
          </p: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463C340-2198-4310-3CBC-49FFCE017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00295" y="14628489"/>
                <a:ext cx="366736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2ABF5531-A8A9-BDD6-5049-A460F4EE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97821" y="14335385"/>
                <a:ext cx="2051" cy="30970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9E1E668A-9A45-29B2-2013-A625347EEF1B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B38C4C88-821B-6ED6-3DED-944D7A1E936A}"/>
              </a:ext>
            </a:extLst>
          </p:cNvPr>
          <p:cNvGrpSpPr/>
          <p:nvPr/>
        </p:nvGrpSpPr>
        <p:grpSpPr>
          <a:xfrm>
            <a:off x="17844939" y="9211226"/>
            <a:ext cx="5286104" cy="4043655"/>
            <a:chOff x="30234841" y="20244775"/>
            <a:chExt cx="5779316" cy="5096132"/>
          </a:xfrm>
        </p:grpSpPr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822E7AA3-1F33-8458-1C70-8684F489475E}"/>
                </a:ext>
              </a:extLst>
            </p:cNvPr>
            <p:cNvGrpSpPr/>
            <p:nvPr/>
          </p:nvGrpSpPr>
          <p:grpSpPr>
            <a:xfrm>
              <a:off x="30534400" y="20244775"/>
              <a:ext cx="5201797" cy="4668427"/>
              <a:chOff x="31103293" y="16628066"/>
              <a:chExt cx="5201797" cy="4668427"/>
            </a:xfrm>
          </p:grpSpPr>
          <p:sp>
            <p:nvSpPr>
              <p:cNvPr id="289" name="Freeform 288">
                <a:extLst>
                  <a:ext uri="{FF2B5EF4-FFF2-40B4-BE49-F238E27FC236}">
                    <a16:creationId xmlns:a16="http://schemas.microsoft.com/office/drawing/2014/main" id="{7296AB60-C552-19AE-D41B-58A55CCDCA08}"/>
                  </a:ext>
                </a:extLst>
              </p:cNvPr>
              <p:cNvSpPr/>
              <p:nvPr/>
            </p:nvSpPr>
            <p:spPr>
              <a:xfrm>
                <a:off x="33087347" y="17599700"/>
                <a:ext cx="861767" cy="1728476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0" name="Freeform 289">
                <a:extLst>
                  <a:ext uri="{FF2B5EF4-FFF2-40B4-BE49-F238E27FC236}">
                    <a16:creationId xmlns:a16="http://schemas.microsoft.com/office/drawing/2014/main" id="{C3E8B878-C704-87D0-6DF2-E2E573FBEF61}"/>
                  </a:ext>
                </a:extLst>
              </p:cNvPr>
              <p:cNvSpPr/>
              <p:nvPr/>
            </p:nvSpPr>
            <p:spPr>
              <a:xfrm>
                <a:off x="33060316" y="16661028"/>
                <a:ext cx="686501" cy="949466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B45AA4E7-1B35-C987-0A05-8BBE46E244CD}"/>
                  </a:ext>
                </a:extLst>
              </p:cNvPr>
              <p:cNvSpPr/>
              <p:nvPr/>
            </p:nvSpPr>
            <p:spPr>
              <a:xfrm>
                <a:off x="33734338" y="16628066"/>
                <a:ext cx="2570752" cy="3939934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4E040DF3-9237-0CC0-89F0-55A5C71F9CFD}"/>
                  </a:ext>
                </a:extLst>
              </p:cNvPr>
              <p:cNvSpPr/>
              <p:nvPr/>
            </p:nvSpPr>
            <p:spPr>
              <a:xfrm>
                <a:off x="31103293" y="18454009"/>
                <a:ext cx="1147773" cy="1653439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EF7DC215-0634-3EAD-9228-28EF6587E797}"/>
                  </a:ext>
                </a:extLst>
              </p:cNvPr>
              <p:cNvSpPr/>
              <p:nvPr/>
            </p:nvSpPr>
            <p:spPr>
              <a:xfrm>
                <a:off x="32121432" y="18463945"/>
                <a:ext cx="564749" cy="2832548"/>
              </a:xfrm>
              <a:custGeom>
                <a:avLst/>
                <a:gdLst>
                  <a:gd name="connsiteX0" fmla="*/ 790443 w 790443"/>
                  <a:gd name="connsiteY0" fmla="*/ 2902998 h 2902998"/>
                  <a:gd name="connsiteX1" fmla="*/ 719422 w 790443"/>
                  <a:gd name="connsiteY1" fmla="*/ 2805344 h 2902998"/>
                  <a:gd name="connsiteX2" fmla="*/ 692789 w 790443"/>
                  <a:gd name="connsiteY2" fmla="*/ 2769833 h 2902998"/>
                  <a:gd name="connsiteX3" fmla="*/ 630645 w 790443"/>
                  <a:gd name="connsiteY3" fmla="*/ 2672179 h 2902998"/>
                  <a:gd name="connsiteX4" fmla="*/ 595135 w 790443"/>
                  <a:gd name="connsiteY4" fmla="*/ 2610035 h 2902998"/>
                  <a:gd name="connsiteX5" fmla="*/ 577379 w 790443"/>
                  <a:gd name="connsiteY5" fmla="*/ 2574524 h 2902998"/>
                  <a:gd name="connsiteX6" fmla="*/ 524113 w 790443"/>
                  <a:gd name="connsiteY6" fmla="*/ 2494625 h 2902998"/>
                  <a:gd name="connsiteX7" fmla="*/ 506358 w 790443"/>
                  <a:gd name="connsiteY7" fmla="*/ 2467992 h 2902998"/>
                  <a:gd name="connsiteX8" fmla="*/ 488603 w 790443"/>
                  <a:gd name="connsiteY8" fmla="*/ 2432482 h 2902998"/>
                  <a:gd name="connsiteX9" fmla="*/ 435337 w 790443"/>
                  <a:gd name="connsiteY9" fmla="*/ 2343705 h 2902998"/>
                  <a:gd name="connsiteX10" fmla="*/ 426459 w 790443"/>
                  <a:gd name="connsiteY10" fmla="*/ 2308194 h 2902998"/>
                  <a:gd name="connsiteX11" fmla="*/ 408704 w 790443"/>
                  <a:gd name="connsiteY11" fmla="*/ 2254928 h 2902998"/>
                  <a:gd name="connsiteX12" fmla="*/ 399826 w 790443"/>
                  <a:gd name="connsiteY12" fmla="*/ 2219418 h 2902998"/>
                  <a:gd name="connsiteX13" fmla="*/ 382071 w 790443"/>
                  <a:gd name="connsiteY13" fmla="*/ 2166152 h 2902998"/>
                  <a:gd name="connsiteX14" fmla="*/ 373193 w 790443"/>
                  <a:gd name="connsiteY14" fmla="*/ 2139519 h 2902998"/>
                  <a:gd name="connsiteX15" fmla="*/ 364315 w 790443"/>
                  <a:gd name="connsiteY15" fmla="*/ 2068497 h 2902998"/>
                  <a:gd name="connsiteX16" fmla="*/ 355438 w 790443"/>
                  <a:gd name="connsiteY16" fmla="*/ 1882066 h 2902998"/>
                  <a:gd name="connsiteX17" fmla="*/ 293294 w 790443"/>
                  <a:gd name="connsiteY17" fmla="*/ 1784412 h 2902998"/>
                  <a:gd name="connsiteX18" fmla="*/ 266661 w 790443"/>
                  <a:gd name="connsiteY18" fmla="*/ 1748901 h 2902998"/>
                  <a:gd name="connsiteX19" fmla="*/ 240028 w 790443"/>
                  <a:gd name="connsiteY19" fmla="*/ 1722268 h 2902998"/>
                  <a:gd name="connsiteX20" fmla="*/ 213395 w 790443"/>
                  <a:gd name="connsiteY20" fmla="*/ 1677880 h 2902998"/>
                  <a:gd name="connsiteX21" fmla="*/ 186762 w 790443"/>
                  <a:gd name="connsiteY21" fmla="*/ 1642369 h 2902998"/>
                  <a:gd name="connsiteX22" fmla="*/ 160129 w 790443"/>
                  <a:gd name="connsiteY22" fmla="*/ 1589103 h 2902998"/>
                  <a:gd name="connsiteX23" fmla="*/ 142373 w 790443"/>
                  <a:gd name="connsiteY23" fmla="*/ 1544715 h 2902998"/>
                  <a:gd name="connsiteX24" fmla="*/ 124618 w 790443"/>
                  <a:gd name="connsiteY24" fmla="*/ 1518082 h 2902998"/>
                  <a:gd name="connsiteX25" fmla="*/ 89107 w 790443"/>
                  <a:gd name="connsiteY25" fmla="*/ 1447060 h 2902998"/>
                  <a:gd name="connsiteX26" fmla="*/ 71352 w 790443"/>
                  <a:gd name="connsiteY26" fmla="*/ 1393794 h 2902998"/>
                  <a:gd name="connsiteX27" fmla="*/ 35841 w 790443"/>
                  <a:gd name="connsiteY27" fmla="*/ 1331651 h 2902998"/>
                  <a:gd name="connsiteX28" fmla="*/ 26964 w 790443"/>
                  <a:gd name="connsiteY28" fmla="*/ 1296140 h 2902998"/>
                  <a:gd name="connsiteX29" fmla="*/ 9208 w 790443"/>
                  <a:gd name="connsiteY29" fmla="*/ 1242874 h 2902998"/>
                  <a:gd name="connsiteX30" fmla="*/ 331 w 790443"/>
                  <a:gd name="connsiteY30" fmla="*/ 1189608 h 2902998"/>
                  <a:gd name="connsiteX31" fmla="*/ 18086 w 790443"/>
                  <a:gd name="connsiteY31" fmla="*/ 1020932 h 2902998"/>
                  <a:gd name="connsiteX32" fmla="*/ 26964 w 790443"/>
                  <a:gd name="connsiteY32" fmla="*/ 985422 h 2902998"/>
                  <a:gd name="connsiteX33" fmla="*/ 44719 w 790443"/>
                  <a:gd name="connsiteY33" fmla="*/ 949911 h 2902998"/>
                  <a:gd name="connsiteX34" fmla="*/ 53597 w 790443"/>
                  <a:gd name="connsiteY34" fmla="*/ 923278 h 2902998"/>
                  <a:gd name="connsiteX35" fmla="*/ 71352 w 790443"/>
                  <a:gd name="connsiteY35" fmla="*/ 896645 h 2902998"/>
                  <a:gd name="connsiteX36" fmla="*/ 80230 w 790443"/>
                  <a:gd name="connsiteY36" fmla="*/ 870012 h 2902998"/>
                  <a:gd name="connsiteX37" fmla="*/ 106863 w 790443"/>
                  <a:gd name="connsiteY37" fmla="*/ 843379 h 2902998"/>
                  <a:gd name="connsiteX38" fmla="*/ 133496 w 790443"/>
                  <a:gd name="connsiteY38" fmla="*/ 798991 h 2902998"/>
                  <a:gd name="connsiteX39" fmla="*/ 151251 w 790443"/>
                  <a:gd name="connsiteY39" fmla="*/ 772358 h 2902998"/>
                  <a:gd name="connsiteX40" fmla="*/ 186762 w 790443"/>
                  <a:gd name="connsiteY40" fmla="*/ 736847 h 2902998"/>
                  <a:gd name="connsiteX41" fmla="*/ 204517 w 790443"/>
                  <a:gd name="connsiteY41" fmla="*/ 719091 h 2902998"/>
                  <a:gd name="connsiteX42" fmla="*/ 240028 w 790443"/>
                  <a:gd name="connsiteY42" fmla="*/ 665825 h 2902998"/>
                  <a:gd name="connsiteX43" fmla="*/ 248906 w 790443"/>
                  <a:gd name="connsiteY43" fmla="*/ 639192 h 2902998"/>
                  <a:gd name="connsiteX44" fmla="*/ 302172 w 790443"/>
                  <a:gd name="connsiteY44" fmla="*/ 568171 h 2902998"/>
                  <a:gd name="connsiteX45" fmla="*/ 319927 w 790443"/>
                  <a:gd name="connsiteY45" fmla="*/ 514905 h 2902998"/>
                  <a:gd name="connsiteX46" fmla="*/ 337682 w 790443"/>
                  <a:gd name="connsiteY46" fmla="*/ 488272 h 2902998"/>
                  <a:gd name="connsiteX47" fmla="*/ 355438 w 790443"/>
                  <a:gd name="connsiteY47" fmla="*/ 435006 h 2902998"/>
                  <a:gd name="connsiteX48" fmla="*/ 346560 w 790443"/>
                  <a:gd name="connsiteY48" fmla="*/ 355107 h 2902998"/>
                  <a:gd name="connsiteX49" fmla="*/ 319927 w 790443"/>
                  <a:gd name="connsiteY49" fmla="*/ 301841 h 2902998"/>
                  <a:gd name="connsiteX50" fmla="*/ 311049 w 790443"/>
                  <a:gd name="connsiteY50" fmla="*/ 275208 h 2902998"/>
                  <a:gd name="connsiteX51" fmla="*/ 293294 w 790443"/>
                  <a:gd name="connsiteY51" fmla="*/ 248575 h 2902998"/>
                  <a:gd name="connsiteX52" fmla="*/ 284416 w 790443"/>
                  <a:gd name="connsiteY52" fmla="*/ 221942 h 2902998"/>
                  <a:gd name="connsiteX53" fmla="*/ 266661 w 790443"/>
                  <a:gd name="connsiteY53" fmla="*/ 195309 h 2902998"/>
                  <a:gd name="connsiteX54" fmla="*/ 257783 w 790443"/>
                  <a:gd name="connsiteY54" fmla="*/ 168676 h 2902998"/>
                  <a:gd name="connsiteX55" fmla="*/ 222273 w 790443"/>
                  <a:gd name="connsiteY55" fmla="*/ 79899 h 2902998"/>
                  <a:gd name="connsiteX56" fmla="*/ 177884 w 790443"/>
                  <a:gd name="connsiteY56" fmla="*/ 26633 h 2902998"/>
                  <a:gd name="connsiteX57" fmla="*/ 133496 w 790443"/>
                  <a:gd name="connsiteY57" fmla="*/ 0 h 290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790443" h="2902998">
                    <a:moveTo>
                      <a:pt x="790443" y="2902998"/>
                    </a:moveTo>
                    <a:cubicBezTo>
                      <a:pt x="671561" y="2764304"/>
                      <a:pt x="777029" y="2897517"/>
                      <a:pt x="719422" y="2805344"/>
                    </a:cubicBezTo>
                    <a:cubicBezTo>
                      <a:pt x="711580" y="2792797"/>
                      <a:pt x="700244" y="2782614"/>
                      <a:pt x="692789" y="2769833"/>
                    </a:cubicBezTo>
                    <a:cubicBezTo>
                      <a:pt x="635214" y="2671133"/>
                      <a:pt x="683796" y="2725330"/>
                      <a:pt x="630645" y="2672179"/>
                    </a:cubicBezTo>
                    <a:cubicBezTo>
                      <a:pt x="577003" y="2564892"/>
                      <a:pt x="645317" y="2697853"/>
                      <a:pt x="595135" y="2610035"/>
                    </a:cubicBezTo>
                    <a:cubicBezTo>
                      <a:pt x="588569" y="2598544"/>
                      <a:pt x="584188" y="2585872"/>
                      <a:pt x="577379" y="2574524"/>
                    </a:cubicBezTo>
                    <a:cubicBezTo>
                      <a:pt x="577354" y="2574482"/>
                      <a:pt x="533004" y="2507962"/>
                      <a:pt x="524113" y="2494625"/>
                    </a:cubicBezTo>
                    <a:cubicBezTo>
                      <a:pt x="518195" y="2485747"/>
                      <a:pt x="511130" y="2477535"/>
                      <a:pt x="506358" y="2467992"/>
                    </a:cubicBezTo>
                    <a:cubicBezTo>
                      <a:pt x="500440" y="2456155"/>
                      <a:pt x="495412" y="2443830"/>
                      <a:pt x="488603" y="2432482"/>
                    </a:cubicBezTo>
                    <a:cubicBezTo>
                      <a:pt x="467951" y="2398063"/>
                      <a:pt x="448867" y="2379785"/>
                      <a:pt x="435337" y="2343705"/>
                    </a:cubicBezTo>
                    <a:cubicBezTo>
                      <a:pt x="431053" y="2332281"/>
                      <a:pt x="429965" y="2319881"/>
                      <a:pt x="426459" y="2308194"/>
                    </a:cubicBezTo>
                    <a:cubicBezTo>
                      <a:pt x="421081" y="2290268"/>
                      <a:pt x="413243" y="2273085"/>
                      <a:pt x="408704" y="2254928"/>
                    </a:cubicBezTo>
                    <a:cubicBezTo>
                      <a:pt x="405745" y="2243091"/>
                      <a:pt x="403332" y="2231104"/>
                      <a:pt x="399826" y="2219418"/>
                    </a:cubicBezTo>
                    <a:cubicBezTo>
                      <a:pt x="394448" y="2201492"/>
                      <a:pt x="387989" y="2183907"/>
                      <a:pt x="382071" y="2166152"/>
                    </a:cubicBezTo>
                    <a:lnTo>
                      <a:pt x="373193" y="2139519"/>
                    </a:lnTo>
                    <a:cubicBezTo>
                      <a:pt x="370234" y="2115845"/>
                      <a:pt x="365956" y="2092299"/>
                      <a:pt x="364315" y="2068497"/>
                    </a:cubicBezTo>
                    <a:cubicBezTo>
                      <a:pt x="360035" y="2006430"/>
                      <a:pt x="360605" y="1944065"/>
                      <a:pt x="355438" y="1882066"/>
                    </a:cubicBezTo>
                    <a:cubicBezTo>
                      <a:pt x="352589" y="1847875"/>
                      <a:pt x="303517" y="1798043"/>
                      <a:pt x="293294" y="1784412"/>
                    </a:cubicBezTo>
                    <a:cubicBezTo>
                      <a:pt x="284416" y="1772575"/>
                      <a:pt x="277123" y="1759363"/>
                      <a:pt x="266661" y="1748901"/>
                    </a:cubicBezTo>
                    <a:cubicBezTo>
                      <a:pt x="257783" y="1740023"/>
                      <a:pt x="247561" y="1732312"/>
                      <a:pt x="240028" y="1722268"/>
                    </a:cubicBezTo>
                    <a:cubicBezTo>
                      <a:pt x="229675" y="1708464"/>
                      <a:pt x="222966" y="1692237"/>
                      <a:pt x="213395" y="1677880"/>
                    </a:cubicBezTo>
                    <a:cubicBezTo>
                      <a:pt x="205188" y="1665569"/>
                      <a:pt x="195640" y="1654206"/>
                      <a:pt x="186762" y="1642369"/>
                    </a:cubicBezTo>
                    <a:cubicBezTo>
                      <a:pt x="164448" y="1575429"/>
                      <a:pt x="194547" y="1657939"/>
                      <a:pt x="160129" y="1589103"/>
                    </a:cubicBezTo>
                    <a:cubicBezTo>
                      <a:pt x="153002" y="1574850"/>
                      <a:pt x="149500" y="1558968"/>
                      <a:pt x="142373" y="1544715"/>
                    </a:cubicBezTo>
                    <a:cubicBezTo>
                      <a:pt x="137601" y="1535172"/>
                      <a:pt x="129389" y="1527625"/>
                      <a:pt x="124618" y="1518082"/>
                    </a:cubicBezTo>
                    <a:cubicBezTo>
                      <a:pt x="81187" y="1431217"/>
                      <a:pt x="130241" y="1508759"/>
                      <a:pt x="89107" y="1447060"/>
                    </a:cubicBezTo>
                    <a:cubicBezTo>
                      <a:pt x="83189" y="1429305"/>
                      <a:pt x="81733" y="1409367"/>
                      <a:pt x="71352" y="1393794"/>
                    </a:cubicBezTo>
                    <a:cubicBezTo>
                      <a:pt x="46256" y="1356150"/>
                      <a:pt x="58369" y="1376704"/>
                      <a:pt x="35841" y="1331651"/>
                    </a:cubicBezTo>
                    <a:cubicBezTo>
                      <a:pt x="32882" y="1319814"/>
                      <a:pt x="30470" y="1307827"/>
                      <a:pt x="26964" y="1296140"/>
                    </a:cubicBezTo>
                    <a:cubicBezTo>
                      <a:pt x="21586" y="1278213"/>
                      <a:pt x="9208" y="1242874"/>
                      <a:pt x="9208" y="1242874"/>
                    </a:cubicBezTo>
                    <a:cubicBezTo>
                      <a:pt x="6249" y="1225119"/>
                      <a:pt x="331" y="1207608"/>
                      <a:pt x="331" y="1189608"/>
                    </a:cubicBezTo>
                    <a:cubicBezTo>
                      <a:pt x="331" y="1010812"/>
                      <a:pt x="-3928" y="1097978"/>
                      <a:pt x="18086" y="1020932"/>
                    </a:cubicBezTo>
                    <a:cubicBezTo>
                      <a:pt x="21438" y="1009200"/>
                      <a:pt x="22680" y="996846"/>
                      <a:pt x="26964" y="985422"/>
                    </a:cubicBezTo>
                    <a:cubicBezTo>
                      <a:pt x="31611" y="973031"/>
                      <a:pt x="39506" y="962075"/>
                      <a:pt x="44719" y="949911"/>
                    </a:cubicBezTo>
                    <a:cubicBezTo>
                      <a:pt x="48405" y="941310"/>
                      <a:pt x="49412" y="931648"/>
                      <a:pt x="53597" y="923278"/>
                    </a:cubicBezTo>
                    <a:cubicBezTo>
                      <a:pt x="58369" y="913735"/>
                      <a:pt x="66580" y="906188"/>
                      <a:pt x="71352" y="896645"/>
                    </a:cubicBezTo>
                    <a:cubicBezTo>
                      <a:pt x="75537" y="888275"/>
                      <a:pt x="75039" y="877798"/>
                      <a:pt x="80230" y="870012"/>
                    </a:cubicBezTo>
                    <a:cubicBezTo>
                      <a:pt x="87194" y="859566"/>
                      <a:pt x="97985" y="852257"/>
                      <a:pt x="106863" y="843379"/>
                    </a:cubicBezTo>
                    <a:cubicBezTo>
                      <a:pt x="122279" y="797126"/>
                      <a:pt x="105641" y="833809"/>
                      <a:pt x="133496" y="798991"/>
                    </a:cubicBezTo>
                    <a:cubicBezTo>
                      <a:pt x="140161" y="790660"/>
                      <a:pt x="144307" y="780459"/>
                      <a:pt x="151251" y="772358"/>
                    </a:cubicBezTo>
                    <a:cubicBezTo>
                      <a:pt x="162145" y="759648"/>
                      <a:pt x="174925" y="748684"/>
                      <a:pt x="186762" y="736847"/>
                    </a:cubicBezTo>
                    <a:cubicBezTo>
                      <a:pt x="192680" y="730928"/>
                      <a:pt x="199874" y="726055"/>
                      <a:pt x="204517" y="719091"/>
                    </a:cubicBezTo>
                    <a:cubicBezTo>
                      <a:pt x="216354" y="701336"/>
                      <a:pt x="233280" y="686069"/>
                      <a:pt x="240028" y="665825"/>
                    </a:cubicBezTo>
                    <a:cubicBezTo>
                      <a:pt x="242987" y="656947"/>
                      <a:pt x="244361" y="647372"/>
                      <a:pt x="248906" y="639192"/>
                    </a:cubicBezTo>
                    <a:cubicBezTo>
                      <a:pt x="274004" y="594016"/>
                      <a:pt x="275232" y="595110"/>
                      <a:pt x="302172" y="568171"/>
                    </a:cubicBezTo>
                    <a:cubicBezTo>
                      <a:pt x="308090" y="550416"/>
                      <a:pt x="309546" y="530478"/>
                      <a:pt x="319927" y="514905"/>
                    </a:cubicBezTo>
                    <a:cubicBezTo>
                      <a:pt x="325845" y="506027"/>
                      <a:pt x="333349" y="498022"/>
                      <a:pt x="337682" y="488272"/>
                    </a:cubicBezTo>
                    <a:cubicBezTo>
                      <a:pt x="345283" y="471169"/>
                      <a:pt x="355438" y="435006"/>
                      <a:pt x="355438" y="435006"/>
                    </a:cubicBezTo>
                    <a:cubicBezTo>
                      <a:pt x="352479" y="408373"/>
                      <a:pt x="350966" y="381539"/>
                      <a:pt x="346560" y="355107"/>
                    </a:cubicBezTo>
                    <a:cubicBezTo>
                      <a:pt x="340982" y="321637"/>
                      <a:pt x="335264" y="332514"/>
                      <a:pt x="319927" y="301841"/>
                    </a:cubicBezTo>
                    <a:cubicBezTo>
                      <a:pt x="315742" y="293471"/>
                      <a:pt x="315234" y="283578"/>
                      <a:pt x="311049" y="275208"/>
                    </a:cubicBezTo>
                    <a:cubicBezTo>
                      <a:pt x="306277" y="265665"/>
                      <a:pt x="298066" y="258118"/>
                      <a:pt x="293294" y="248575"/>
                    </a:cubicBezTo>
                    <a:cubicBezTo>
                      <a:pt x="289109" y="240205"/>
                      <a:pt x="288601" y="230312"/>
                      <a:pt x="284416" y="221942"/>
                    </a:cubicBezTo>
                    <a:cubicBezTo>
                      <a:pt x="279644" y="212399"/>
                      <a:pt x="271433" y="204852"/>
                      <a:pt x="266661" y="195309"/>
                    </a:cubicBezTo>
                    <a:cubicBezTo>
                      <a:pt x="262476" y="186939"/>
                      <a:pt x="261142" y="177410"/>
                      <a:pt x="257783" y="168676"/>
                    </a:cubicBezTo>
                    <a:cubicBezTo>
                      <a:pt x="246342" y="138929"/>
                      <a:pt x="237898" y="107678"/>
                      <a:pt x="222273" y="79899"/>
                    </a:cubicBezTo>
                    <a:cubicBezTo>
                      <a:pt x="210942" y="59755"/>
                      <a:pt x="195063" y="42094"/>
                      <a:pt x="177884" y="26633"/>
                    </a:cubicBezTo>
                    <a:cubicBezTo>
                      <a:pt x="165058" y="15090"/>
                      <a:pt x="133496" y="0"/>
                      <a:pt x="133496" y="0"/>
                    </a:cubicBez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296" name="Freeform 295">
                <a:extLst>
                  <a:ext uri="{FF2B5EF4-FFF2-40B4-BE49-F238E27FC236}">
                    <a16:creationId xmlns:a16="http://schemas.microsoft.com/office/drawing/2014/main" id="{0EA7AA7F-BBC5-FC56-87DD-D05132BA3908}"/>
                  </a:ext>
                </a:extLst>
              </p:cNvPr>
              <p:cNvSpPr/>
              <p:nvPr/>
            </p:nvSpPr>
            <p:spPr>
              <a:xfrm>
                <a:off x="32227724" y="17595166"/>
                <a:ext cx="859623" cy="868772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76200">
                <a:solidFill>
                  <a:srgbClr val="7030A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0" name="Freeform: Shape 639">
                <a:extLst>
                  <a:ext uri="{FF2B5EF4-FFF2-40B4-BE49-F238E27FC236}">
                    <a16:creationId xmlns:a16="http://schemas.microsoft.com/office/drawing/2014/main" id="{3FABF73E-B6A2-9795-99DC-59428A1FB03A}"/>
                  </a:ext>
                </a:extLst>
              </p:cNvPr>
              <p:cNvSpPr/>
              <p:nvPr/>
            </p:nvSpPr>
            <p:spPr>
              <a:xfrm>
                <a:off x="32749861" y="17827825"/>
                <a:ext cx="410551" cy="2061151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1" name="Freeform: Shape 582">
                <a:extLst>
                  <a:ext uri="{FF2B5EF4-FFF2-40B4-BE49-F238E27FC236}">
                    <a16:creationId xmlns:a16="http://schemas.microsoft.com/office/drawing/2014/main" id="{AAE3D7B8-30E8-92C6-D5A4-F362162F64F4}"/>
                  </a:ext>
                </a:extLst>
              </p:cNvPr>
              <p:cNvSpPr/>
              <p:nvPr/>
            </p:nvSpPr>
            <p:spPr>
              <a:xfrm>
                <a:off x="31405634" y="19549512"/>
                <a:ext cx="285766" cy="1334468"/>
              </a:xfrm>
              <a:custGeom>
                <a:avLst/>
                <a:gdLst>
                  <a:gd name="connsiteX0" fmla="*/ 0 w 97367"/>
                  <a:gd name="connsiteY0" fmla="*/ 0 h 143933"/>
                  <a:gd name="connsiteX1" fmla="*/ 8467 w 97367"/>
                  <a:gd name="connsiteY1" fmla="*/ 19050 h 143933"/>
                  <a:gd name="connsiteX2" fmla="*/ 12700 w 97367"/>
                  <a:gd name="connsiteY2" fmla="*/ 27517 h 143933"/>
                  <a:gd name="connsiteX3" fmla="*/ 14817 w 97367"/>
                  <a:gd name="connsiteY3" fmla="*/ 33867 h 143933"/>
                  <a:gd name="connsiteX4" fmla="*/ 21167 w 97367"/>
                  <a:gd name="connsiteY4" fmla="*/ 38100 h 143933"/>
                  <a:gd name="connsiteX5" fmla="*/ 35983 w 97367"/>
                  <a:gd name="connsiteY5" fmla="*/ 55033 h 143933"/>
                  <a:gd name="connsiteX6" fmla="*/ 40217 w 97367"/>
                  <a:gd name="connsiteY6" fmla="*/ 63500 h 143933"/>
                  <a:gd name="connsiteX7" fmla="*/ 67733 w 97367"/>
                  <a:gd name="connsiteY7" fmla="*/ 86783 h 143933"/>
                  <a:gd name="connsiteX8" fmla="*/ 71967 w 97367"/>
                  <a:gd name="connsiteY8" fmla="*/ 99483 h 143933"/>
                  <a:gd name="connsiteX9" fmla="*/ 80433 w 97367"/>
                  <a:gd name="connsiteY9" fmla="*/ 112183 h 143933"/>
                  <a:gd name="connsiteX10" fmla="*/ 86783 w 97367"/>
                  <a:gd name="connsiteY10" fmla="*/ 129117 h 143933"/>
                  <a:gd name="connsiteX11" fmla="*/ 91017 w 97367"/>
                  <a:gd name="connsiteY11" fmla="*/ 133350 h 143933"/>
                  <a:gd name="connsiteX12" fmla="*/ 97367 w 97367"/>
                  <a:gd name="connsiteY12" fmla="*/ 143933 h 143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7367" h="143933">
                    <a:moveTo>
                      <a:pt x="0" y="0"/>
                    </a:moveTo>
                    <a:cubicBezTo>
                      <a:pt x="3490" y="17446"/>
                      <a:pt x="-709" y="4367"/>
                      <a:pt x="8467" y="19050"/>
                    </a:cubicBezTo>
                    <a:cubicBezTo>
                      <a:pt x="10139" y="21726"/>
                      <a:pt x="11457" y="24617"/>
                      <a:pt x="12700" y="27517"/>
                    </a:cubicBezTo>
                    <a:cubicBezTo>
                      <a:pt x="13579" y="29568"/>
                      <a:pt x="13423" y="32125"/>
                      <a:pt x="14817" y="33867"/>
                    </a:cubicBezTo>
                    <a:cubicBezTo>
                      <a:pt x="16406" y="35853"/>
                      <a:pt x="19050" y="36689"/>
                      <a:pt x="21167" y="38100"/>
                    </a:cubicBezTo>
                    <a:cubicBezTo>
                      <a:pt x="31064" y="57896"/>
                      <a:pt x="17719" y="34161"/>
                      <a:pt x="35983" y="55033"/>
                    </a:cubicBezTo>
                    <a:cubicBezTo>
                      <a:pt x="38061" y="57408"/>
                      <a:pt x="38163" y="61104"/>
                      <a:pt x="40217" y="63500"/>
                    </a:cubicBezTo>
                    <a:cubicBezTo>
                      <a:pt x="58413" y="84729"/>
                      <a:pt x="52934" y="81851"/>
                      <a:pt x="67733" y="86783"/>
                    </a:cubicBezTo>
                    <a:cubicBezTo>
                      <a:pt x="69144" y="91016"/>
                      <a:pt x="68812" y="96327"/>
                      <a:pt x="71967" y="99483"/>
                    </a:cubicBezTo>
                    <a:cubicBezTo>
                      <a:pt x="77134" y="104651"/>
                      <a:pt x="77358" y="103983"/>
                      <a:pt x="80433" y="112183"/>
                    </a:cubicBezTo>
                    <a:cubicBezTo>
                      <a:pt x="84421" y="122816"/>
                      <a:pt x="80050" y="119018"/>
                      <a:pt x="86783" y="129117"/>
                    </a:cubicBezTo>
                    <a:cubicBezTo>
                      <a:pt x="87890" y="130777"/>
                      <a:pt x="89770" y="131792"/>
                      <a:pt x="91017" y="133350"/>
                    </a:cubicBezTo>
                    <a:cubicBezTo>
                      <a:pt x="94420" y="137604"/>
                      <a:pt x="95170" y="139539"/>
                      <a:pt x="97367" y="143933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2" name="Freeform: Shape 406">
                <a:extLst>
                  <a:ext uri="{FF2B5EF4-FFF2-40B4-BE49-F238E27FC236}">
                    <a16:creationId xmlns:a16="http://schemas.microsoft.com/office/drawing/2014/main" id="{50ABBEB7-EDE1-40C9-15E0-DF95016DEDE0}"/>
                  </a:ext>
                </a:extLst>
              </p:cNvPr>
              <p:cNvSpPr/>
              <p:nvPr/>
            </p:nvSpPr>
            <p:spPr>
              <a:xfrm>
                <a:off x="33510449" y="19033561"/>
                <a:ext cx="259551" cy="1357689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03" name="Freeform: Shape 639">
                <a:extLst>
                  <a:ext uri="{FF2B5EF4-FFF2-40B4-BE49-F238E27FC236}">
                    <a16:creationId xmlns:a16="http://schemas.microsoft.com/office/drawing/2014/main" id="{80AB8AE9-3BD1-0222-538A-E6E71BF1335C}"/>
                  </a:ext>
                </a:extLst>
              </p:cNvPr>
              <p:cNvSpPr/>
              <p:nvPr/>
            </p:nvSpPr>
            <p:spPr>
              <a:xfrm>
                <a:off x="35068519" y="19239083"/>
                <a:ext cx="475984" cy="772088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304" name="Freeform: Shape 406">
                <a:extLst>
                  <a:ext uri="{FF2B5EF4-FFF2-40B4-BE49-F238E27FC236}">
                    <a16:creationId xmlns:a16="http://schemas.microsoft.com/office/drawing/2014/main" id="{C6E940FE-21E3-F34B-5C0D-29378BAD1778}"/>
                  </a:ext>
                </a:extLst>
              </p:cNvPr>
              <p:cNvSpPr/>
              <p:nvPr/>
            </p:nvSpPr>
            <p:spPr>
              <a:xfrm>
                <a:off x="35680849" y="19961727"/>
                <a:ext cx="189583" cy="606273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/>
                <p:nvPr/>
              </p:nvSpPr>
              <p:spPr>
                <a:xfrm>
                  <a:off x="30234841" y="23578437"/>
                  <a:ext cx="583706" cy="602998"/>
                </a:xfrm>
                <a:custGeom>
                  <a:avLst/>
                  <a:gdLst>
                    <a:gd name="connsiteX0" fmla="*/ 0 w 533892"/>
                    <a:gd name="connsiteY0" fmla="*/ 0 h 478464"/>
                    <a:gd name="connsiteX1" fmla="*/ 533892 w 533892"/>
                    <a:gd name="connsiteY1" fmla="*/ 0 h 478464"/>
                    <a:gd name="connsiteX2" fmla="*/ 533892 w 533892"/>
                    <a:gd name="connsiteY2" fmla="*/ 478464 h 478464"/>
                    <a:gd name="connsiteX3" fmla="*/ 0 w 533892"/>
                    <a:gd name="connsiteY3" fmla="*/ 478464 h 478464"/>
                    <a:gd name="connsiteX4" fmla="*/ 0 w 5338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892" h="478464" extrusionOk="0">
                      <a:moveTo>
                        <a:pt x="0" y="0"/>
                      </a:moveTo>
                      <a:cubicBezTo>
                        <a:pt x="249798" y="-7628"/>
                        <a:pt x="307944" y="45758"/>
                        <a:pt x="533892" y="0"/>
                      </a:cubicBezTo>
                      <a:cubicBezTo>
                        <a:pt x="582841" y="175492"/>
                        <a:pt x="507721" y="339994"/>
                        <a:pt x="533892" y="478464"/>
                      </a:cubicBezTo>
                      <a:cubicBezTo>
                        <a:pt x="280547" y="523487"/>
                        <a:pt x="126532" y="471614"/>
                        <a:pt x="0" y="478464"/>
                      </a:cubicBezTo>
                      <a:cubicBezTo>
                        <a:pt x="-19422" y="349564"/>
                        <a:pt x="14864" y="15063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31B0FF47-CD3C-DA5A-293D-6903133DB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41" y="23578437"/>
                  <a:ext cx="583706" cy="602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custGeom>
                          <a:avLst/>
                          <a:gdLst>
                            <a:gd name="connsiteX0" fmla="*/ 0 w 533892"/>
                            <a:gd name="connsiteY0" fmla="*/ 0 h 478464"/>
                            <a:gd name="connsiteX1" fmla="*/ 533892 w 533892"/>
                            <a:gd name="connsiteY1" fmla="*/ 0 h 478464"/>
                            <a:gd name="connsiteX2" fmla="*/ 533892 w 533892"/>
                            <a:gd name="connsiteY2" fmla="*/ 478464 h 478464"/>
                            <a:gd name="connsiteX3" fmla="*/ 0 w 533892"/>
                            <a:gd name="connsiteY3" fmla="*/ 478464 h 478464"/>
                            <a:gd name="connsiteX4" fmla="*/ 0 w 5338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33892" h="478464" extrusionOk="0">
                              <a:moveTo>
                                <a:pt x="0" y="0"/>
                              </a:moveTo>
                              <a:cubicBezTo>
                                <a:pt x="249798" y="-7628"/>
                                <a:pt x="307944" y="45758"/>
                                <a:pt x="533892" y="0"/>
                              </a:cubicBezTo>
                              <a:cubicBezTo>
                                <a:pt x="582841" y="175492"/>
                                <a:pt x="507721" y="339994"/>
                                <a:pt x="533892" y="478464"/>
                              </a:cubicBezTo>
                              <a:cubicBezTo>
                                <a:pt x="280547" y="523487"/>
                                <a:pt x="126532" y="471614"/>
                                <a:pt x="0" y="478464"/>
                              </a:cubicBezTo>
                              <a:cubicBezTo>
                                <a:pt x="-19422" y="349564"/>
                                <a:pt x="14864" y="15063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/>
                <p:nvPr/>
              </p:nvSpPr>
              <p:spPr>
                <a:xfrm>
                  <a:off x="30837416" y="24352473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08095" y="-2920"/>
                        <a:pt x="337862" y="7609"/>
                        <a:pt x="516553" y="0"/>
                      </a:cubicBezTo>
                      <a:cubicBezTo>
                        <a:pt x="526599" y="158809"/>
                        <a:pt x="508562" y="259416"/>
                        <a:pt x="516553" y="478464"/>
                      </a:cubicBezTo>
                      <a:cubicBezTo>
                        <a:pt x="373202" y="468128"/>
                        <a:pt x="223706" y="490637"/>
                        <a:pt x="0" y="478464"/>
                      </a:cubicBezTo>
                      <a:cubicBezTo>
                        <a:pt x="2260" y="300948"/>
                        <a:pt x="-15439" y="11853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𝑎</m:t>
                            </m:r>
                          </m:e>
                          <m:sub>
                            <m:r>
                              <a:rPr lang="en-US" sz="2509"/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678CA1F7-A323-8858-A201-1A2E542F34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37416" y="24352473"/>
                  <a:ext cx="564749" cy="60299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08095" y="-2920"/>
                                <a:pt x="337862" y="7609"/>
                                <a:pt x="516553" y="0"/>
                              </a:cubicBezTo>
                              <a:cubicBezTo>
                                <a:pt x="526599" y="158809"/>
                                <a:pt x="508562" y="259416"/>
                                <a:pt x="516553" y="478464"/>
                              </a:cubicBezTo>
                              <a:cubicBezTo>
                                <a:pt x="373202" y="468128"/>
                                <a:pt x="223706" y="490637"/>
                                <a:pt x="0" y="478464"/>
                              </a:cubicBezTo>
                              <a:cubicBezTo>
                                <a:pt x="2260" y="300948"/>
                                <a:pt x="-15439" y="11853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/>
                <p:nvPr/>
              </p:nvSpPr>
              <p:spPr>
                <a:xfrm>
                  <a:off x="31812533" y="24737909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207532" y="-7840"/>
                        <a:pt x="265328" y="21731"/>
                        <a:pt x="516553" y="0"/>
                      </a:cubicBezTo>
                      <a:cubicBezTo>
                        <a:pt x="514190" y="180754"/>
                        <a:pt x="503024" y="350996"/>
                        <a:pt x="516553" y="478464"/>
                      </a:cubicBezTo>
                      <a:cubicBezTo>
                        <a:pt x="277421" y="486504"/>
                        <a:pt x="116336" y="489071"/>
                        <a:pt x="0" y="478464"/>
                      </a:cubicBezTo>
                      <a:cubicBezTo>
                        <a:pt x="9598" y="253802"/>
                        <a:pt x="17872" y="10392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𝑏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460B7926-4628-FDCA-BC4D-7CFF22BA6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12533" y="24737909"/>
                  <a:ext cx="564749" cy="602998"/>
                </a:xfrm>
                <a:prstGeom prst="rect">
                  <a:avLst/>
                </a:prstGeom>
                <a:blipFill>
                  <a:blip r:embed="rId8"/>
                  <a:stretch>
                    <a:fillRect l="-2326"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207532" y="-7840"/>
                                <a:pt x="265328" y="21731"/>
                                <a:pt x="516553" y="0"/>
                              </a:cubicBezTo>
                              <a:cubicBezTo>
                                <a:pt x="514190" y="180754"/>
                                <a:pt x="503024" y="350996"/>
                                <a:pt x="516553" y="478464"/>
                              </a:cubicBezTo>
                              <a:cubicBezTo>
                                <a:pt x="277421" y="486504"/>
                                <a:pt x="116336" y="489071"/>
                                <a:pt x="0" y="478464"/>
                              </a:cubicBezTo>
                              <a:cubicBezTo>
                                <a:pt x="9598" y="253802"/>
                                <a:pt x="17872" y="10392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86B70681-D09F-3028-8DB5-8583C95E32C2}"/>
                </a:ext>
              </a:extLst>
            </p:cNvPr>
            <p:cNvSpPr/>
            <p:nvPr/>
          </p:nvSpPr>
          <p:spPr>
            <a:xfrm>
              <a:off x="32691213" y="22107590"/>
              <a:ext cx="287531" cy="677595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/>
                <p:nvPr/>
              </p:nvSpPr>
              <p:spPr>
                <a:xfrm>
                  <a:off x="33219331" y="22808995"/>
                  <a:ext cx="464232" cy="602998"/>
                </a:xfrm>
                <a:custGeom>
                  <a:avLst/>
                  <a:gdLst>
                    <a:gd name="connsiteX0" fmla="*/ 0 w 424614"/>
                    <a:gd name="connsiteY0" fmla="*/ 0 h 478464"/>
                    <a:gd name="connsiteX1" fmla="*/ 424614 w 424614"/>
                    <a:gd name="connsiteY1" fmla="*/ 0 h 478464"/>
                    <a:gd name="connsiteX2" fmla="*/ 424614 w 424614"/>
                    <a:gd name="connsiteY2" fmla="*/ 478464 h 478464"/>
                    <a:gd name="connsiteX3" fmla="*/ 0 w 424614"/>
                    <a:gd name="connsiteY3" fmla="*/ 478464 h 478464"/>
                    <a:gd name="connsiteX4" fmla="*/ 0 w 424614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4614" h="478464" extrusionOk="0">
                      <a:moveTo>
                        <a:pt x="0" y="0"/>
                      </a:moveTo>
                      <a:cubicBezTo>
                        <a:pt x="103851" y="15446"/>
                        <a:pt x="320078" y="2545"/>
                        <a:pt x="424614" y="0"/>
                      </a:cubicBezTo>
                      <a:cubicBezTo>
                        <a:pt x="401096" y="171188"/>
                        <a:pt x="412981" y="340904"/>
                        <a:pt x="424614" y="478464"/>
                      </a:cubicBezTo>
                      <a:cubicBezTo>
                        <a:pt x="282577" y="468985"/>
                        <a:pt x="207562" y="496884"/>
                        <a:pt x="0" y="478464"/>
                      </a:cubicBezTo>
                      <a:cubicBezTo>
                        <a:pt x="-4507" y="375654"/>
                        <a:pt x="2506" y="207085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𝑐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0" name="TextBox 389">
                  <a:extLst>
                    <a:ext uri="{FF2B5EF4-FFF2-40B4-BE49-F238E27FC236}">
                      <a16:creationId xmlns:a16="http://schemas.microsoft.com/office/drawing/2014/main" id="{D82E62A5-A810-EE75-3095-DF895F614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19331" y="22808995"/>
                  <a:ext cx="464232" cy="60299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custGeom>
                          <a:avLst/>
                          <a:gdLst>
                            <a:gd name="connsiteX0" fmla="*/ 0 w 424614"/>
                            <a:gd name="connsiteY0" fmla="*/ 0 h 478464"/>
                            <a:gd name="connsiteX1" fmla="*/ 424614 w 424614"/>
                            <a:gd name="connsiteY1" fmla="*/ 0 h 478464"/>
                            <a:gd name="connsiteX2" fmla="*/ 424614 w 424614"/>
                            <a:gd name="connsiteY2" fmla="*/ 478464 h 478464"/>
                            <a:gd name="connsiteX3" fmla="*/ 0 w 424614"/>
                            <a:gd name="connsiteY3" fmla="*/ 478464 h 478464"/>
                            <a:gd name="connsiteX4" fmla="*/ 0 w 424614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24614" h="478464" extrusionOk="0">
                              <a:moveTo>
                                <a:pt x="0" y="0"/>
                              </a:moveTo>
                              <a:cubicBezTo>
                                <a:pt x="103851" y="15446"/>
                                <a:pt x="320078" y="2545"/>
                                <a:pt x="424614" y="0"/>
                              </a:cubicBezTo>
                              <a:cubicBezTo>
                                <a:pt x="401096" y="171188"/>
                                <a:pt x="412981" y="340904"/>
                                <a:pt x="424614" y="478464"/>
                              </a:cubicBezTo>
                              <a:cubicBezTo>
                                <a:pt x="282577" y="468985"/>
                                <a:pt x="207562" y="496884"/>
                                <a:pt x="0" y="478464"/>
                              </a:cubicBezTo>
                              <a:cubicBezTo>
                                <a:pt x="-4507" y="375654"/>
                                <a:pt x="2506" y="207085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/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3" name="TextBox 392">
                  <a:extLst>
                    <a:ext uri="{FF2B5EF4-FFF2-40B4-BE49-F238E27FC236}">
                      <a16:creationId xmlns:a16="http://schemas.microsoft.com/office/drawing/2014/main" id="{39753943-84C6-4BDE-6986-DF162A709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blipFill>
                  <a:blip r:embed="rId1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/>
                <p:nvPr/>
              </p:nvSpPr>
              <p:spPr>
                <a:xfrm>
                  <a:off x="31926675" y="23412340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51568" y="-36692"/>
                        <a:pt x="408660" y="18371"/>
                        <a:pt x="516553" y="0"/>
                      </a:cubicBezTo>
                      <a:cubicBezTo>
                        <a:pt x="553227" y="218211"/>
                        <a:pt x="510101" y="331965"/>
                        <a:pt x="516553" y="478464"/>
                      </a:cubicBezTo>
                      <a:cubicBezTo>
                        <a:pt x="312788" y="529810"/>
                        <a:pt x="109948" y="421743"/>
                        <a:pt x="0" y="478464"/>
                      </a:cubicBezTo>
                      <a:cubicBezTo>
                        <a:pt x="-26254" y="374488"/>
                        <a:pt x="2433" y="1961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2EC7A9C4-25FE-E58F-A47C-625EF383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6675" y="23412340"/>
                  <a:ext cx="564749" cy="602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51568" y="-36692"/>
                                <a:pt x="408660" y="18371"/>
                                <a:pt x="516553" y="0"/>
                              </a:cubicBezTo>
                              <a:cubicBezTo>
                                <a:pt x="553227" y="218211"/>
                                <a:pt x="510101" y="331965"/>
                                <a:pt x="516553" y="478464"/>
                              </a:cubicBezTo>
                              <a:cubicBezTo>
                                <a:pt x="312788" y="529810"/>
                                <a:pt x="109948" y="421743"/>
                                <a:pt x="0" y="478464"/>
                              </a:cubicBezTo>
                              <a:cubicBezTo>
                                <a:pt x="-26254" y="374488"/>
                                <a:pt x="2433" y="1961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/>
                <p:nvPr/>
              </p:nvSpPr>
              <p:spPr>
                <a:xfrm>
                  <a:off x="32678126" y="23915522"/>
                  <a:ext cx="625709" cy="602998"/>
                </a:xfrm>
                <a:custGeom>
                  <a:avLst/>
                  <a:gdLst>
                    <a:gd name="connsiteX0" fmla="*/ 0 w 572310"/>
                    <a:gd name="connsiteY0" fmla="*/ 0 h 478464"/>
                    <a:gd name="connsiteX1" fmla="*/ 572310 w 572310"/>
                    <a:gd name="connsiteY1" fmla="*/ 0 h 478464"/>
                    <a:gd name="connsiteX2" fmla="*/ 572310 w 572310"/>
                    <a:gd name="connsiteY2" fmla="*/ 478464 h 478464"/>
                    <a:gd name="connsiteX3" fmla="*/ 0 w 572310"/>
                    <a:gd name="connsiteY3" fmla="*/ 478464 h 478464"/>
                    <a:gd name="connsiteX4" fmla="*/ 0 w 572310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310" h="478464" extrusionOk="0">
                      <a:moveTo>
                        <a:pt x="0" y="0"/>
                      </a:moveTo>
                      <a:cubicBezTo>
                        <a:pt x="234519" y="-35270"/>
                        <a:pt x="436798" y="3041"/>
                        <a:pt x="572310" y="0"/>
                      </a:cubicBezTo>
                      <a:cubicBezTo>
                        <a:pt x="606321" y="136340"/>
                        <a:pt x="552843" y="295474"/>
                        <a:pt x="572310" y="478464"/>
                      </a:cubicBezTo>
                      <a:cubicBezTo>
                        <a:pt x="305630" y="537574"/>
                        <a:pt x="230609" y="431899"/>
                        <a:pt x="0" y="478464"/>
                      </a:cubicBezTo>
                      <a:cubicBezTo>
                        <a:pt x="-56177" y="244548"/>
                        <a:pt x="29686" y="189253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13E95ED2-E365-7A94-0012-82C7AA1B3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78126" y="23915522"/>
                  <a:ext cx="625709" cy="60299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custGeom>
                          <a:avLst/>
                          <a:gdLst>
                            <a:gd name="connsiteX0" fmla="*/ 0 w 572310"/>
                            <a:gd name="connsiteY0" fmla="*/ 0 h 478464"/>
                            <a:gd name="connsiteX1" fmla="*/ 572310 w 572310"/>
                            <a:gd name="connsiteY1" fmla="*/ 0 h 478464"/>
                            <a:gd name="connsiteX2" fmla="*/ 572310 w 572310"/>
                            <a:gd name="connsiteY2" fmla="*/ 478464 h 478464"/>
                            <a:gd name="connsiteX3" fmla="*/ 0 w 572310"/>
                            <a:gd name="connsiteY3" fmla="*/ 478464 h 478464"/>
                            <a:gd name="connsiteX4" fmla="*/ 0 w 572310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72310" h="478464" extrusionOk="0">
                              <a:moveTo>
                                <a:pt x="0" y="0"/>
                              </a:moveTo>
                              <a:cubicBezTo>
                                <a:pt x="234519" y="-35270"/>
                                <a:pt x="436798" y="3041"/>
                                <a:pt x="572310" y="0"/>
                              </a:cubicBezTo>
                              <a:cubicBezTo>
                                <a:pt x="606321" y="136340"/>
                                <a:pt x="552843" y="295474"/>
                                <a:pt x="572310" y="478464"/>
                              </a:cubicBezTo>
                              <a:cubicBezTo>
                                <a:pt x="305630" y="537574"/>
                                <a:pt x="230609" y="431899"/>
                                <a:pt x="0" y="478464"/>
                              </a:cubicBezTo>
                              <a:cubicBezTo>
                                <a:pt x="-56177" y="244548"/>
                                <a:pt x="29686" y="189253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/>
                <p:nvPr/>
              </p:nvSpPr>
              <p:spPr>
                <a:xfrm>
                  <a:off x="34257707" y="23533709"/>
                  <a:ext cx="576928" cy="602998"/>
                </a:xfrm>
                <a:custGeom>
                  <a:avLst/>
                  <a:gdLst>
                    <a:gd name="connsiteX0" fmla="*/ 0 w 527692"/>
                    <a:gd name="connsiteY0" fmla="*/ 0 h 478464"/>
                    <a:gd name="connsiteX1" fmla="*/ 527692 w 527692"/>
                    <a:gd name="connsiteY1" fmla="*/ 0 h 478464"/>
                    <a:gd name="connsiteX2" fmla="*/ 527692 w 527692"/>
                    <a:gd name="connsiteY2" fmla="*/ 478464 h 478464"/>
                    <a:gd name="connsiteX3" fmla="*/ 0 w 527692"/>
                    <a:gd name="connsiteY3" fmla="*/ 478464 h 478464"/>
                    <a:gd name="connsiteX4" fmla="*/ 0 w 5276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7692" h="478464" extrusionOk="0">
                      <a:moveTo>
                        <a:pt x="0" y="0"/>
                      </a:moveTo>
                      <a:cubicBezTo>
                        <a:pt x="180492" y="-33578"/>
                        <a:pt x="307749" y="55825"/>
                        <a:pt x="527692" y="0"/>
                      </a:cubicBezTo>
                      <a:cubicBezTo>
                        <a:pt x="577697" y="154586"/>
                        <a:pt x="502782" y="381430"/>
                        <a:pt x="527692" y="478464"/>
                      </a:cubicBezTo>
                      <a:cubicBezTo>
                        <a:pt x="338451" y="530172"/>
                        <a:pt x="171752" y="419549"/>
                        <a:pt x="0" y="478464"/>
                      </a:cubicBezTo>
                      <a:cubicBezTo>
                        <a:pt x="-22464" y="292633"/>
                        <a:pt x="15538" y="154734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7E263F2C-DAD2-23A3-88A4-3B78B2A80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7707" y="23533709"/>
                  <a:ext cx="576928" cy="602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custGeom>
                          <a:avLst/>
                          <a:gdLst>
                            <a:gd name="connsiteX0" fmla="*/ 0 w 527692"/>
                            <a:gd name="connsiteY0" fmla="*/ 0 h 478464"/>
                            <a:gd name="connsiteX1" fmla="*/ 527692 w 527692"/>
                            <a:gd name="connsiteY1" fmla="*/ 0 h 478464"/>
                            <a:gd name="connsiteX2" fmla="*/ 527692 w 527692"/>
                            <a:gd name="connsiteY2" fmla="*/ 478464 h 478464"/>
                            <a:gd name="connsiteX3" fmla="*/ 0 w 527692"/>
                            <a:gd name="connsiteY3" fmla="*/ 478464 h 478464"/>
                            <a:gd name="connsiteX4" fmla="*/ 0 w 5276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27692" h="478464" extrusionOk="0">
                              <a:moveTo>
                                <a:pt x="0" y="0"/>
                              </a:moveTo>
                              <a:cubicBezTo>
                                <a:pt x="180492" y="-33578"/>
                                <a:pt x="307749" y="55825"/>
                                <a:pt x="527692" y="0"/>
                              </a:cubicBezTo>
                              <a:cubicBezTo>
                                <a:pt x="577697" y="154586"/>
                                <a:pt x="502782" y="381430"/>
                                <a:pt x="527692" y="478464"/>
                              </a:cubicBezTo>
                              <a:cubicBezTo>
                                <a:pt x="338451" y="530172"/>
                                <a:pt x="171752" y="419549"/>
                                <a:pt x="0" y="478464"/>
                              </a:cubicBezTo>
                              <a:cubicBezTo>
                                <a:pt x="-22464" y="292633"/>
                                <a:pt x="15538" y="154734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/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7" name="TextBox 396">
                  <a:extLst>
                    <a:ext uri="{FF2B5EF4-FFF2-40B4-BE49-F238E27FC236}">
                      <a16:creationId xmlns:a16="http://schemas.microsoft.com/office/drawing/2014/main" id="{EDAD7C48-D39D-F62A-79B9-80E1D9A54F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blipFill>
                  <a:blip r:embed="rId14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/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99" name="TextBox 398">
                  <a:extLst>
                    <a:ext uri="{FF2B5EF4-FFF2-40B4-BE49-F238E27FC236}">
                      <a16:creationId xmlns:a16="http://schemas.microsoft.com/office/drawing/2014/main" id="{70BC5DE6-BE25-0652-94B8-477A98551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blipFill>
                  <a:blip r:embed="rId15"/>
                  <a:stretch>
                    <a:fillRect b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76885C7A-5213-6E23-76B0-1CBE5AF7CEB0}"/>
                </a:ext>
              </a:extLst>
            </p:cNvPr>
            <p:cNvSpPr/>
            <p:nvPr/>
          </p:nvSpPr>
          <p:spPr>
            <a:xfrm>
              <a:off x="32963148" y="20721782"/>
              <a:ext cx="1042618" cy="2146710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  <a:gd name="connsiteX0" fmla="*/ 1465230 w 1465230"/>
                <a:gd name="connsiteY0" fmla="*/ 3340478 h 3340478"/>
                <a:gd name="connsiteX1" fmla="*/ 1118937 w 1465230"/>
                <a:gd name="connsiteY1" fmla="*/ 2466474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139507 w 1465230"/>
                <a:gd name="connsiteY3" fmla="*/ 2221706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010653 w 1465230"/>
                <a:gd name="connsiteY3" fmla="*/ 2201779 h 3340478"/>
                <a:gd name="connsiteX4" fmla="*/ 986590 w 1465230"/>
                <a:gd name="connsiteY4" fmla="*/ 1864895 h 3340478"/>
                <a:gd name="connsiteX5" fmla="*/ 974558 w 1465230"/>
                <a:gd name="connsiteY5" fmla="*/ 1804737 h 3340478"/>
                <a:gd name="connsiteX6" fmla="*/ 938463 w 1465230"/>
                <a:gd name="connsiteY6" fmla="*/ 1684421 h 3340478"/>
                <a:gd name="connsiteX7" fmla="*/ 914400 w 1465230"/>
                <a:gd name="connsiteY7" fmla="*/ 1612232 h 3340478"/>
                <a:gd name="connsiteX8" fmla="*/ 890337 w 1465230"/>
                <a:gd name="connsiteY8" fmla="*/ 1564106 h 3340478"/>
                <a:gd name="connsiteX9" fmla="*/ 866274 w 1465230"/>
                <a:gd name="connsiteY9" fmla="*/ 1491916 h 3340478"/>
                <a:gd name="connsiteX10" fmla="*/ 854242 w 1465230"/>
                <a:gd name="connsiteY10" fmla="*/ 1455821 h 3340478"/>
                <a:gd name="connsiteX11" fmla="*/ 830179 w 1465230"/>
                <a:gd name="connsiteY11" fmla="*/ 1419727 h 3340478"/>
                <a:gd name="connsiteX12" fmla="*/ 770021 w 1465230"/>
                <a:gd name="connsiteY12" fmla="*/ 1311442 h 3340478"/>
                <a:gd name="connsiteX13" fmla="*/ 745958 w 1465230"/>
                <a:gd name="connsiteY13" fmla="*/ 1275348 h 3340478"/>
                <a:gd name="connsiteX14" fmla="*/ 721895 w 1465230"/>
                <a:gd name="connsiteY14" fmla="*/ 1239253 h 3340478"/>
                <a:gd name="connsiteX15" fmla="*/ 613611 w 1465230"/>
                <a:gd name="connsiteY15" fmla="*/ 1143000 h 3340478"/>
                <a:gd name="connsiteX16" fmla="*/ 589548 w 1465230"/>
                <a:gd name="connsiteY16" fmla="*/ 1106906 h 3340478"/>
                <a:gd name="connsiteX17" fmla="*/ 529390 w 1465230"/>
                <a:gd name="connsiteY17" fmla="*/ 1046748 h 3340478"/>
                <a:gd name="connsiteX18" fmla="*/ 505326 w 1465230"/>
                <a:gd name="connsiteY18" fmla="*/ 1010653 h 3340478"/>
                <a:gd name="connsiteX19" fmla="*/ 469232 w 1465230"/>
                <a:gd name="connsiteY19" fmla="*/ 974558 h 3340478"/>
                <a:gd name="connsiteX20" fmla="*/ 421105 w 1465230"/>
                <a:gd name="connsiteY20" fmla="*/ 902369 h 3340478"/>
                <a:gd name="connsiteX21" fmla="*/ 397042 w 1465230"/>
                <a:gd name="connsiteY21" fmla="*/ 866274 h 3340478"/>
                <a:gd name="connsiteX22" fmla="*/ 360948 w 1465230"/>
                <a:gd name="connsiteY22" fmla="*/ 830179 h 3340478"/>
                <a:gd name="connsiteX23" fmla="*/ 312821 w 1465230"/>
                <a:gd name="connsiteY23" fmla="*/ 757990 h 3340478"/>
                <a:gd name="connsiteX24" fmla="*/ 276726 w 1465230"/>
                <a:gd name="connsiteY24" fmla="*/ 697832 h 3340478"/>
                <a:gd name="connsiteX25" fmla="*/ 240632 w 1465230"/>
                <a:gd name="connsiteY25" fmla="*/ 625642 h 3340478"/>
                <a:gd name="connsiteX26" fmla="*/ 216569 w 1465230"/>
                <a:gd name="connsiteY26" fmla="*/ 553453 h 3340478"/>
                <a:gd name="connsiteX27" fmla="*/ 192505 w 1465230"/>
                <a:gd name="connsiteY27" fmla="*/ 481263 h 3340478"/>
                <a:gd name="connsiteX28" fmla="*/ 168442 w 1465230"/>
                <a:gd name="connsiteY28" fmla="*/ 409074 h 3340478"/>
                <a:gd name="connsiteX29" fmla="*/ 156411 w 1465230"/>
                <a:gd name="connsiteY29" fmla="*/ 372979 h 3340478"/>
                <a:gd name="connsiteX30" fmla="*/ 108284 w 1465230"/>
                <a:gd name="connsiteY30" fmla="*/ 180474 h 3340478"/>
                <a:gd name="connsiteX31" fmla="*/ 36095 w 1465230"/>
                <a:gd name="connsiteY31" fmla="*/ 72190 h 3340478"/>
                <a:gd name="connsiteX32" fmla="*/ 12032 w 1465230"/>
                <a:gd name="connsiteY32" fmla="*/ 36095 h 3340478"/>
                <a:gd name="connsiteX33" fmla="*/ 0 w 1465230"/>
                <a:gd name="connsiteY33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70021 w 1465230"/>
                <a:gd name="connsiteY11" fmla="*/ 1311442 h 3340478"/>
                <a:gd name="connsiteX12" fmla="*/ 745958 w 1465230"/>
                <a:gd name="connsiteY12" fmla="*/ 1275348 h 3340478"/>
                <a:gd name="connsiteX13" fmla="*/ 721895 w 1465230"/>
                <a:gd name="connsiteY13" fmla="*/ 1239253 h 3340478"/>
                <a:gd name="connsiteX14" fmla="*/ 613611 w 1465230"/>
                <a:gd name="connsiteY14" fmla="*/ 1143000 h 3340478"/>
                <a:gd name="connsiteX15" fmla="*/ 589548 w 1465230"/>
                <a:gd name="connsiteY15" fmla="*/ 1106906 h 3340478"/>
                <a:gd name="connsiteX16" fmla="*/ 529390 w 1465230"/>
                <a:gd name="connsiteY16" fmla="*/ 1046748 h 3340478"/>
                <a:gd name="connsiteX17" fmla="*/ 505326 w 1465230"/>
                <a:gd name="connsiteY17" fmla="*/ 1010653 h 3340478"/>
                <a:gd name="connsiteX18" fmla="*/ 469232 w 1465230"/>
                <a:gd name="connsiteY18" fmla="*/ 974558 h 3340478"/>
                <a:gd name="connsiteX19" fmla="*/ 421105 w 1465230"/>
                <a:gd name="connsiteY19" fmla="*/ 902369 h 3340478"/>
                <a:gd name="connsiteX20" fmla="*/ 397042 w 1465230"/>
                <a:gd name="connsiteY20" fmla="*/ 866274 h 3340478"/>
                <a:gd name="connsiteX21" fmla="*/ 360948 w 1465230"/>
                <a:gd name="connsiteY21" fmla="*/ 830179 h 3340478"/>
                <a:gd name="connsiteX22" fmla="*/ 312821 w 1465230"/>
                <a:gd name="connsiteY22" fmla="*/ 757990 h 3340478"/>
                <a:gd name="connsiteX23" fmla="*/ 276726 w 1465230"/>
                <a:gd name="connsiteY23" fmla="*/ 697832 h 3340478"/>
                <a:gd name="connsiteX24" fmla="*/ 240632 w 1465230"/>
                <a:gd name="connsiteY24" fmla="*/ 625642 h 3340478"/>
                <a:gd name="connsiteX25" fmla="*/ 216569 w 1465230"/>
                <a:gd name="connsiteY25" fmla="*/ 553453 h 3340478"/>
                <a:gd name="connsiteX26" fmla="*/ 192505 w 1465230"/>
                <a:gd name="connsiteY26" fmla="*/ 481263 h 3340478"/>
                <a:gd name="connsiteX27" fmla="*/ 168442 w 1465230"/>
                <a:gd name="connsiteY27" fmla="*/ 409074 h 3340478"/>
                <a:gd name="connsiteX28" fmla="*/ 156411 w 1465230"/>
                <a:gd name="connsiteY28" fmla="*/ 372979 h 3340478"/>
                <a:gd name="connsiteX29" fmla="*/ 108284 w 1465230"/>
                <a:gd name="connsiteY29" fmla="*/ 180474 h 3340478"/>
                <a:gd name="connsiteX30" fmla="*/ 36095 w 1465230"/>
                <a:gd name="connsiteY30" fmla="*/ 72190 h 3340478"/>
                <a:gd name="connsiteX31" fmla="*/ 12032 w 1465230"/>
                <a:gd name="connsiteY31" fmla="*/ 36095 h 3340478"/>
                <a:gd name="connsiteX32" fmla="*/ 0 w 1465230"/>
                <a:gd name="connsiteY32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45958 w 1465230"/>
                <a:gd name="connsiteY11" fmla="*/ 1275348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23235 w 1465230"/>
                <a:gd name="connsiteY3" fmla="*/ 1890972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570076 w 1465230"/>
                <a:gd name="connsiteY11" fmla="*/ 1209312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5230" h="3340478">
                  <a:moveTo>
                    <a:pt x="1465230" y="3340478"/>
                  </a:moveTo>
                  <a:cubicBezTo>
                    <a:pt x="1248662" y="3055731"/>
                    <a:pt x="1451486" y="2896371"/>
                    <a:pt x="1410990" y="2735960"/>
                  </a:cubicBezTo>
                  <a:cubicBezTo>
                    <a:pt x="1370494" y="2575549"/>
                    <a:pt x="1275522" y="2496383"/>
                    <a:pt x="1222254" y="2378009"/>
                  </a:cubicBezTo>
                  <a:cubicBezTo>
                    <a:pt x="1168986" y="2259635"/>
                    <a:pt x="1128945" y="2126043"/>
                    <a:pt x="1091381" y="2025716"/>
                  </a:cubicBezTo>
                  <a:cubicBezTo>
                    <a:pt x="1053817" y="1925389"/>
                    <a:pt x="1016866" y="1836027"/>
                    <a:pt x="996873" y="1776047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12132" y="1389648"/>
                    <a:pt x="725064" y="1391663"/>
                    <a:pt x="707017" y="1361584"/>
                  </a:cubicBezTo>
                  <a:cubicBezTo>
                    <a:pt x="666912" y="1309447"/>
                    <a:pt x="599681" y="1261785"/>
                    <a:pt x="570076" y="1209312"/>
                  </a:cubicBezTo>
                  <a:cubicBezTo>
                    <a:pt x="540472" y="1156839"/>
                    <a:pt x="540182" y="1079858"/>
                    <a:pt x="529390" y="1046748"/>
                  </a:cubicBezTo>
                  <a:cubicBezTo>
                    <a:pt x="518598" y="1013638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73739" y="397605"/>
                    <a:pt x="156411" y="372979"/>
                  </a:cubicBezTo>
                  <a:cubicBezTo>
                    <a:pt x="139083" y="348353"/>
                    <a:pt x="85618" y="293037"/>
                    <a:pt x="64475" y="261321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/>
                <p:nvPr/>
              </p:nvSpPr>
              <p:spPr>
                <a:xfrm>
                  <a:off x="33810258" y="22776994"/>
                  <a:ext cx="527668" cy="602998"/>
                </a:xfrm>
                <a:custGeom>
                  <a:avLst/>
                  <a:gdLst>
                    <a:gd name="connsiteX0" fmla="*/ 0 w 482636"/>
                    <a:gd name="connsiteY0" fmla="*/ 0 h 478464"/>
                    <a:gd name="connsiteX1" fmla="*/ 482636 w 482636"/>
                    <a:gd name="connsiteY1" fmla="*/ 0 h 478464"/>
                    <a:gd name="connsiteX2" fmla="*/ 482636 w 482636"/>
                    <a:gd name="connsiteY2" fmla="*/ 478464 h 478464"/>
                    <a:gd name="connsiteX3" fmla="*/ 0 w 482636"/>
                    <a:gd name="connsiteY3" fmla="*/ 478464 h 478464"/>
                    <a:gd name="connsiteX4" fmla="*/ 0 w 482636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636" h="478464" extrusionOk="0">
                      <a:moveTo>
                        <a:pt x="0" y="0"/>
                      </a:moveTo>
                      <a:cubicBezTo>
                        <a:pt x="174232" y="88"/>
                        <a:pt x="249381" y="-4106"/>
                        <a:pt x="482636" y="0"/>
                      </a:cubicBezTo>
                      <a:cubicBezTo>
                        <a:pt x="488307" y="156316"/>
                        <a:pt x="493188" y="371732"/>
                        <a:pt x="482636" y="478464"/>
                      </a:cubicBezTo>
                      <a:cubicBezTo>
                        <a:pt x="253992" y="468640"/>
                        <a:pt x="121306" y="472555"/>
                        <a:pt x="0" y="478464"/>
                      </a:cubicBezTo>
                      <a:cubicBezTo>
                        <a:pt x="4902" y="348491"/>
                        <a:pt x="1437" y="1538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𝑑</m:t>
                            </m:r>
                          </m:e>
                          <m:sub>
                            <m:r>
                              <a:rPr lang="en-US" sz="2509"/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475E6B5D-79A1-13BD-09EF-4B837FE39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10258" y="22776994"/>
                  <a:ext cx="527668" cy="602998"/>
                </a:xfrm>
                <a:prstGeom prst="rect">
                  <a:avLst/>
                </a:prstGeom>
                <a:blipFill>
                  <a:blip r:embed="rId16"/>
                  <a:stretch>
                    <a:fillRect l="-4878"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0 w 482636"/>
                            <a:gd name="connsiteY0" fmla="*/ 0 h 478464"/>
                            <a:gd name="connsiteX1" fmla="*/ 482636 w 482636"/>
                            <a:gd name="connsiteY1" fmla="*/ 0 h 478464"/>
                            <a:gd name="connsiteX2" fmla="*/ 482636 w 482636"/>
                            <a:gd name="connsiteY2" fmla="*/ 478464 h 478464"/>
                            <a:gd name="connsiteX3" fmla="*/ 0 w 482636"/>
                            <a:gd name="connsiteY3" fmla="*/ 478464 h 478464"/>
                            <a:gd name="connsiteX4" fmla="*/ 0 w 482636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82636" h="478464" extrusionOk="0">
                              <a:moveTo>
                                <a:pt x="0" y="0"/>
                              </a:moveTo>
                              <a:cubicBezTo>
                                <a:pt x="174232" y="88"/>
                                <a:pt x="249381" y="-4106"/>
                                <a:pt x="482636" y="0"/>
                              </a:cubicBezTo>
                              <a:cubicBezTo>
                                <a:pt x="488307" y="156316"/>
                                <a:pt x="493188" y="371732"/>
                                <a:pt x="482636" y="478464"/>
                              </a:cubicBezTo>
                              <a:cubicBezTo>
                                <a:pt x="253992" y="468640"/>
                                <a:pt x="121306" y="472555"/>
                                <a:pt x="0" y="478464"/>
                              </a:cubicBezTo>
                              <a:cubicBezTo>
                                <a:pt x="4902" y="348491"/>
                                <a:pt x="1437" y="1538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1" name="TextBox 410">
            <a:extLst>
              <a:ext uri="{FF2B5EF4-FFF2-40B4-BE49-F238E27FC236}">
                <a16:creationId xmlns:a16="http://schemas.microsoft.com/office/drawing/2014/main" id="{BE5DC0A2-6793-7459-F7F0-AAEEB2378931}"/>
              </a:ext>
            </a:extLst>
          </p:cNvPr>
          <p:cNvSpPr txBox="1"/>
          <p:nvPr/>
        </p:nvSpPr>
        <p:spPr>
          <a:xfrm>
            <a:off x="19687458" y="14240168"/>
            <a:ext cx="2176418" cy="486287"/>
          </a:xfrm>
          <a:custGeom>
            <a:avLst/>
            <a:gdLst>
              <a:gd name="connsiteX0" fmla="*/ 0 w 2176418"/>
              <a:gd name="connsiteY0" fmla="*/ 0 h 486287"/>
              <a:gd name="connsiteX1" fmla="*/ 478812 w 2176418"/>
              <a:gd name="connsiteY1" fmla="*/ 0 h 486287"/>
              <a:gd name="connsiteX2" fmla="*/ 1022916 w 2176418"/>
              <a:gd name="connsiteY2" fmla="*/ 0 h 486287"/>
              <a:gd name="connsiteX3" fmla="*/ 1610549 w 2176418"/>
              <a:gd name="connsiteY3" fmla="*/ 0 h 486287"/>
              <a:gd name="connsiteX4" fmla="*/ 2176418 w 2176418"/>
              <a:gd name="connsiteY4" fmla="*/ 0 h 486287"/>
              <a:gd name="connsiteX5" fmla="*/ 2176418 w 2176418"/>
              <a:gd name="connsiteY5" fmla="*/ 486287 h 486287"/>
              <a:gd name="connsiteX6" fmla="*/ 1588785 w 2176418"/>
              <a:gd name="connsiteY6" fmla="*/ 486287 h 486287"/>
              <a:gd name="connsiteX7" fmla="*/ 1088209 w 2176418"/>
              <a:gd name="connsiteY7" fmla="*/ 486287 h 486287"/>
              <a:gd name="connsiteX8" fmla="*/ 500576 w 2176418"/>
              <a:gd name="connsiteY8" fmla="*/ 486287 h 486287"/>
              <a:gd name="connsiteX9" fmla="*/ 0 w 2176418"/>
              <a:gd name="connsiteY9" fmla="*/ 486287 h 486287"/>
              <a:gd name="connsiteX10" fmla="*/ 0 w 2176418"/>
              <a:gd name="connsiteY10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76418" h="486287" extrusionOk="0">
                <a:moveTo>
                  <a:pt x="0" y="0"/>
                </a:moveTo>
                <a:cubicBezTo>
                  <a:pt x="210098" y="-19704"/>
                  <a:pt x="288894" y="33832"/>
                  <a:pt x="478812" y="0"/>
                </a:cubicBezTo>
                <a:cubicBezTo>
                  <a:pt x="668730" y="-33832"/>
                  <a:pt x="757009" y="54954"/>
                  <a:pt x="1022916" y="0"/>
                </a:cubicBezTo>
                <a:cubicBezTo>
                  <a:pt x="1288823" y="-54954"/>
                  <a:pt x="1341581" y="15767"/>
                  <a:pt x="1610549" y="0"/>
                </a:cubicBezTo>
                <a:cubicBezTo>
                  <a:pt x="1879517" y="-15767"/>
                  <a:pt x="2003461" y="3253"/>
                  <a:pt x="2176418" y="0"/>
                </a:cubicBezTo>
                <a:cubicBezTo>
                  <a:pt x="2232098" y="231085"/>
                  <a:pt x="2132399" y="360154"/>
                  <a:pt x="2176418" y="486287"/>
                </a:cubicBezTo>
                <a:cubicBezTo>
                  <a:pt x="1898536" y="541273"/>
                  <a:pt x="1735818" y="463245"/>
                  <a:pt x="1588785" y="486287"/>
                </a:cubicBezTo>
                <a:cubicBezTo>
                  <a:pt x="1441752" y="509329"/>
                  <a:pt x="1203247" y="481428"/>
                  <a:pt x="1088209" y="486287"/>
                </a:cubicBezTo>
                <a:cubicBezTo>
                  <a:pt x="973171" y="491146"/>
                  <a:pt x="717079" y="474862"/>
                  <a:pt x="500576" y="486287"/>
                </a:cubicBezTo>
                <a:cubicBezTo>
                  <a:pt x="284073" y="497712"/>
                  <a:pt x="101191" y="443384"/>
                  <a:pt x="0" y="486287"/>
                </a:cubicBezTo>
                <a:cubicBezTo>
                  <a:pt x="-32834" y="332282"/>
                  <a:pt x="53823" y="201089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43227993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latin typeface="Cambria Math" panose="02040503050406030204" pitchFamily="18" charset="0"/>
                <a:ea typeface="Cambria Math" panose="02040503050406030204" pitchFamily="18" charset="0"/>
              </a:rPr>
              <a:t>non-matching</a:t>
            </a:r>
            <a:endParaRPr lang="en-US" sz="256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84D11F15-C9D1-CC54-F526-D268B18C1187}"/>
              </a:ext>
            </a:extLst>
          </p:cNvPr>
          <p:cNvSpPr txBox="1"/>
          <p:nvPr/>
        </p:nvSpPr>
        <p:spPr>
          <a:xfrm>
            <a:off x="26171577" y="14061262"/>
            <a:ext cx="1565380" cy="486287"/>
          </a:xfrm>
          <a:custGeom>
            <a:avLst/>
            <a:gdLst>
              <a:gd name="connsiteX0" fmla="*/ 0 w 1565380"/>
              <a:gd name="connsiteY0" fmla="*/ 0 h 486287"/>
              <a:gd name="connsiteX1" fmla="*/ 553101 w 1565380"/>
              <a:gd name="connsiteY1" fmla="*/ 0 h 486287"/>
              <a:gd name="connsiteX2" fmla="*/ 1074894 w 1565380"/>
              <a:gd name="connsiteY2" fmla="*/ 0 h 486287"/>
              <a:gd name="connsiteX3" fmla="*/ 1565380 w 1565380"/>
              <a:gd name="connsiteY3" fmla="*/ 0 h 486287"/>
              <a:gd name="connsiteX4" fmla="*/ 1565380 w 1565380"/>
              <a:gd name="connsiteY4" fmla="*/ 486287 h 486287"/>
              <a:gd name="connsiteX5" fmla="*/ 1012279 w 1565380"/>
              <a:gd name="connsiteY5" fmla="*/ 486287 h 486287"/>
              <a:gd name="connsiteX6" fmla="*/ 459178 w 1565380"/>
              <a:gd name="connsiteY6" fmla="*/ 486287 h 486287"/>
              <a:gd name="connsiteX7" fmla="*/ 0 w 1565380"/>
              <a:gd name="connsiteY7" fmla="*/ 486287 h 486287"/>
              <a:gd name="connsiteX8" fmla="*/ 0 w 1565380"/>
              <a:gd name="connsiteY8" fmla="*/ 0 h 48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380" h="486287" extrusionOk="0">
                <a:moveTo>
                  <a:pt x="0" y="0"/>
                </a:moveTo>
                <a:cubicBezTo>
                  <a:pt x="165065" y="3346"/>
                  <a:pt x="406601" y="19"/>
                  <a:pt x="553101" y="0"/>
                </a:cubicBezTo>
                <a:cubicBezTo>
                  <a:pt x="699601" y="-19"/>
                  <a:pt x="959497" y="703"/>
                  <a:pt x="1074894" y="0"/>
                </a:cubicBezTo>
                <a:cubicBezTo>
                  <a:pt x="1190291" y="-703"/>
                  <a:pt x="1460729" y="1757"/>
                  <a:pt x="1565380" y="0"/>
                </a:cubicBezTo>
                <a:cubicBezTo>
                  <a:pt x="1542331" y="211991"/>
                  <a:pt x="1583037" y="306808"/>
                  <a:pt x="1565380" y="486287"/>
                </a:cubicBezTo>
                <a:cubicBezTo>
                  <a:pt x="1346136" y="461354"/>
                  <a:pt x="1275618" y="463793"/>
                  <a:pt x="1012279" y="486287"/>
                </a:cubicBezTo>
                <a:cubicBezTo>
                  <a:pt x="748940" y="508781"/>
                  <a:pt x="656618" y="465570"/>
                  <a:pt x="459178" y="486287"/>
                </a:cubicBezTo>
                <a:cubicBezTo>
                  <a:pt x="261738" y="507004"/>
                  <a:pt x="103434" y="470432"/>
                  <a:pt x="0" y="486287"/>
                </a:cubicBezTo>
                <a:cubicBezTo>
                  <a:pt x="-17086" y="320250"/>
                  <a:pt x="-3871" y="114010"/>
                  <a:pt x="0" y="0"/>
                </a:cubicBezTo>
                <a:close/>
              </a:path>
            </a:pathLst>
          </a:custGeom>
          <a:noFill/>
          <a:ln w="19050">
            <a:solidFill>
              <a:schemeClr val="tx1">
                <a:lumMod val="85000"/>
                <a:lumOff val="15000"/>
              </a:schemeClr>
            </a:solidFill>
            <a:extLst>
              <a:ext uri="{C807C97D-BFC1-408E-A445-0C87EB9F89A2}">
                <ask:lineSketchStyleProps xmlns:ask="http://schemas.microsoft.com/office/drawing/2018/sketchyshapes" sd="66824711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560" dirty="0">
                <a:latin typeface="Cambria Math" panose="02040503050406030204" pitchFamily="18" charset="0"/>
                <a:ea typeface="Cambria Math" panose="02040503050406030204" pitchFamily="18" charset="0"/>
              </a:rPr>
              <a:t>matching</a:t>
            </a:r>
            <a:endParaRPr lang="en-US" sz="256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DBB7863-F65D-EC02-F23C-1B7762E48A6F}"/>
              </a:ext>
            </a:extLst>
          </p:cNvPr>
          <p:cNvCxnSpPr>
            <a:cxnSpLocks/>
          </p:cNvCxnSpPr>
          <p:nvPr/>
        </p:nvCxnSpPr>
        <p:spPr>
          <a:xfrm>
            <a:off x="29924997" y="12885538"/>
            <a:ext cx="186325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1A67B12-8591-301A-35C0-D682D3F62924}"/>
              </a:ext>
            </a:extLst>
          </p:cNvPr>
          <p:cNvCxnSpPr>
            <a:cxnSpLocks/>
          </p:cNvCxnSpPr>
          <p:nvPr/>
        </p:nvCxnSpPr>
        <p:spPr>
          <a:xfrm flipV="1">
            <a:off x="25795709" y="10846601"/>
            <a:ext cx="639952" cy="2401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C4158A4-6147-EC75-363E-9C7DC3A45186}"/>
              </a:ext>
            </a:extLst>
          </p:cNvPr>
          <p:cNvGrpSpPr/>
          <p:nvPr/>
        </p:nvGrpSpPr>
        <p:grpSpPr>
          <a:xfrm>
            <a:off x="18397706" y="14860918"/>
            <a:ext cx="4336188" cy="3391112"/>
            <a:chOff x="30234841" y="20244775"/>
            <a:chExt cx="4740769" cy="427374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4799AF8-4896-9E21-39F2-2D9F256160F9}"/>
                </a:ext>
              </a:extLst>
            </p:cNvPr>
            <p:cNvGrpSpPr/>
            <p:nvPr/>
          </p:nvGrpSpPr>
          <p:grpSpPr>
            <a:xfrm>
              <a:off x="30534400" y="20244775"/>
              <a:ext cx="4441210" cy="3750379"/>
              <a:chOff x="31103293" y="16628066"/>
              <a:chExt cx="4441210" cy="3750379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7CFD99E5-2F3B-CFE4-BCE0-96BDF34BBC2E}"/>
                  </a:ext>
                </a:extLst>
              </p:cNvPr>
              <p:cNvSpPr/>
              <p:nvPr/>
            </p:nvSpPr>
            <p:spPr>
              <a:xfrm>
                <a:off x="33087348" y="17599701"/>
                <a:ext cx="659470" cy="1433860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148FC4A6-434F-26CC-D3AF-23715E91B386}"/>
                  </a:ext>
                </a:extLst>
              </p:cNvPr>
              <p:cNvSpPr/>
              <p:nvPr/>
            </p:nvSpPr>
            <p:spPr>
              <a:xfrm>
                <a:off x="33060316" y="16661028"/>
                <a:ext cx="686501" cy="949466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5AB3321C-A8F4-7685-75D8-027DC8BA8FA1}"/>
                  </a:ext>
                </a:extLst>
              </p:cNvPr>
              <p:cNvSpPr/>
              <p:nvPr/>
            </p:nvSpPr>
            <p:spPr>
              <a:xfrm>
                <a:off x="33734338" y="16628066"/>
                <a:ext cx="1762344" cy="2621919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EB9C753C-BF31-FB86-47DB-CC1CD403F73A}"/>
                  </a:ext>
                </a:extLst>
              </p:cNvPr>
              <p:cNvSpPr/>
              <p:nvPr/>
            </p:nvSpPr>
            <p:spPr>
              <a:xfrm>
                <a:off x="31103293" y="18454009"/>
                <a:ext cx="1147773" cy="1653439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D0878A68-7CE3-266E-7D97-DBEB80531838}"/>
                  </a:ext>
                </a:extLst>
              </p:cNvPr>
              <p:cNvSpPr/>
              <p:nvPr/>
            </p:nvSpPr>
            <p:spPr>
              <a:xfrm>
                <a:off x="32227724" y="17595166"/>
                <a:ext cx="859623" cy="868772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762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42" name="Freeform: Shape 639">
                <a:extLst>
                  <a:ext uri="{FF2B5EF4-FFF2-40B4-BE49-F238E27FC236}">
                    <a16:creationId xmlns:a16="http://schemas.microsoft.com/office/drawing/2014/main" id="{16F8717C-3920-7E2A-AA7E-5C1EA75521DC}"/>
                  </a:ext>
                </a:extLst>
              </p:cNvPr>
              <p:cNvSpPr/>
              <p:nvPr/>
            </p:nvSpPr>
            <p:spPr>
              <a:xfrm>
                <a:off x="32749861" y="17827825"/>
                <a:ext cx="410551" cy="2061151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44" name="Freeform: Shape 406">
                <a:extLst>
                  <a:ext uri="{FF2B5EF4-FFF2-40B4-BE49-F238E27FC236}">
                    <a16:creationId xmlns:a16="http://schemas.microsoft.com/office/drawing/2014/main" id="{3BC7BFF6-0905-B585-1A8C-1384AD6DC249}"/>
                  </a:ext>
                </a:extLst>
              </p:cNvPr>
              <p:cNvSpPr/>
              <p:nvPr/>
            </p:nvSpPr>
            <p:spPr>
              <a:xfrm>
                <a:off x="33510449" y="19020756"/>
                <a:ext cx="259551" cy="1357689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45" name="Freeform: Shape 639">
                <a:extLst>
                  <a:ext uri="{FF2B5EF4-FFF2-40B4-BE49-F238E27FC236}">
                    <a16:creationId xmlns:a16="http://schemas.microsoft.com/office/drawing/2014/main" id="{B44DFC5A-66DF-1C70-EE01-BD9266CF4169}"/>
                  </a:ext>
                </a:extLst>
              </p:cNvPr>
              <p:cNvSpPr/>
              <p:nvPr/>
            </p:nvSpPr>
            <p:spPr>
              <a:xfrm>
                <a:off x="35068519" y="19239083"/>
                <a:ext cx="475984" cy="772088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B067EC6-FAF9-A471-DF82-EDED4DD5AE4B}"/>
                    </a:ext>
                  </a:extLst>
                </p:cNvPr>
                <p:cNvSpPr txBox="1"/>
                <p:nvPr/>
              </p:nvSpPr>
              <p:spPr>
                <a:xfrm>
                  <a:off x="30234841" y="23578438"/>
                  <a:ext cx="583706" cy="602998"/>
                </a:xfrm>
                <a:custGeom>
                  <a:avLst/>
                  <a:gdLst>
                    <a:gd name="connsiteX0" fmla="*/ 0 w 533892"/>
                    <a:gd name="connsiteY0" fmla="*/ 0 h 478464"/>
                    <a:gd name="connsiteX1" fmla="*/ 533892 w 533892"/>
                    <a:gd name="connsiteY1" fmla="*/ 0 h 478464"/>
                    <a:gd name="connsiteX2" fmla="*/ 533892 w 533892"/>
                    <a:gd name="connsiteY2" fmla="*/ 478464 h 478464"/>
                    <a:gd name="connsiteX3" fmla="*/ 0 w 533892"/>
                    <a:gd name="connsiteY3" fmla="*/ 478464 h 478464"/>
                    <a:gd name="connsiteX4" fmla="*/ 0 w 5338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892" h="478464" extrusionOk="0">
                      <a:moveTo>
                        <a:pt x="0" y="0"/>
                      </a:moveTo>
                      <a:cubicBezTo>
                        <a:pt x="249798" y="-7628"/>
                        <a:pt x="307944" y="45758"/>
                        <a:pt x="533892" y="0"/>
                      </a:cubicBezTo>
                      <a:cubicBezTo>
                        <a:pt x="582841" y="175492"/>
                        <a:pt x="507721" y="339994"/>
                        <a:pt x="533892" y="478464"/>
                      </a:cubicBezTo>
                      <a:cubicBezTo>
                        <a:pt x="280547" y="523487"/>
                        <a:pt x="126532" y="471614"/>
                        <a:pt x="0" y="478464"/>
                      </a:cubicBezTo>
                      <a:cubicBezTo>
                        <a:pt x="-19422" y="349564"/>
                        <a:pt x="14864" y="15063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B067EC6-FAF9-A471-DF82-EDED4DD5AE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41" y="23578438"/>
                  <a:ext cx="583706" cy="602998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custGeom>
                          <a:avLst/>
                          <a:gdLst>
                            <a:gd name="connsiteX0" fmla="*/ 0 w 533892"/>
                            <a:gd name="connsiteY0" fmla="*/ 0 h 478464"/>
                            <a:gd name="connsiteX1" fmla="*/ 533892 w 533892"/>
                            <a:gd name="connsiteY1" fmla="*/ 0 h 478464"/>
                            <a:gd name="connsiteX2" fmla="*/ 533892 w 533892"/>
                            <a:gd name="connsiteY2" fmla="*/ 478464 h 478464"/>
                            <a:gd name="connsiteX3" fmla="*/ 0 w 533892"/>
                            <a:gd name="connsiteY3" fmla="*/ 478464 h 478464"/>
                            <a:gd name="connsiteX4" fmla="*/ 0 w 5338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33892" h="478464" extrusionOk="0">
                              <a:moveTo>
                                <a:pt x="0" y="0"/>
                              </a:moveTo>
                              <a:cubicBezTo>
                                <a:pt x="249798" y="-7628"/>
                                <a:pt x="307944" y="45758"/>
                                <a:pt x="533892" y="0"/>
                              </a:cubicBezTo>
                              <a:cubicBezTo>
                                <a:pt x="582841" y="175492"/>
                                <a:pt x="507721" y="339994"/>
                                <a:pt x="533892" y="478464"/>
                              </a:cubicBezTo>
                              <a:cubicBezTo>
                                <a:pt x="280547" y="523487"/>
                                <a:pt x="126532" y="471614"/>
                                <a:pt x="0" y="478464"/>
                              </a:cubicBezTo>
                              <a:cubicBezTo>
                                <a:pt x="-19422" y="349564"/>
                                <a:pt x="14864" y="15063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0EBABAE-E7A1-B2BF-664B-112F7E4F667F}"/>
                    </a:ext>
                  </a:extLst>
                </p:cNvPr>
                <p:cNvSpPr txBox="1"/>
                <p:nvPr/>
              </p:nvSpPr>
              <p:spPr>
                <a:xfrm>
                  <a:off x="31926676" y="23412341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51568" y="-36692"/>
                        <a:pt x="408660" y="18371"/>
                        <a:pt x="516553" y="0"/>
                      </a:cubicBezTo>
                      <a:cubicBezTo>
                        <a:pt x="553227" y="218211"/>
                        <a:pt x="510101" y="331965"/>
                        <a:pt x="516553" y="478464"/>
                      </a:cubicBezTo>
                      <a:cubicBezTo>
                        <a:pt x="312788" y="529810"/>
                        <a:pt x="109948" y="421743"/>
                        <a:pt x="0" y="478464"/>
                      </a:cubicBezTo>
                      <a:cubicBezTo>
                        <a:pt x="-26254" y="374488"/>
                        <a:pt x="2433" y="1961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0EBABAE-E7A1-B2BF-664B-112F7E4F6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6676" y="23412341"/>
                  <a:ext cx="564749" cy="602998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51568" y="-36692"/>
                                <a:pt x="408660" y="18371"/>
                                <a:pt x="516553" y="0"/>
                              </a:cubicBezTo>
                              <a:cubicBezTo>
                                <a:pt x="553227" y="218211"/>
                                <a:pt x="510101" y="331965"/>
                                <a:pt x="516553" y="478464"/>
                              </a:cubicBezTo>
                              <a:cubicBezTo>
                                <a:pt x="312788" y="529810"/>
                                <a:pt x="109948" y="421743"/>
                                <a:pt x="0" y="478464"/>
                              </a:cubicBezTo>
                              <a:cubicBezTo>
                                <a:pt x="-26254" y="374488"/>
                                <a:pt x="2433" y="1961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9F8F663-E08A-89ED-03E1-78164EE5072C}"/>
                    </a:ext>
                  </a:extLst>
                </p:cNvPr>
                <p:cNvSpPr txBox="1"/>
                <p:nvPr/>
              </p:nvSpPr>
              <p:spPr>
                <a:xfrm>
                  <a:off x="32678126" y="23915522"/>
                  <a:ext cx="625708" cy="602998"/>
                </a:xfrm>
                <a:custGeom>
                  <a:avLst/>
                  <a:gdLst>
                    <a:gd name="connsiteX0" fmla="*/ 0 w 572310"/>
                    <a:gd name="connsiteY0" fmla="*/ 0 h 478464"/>
                    <a:gd name="connsiteX1" fmla="*/ 572310 w 572310"/>
                    <a:gd name="connsiteY1" fmla="*/ 0 h 478464"/>
                    <a:gd name="connsiteX2" fmla="*/ 572310 w 572310"/>
                    <a:gd name="connsiteY2" fmla="*/ 478464 h 478464"/>
                    <a:gd name="connsiteX3" fmla="*/ 0 w 572310"/>
                    <a:gd name="connsiteY3" fmla="*/ 478464 h 478464"/>
                    <a:gd name="connsiteX4" fmla="*/ 0 w 572310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310" h="478464" extrusionOk="0">
                      <a:moveTo>
                        <a:pt x="0" y="0"/>
                      </a:moveTo>
                      <a:cubicBezTo>
                        <a:pt x="234519" y="-35270"/>
                        <a:pt x="436798" y="3041"/>
                        <a:pt x="572310" y="0"/>
                      </a:cubicBezTo>
                      <a:cubicBezTo>
                        <a:pt x="606321" y="136340"/>
                        <a:pt x="552843" y="295474"/>
                        <a:pt x="572310" y="478464"/>
                      </a:cubicBezTo>
                      <a:cubicBezTo>
                        <a:pt x="305630" y="537574"/>
                        <a:pt x="230609" y="431899"/>
                        <a:pt x="0" y="478464"/>
                      </a:cubicBezTo>
                      <a:cubicBezTo>
                        <a:pt x="-56177" y="244548"/>
                        <a:pt x="29686" y="189253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9F8F663-E08A-89ED-03E1-78164EE507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78126" y="23915522"/>
                  <a:ext cx="625708" cy="60299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custGeom>
                          <a:avLst/>
                          <a:gdLst>
                            <a:gd name="connsiteX0" fmla="*/ 0 w 572310"/>
                            <a:gd name="connsiteY0" fmla="*/ 0 h 478464"/>
                            <a:gd name="connsiteX1" fmla="*/ 572310 w 572310"/>
                            <a:gd name="connsiteY1" fmla="*/ 0 h 478464"/>
                            <a:gd name="connsiteX2" fmla="*/ 572310 w 572310"/>
                            <a:gd name="connsiteY2" fmla="*/ 478464 h 478464"/>
                            <a:gd name="connsiteX3" fmla="*/ 0 w 572310"/>
                            <a:gd name="connsiteY3" fmla="*/ 478464 h 478464"/>
                            <a:gd name="connsiteX4" fmla="*/ 0 w 572310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72310" h="478464" extrusionOk="0">
                              <a:moveTo>
                                <a:pt x="0" y="0"/>
                              </a:moveTo>
                              <a:cubicBezTo>
                                <a:pt x="234519" y="-35270"/>
                                <a:pt x="436798" y="3041"/>
                                <a:pt x="572310" y="0"/>
                              </a:cubicBezTo>
                              <a:cubicBezTo>
                                <a:pt x="606321" y="136340"/>
                                <a:pt x="552843" y="295474"/>
                                <a:pt x="572310" y="478464"/>
                              </a:cubicBezTo>
                              <a:cubicBezTo>
                                <a:pt x="305630" y="537574"/>
                                <a:pt x="230609" y="431899"/>
                                <a:pt x="0" y="478464"/>
                              </a:cubicBezTo>
                              <a:cubicBezTo>
                                <a:pt x="-56177" y="244548"/>
                                <a:pt x="29686" y="189253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B195210-75E4-D855-7C1A-982B179A2937}"/>
                    </a:ext>
                  </a:extLst>
                </p:cNvPr>
                <p:cNvSpPr txBox="1"/>
                <p:nvPr/>
              </p:nvSpPr>
              <p:spPr>
                <a:xfrm>
                  <a:off x="34257707" y="23533711"/>
                  <a:ext cx="576929" cy="602998"/>
                </a:xfrm>
                <a:custGeom>
                  <a:avLst/>
                  <a:gdLst>
                    <a:gd name="connsiteX0" fmla="*/ 0 w 527693"/>
                    <a:gd name="connsiteY0" fmla="*/ 0 h 478464"/>
                    <a:gd name="connsiteX1" fmla="*/ 527693 w 527693"/>
                    <a:gd name="connsiteY1" fmla="*/ 0 h 478464"/>
                    <a:gd name="connsiteX2" fmla="*/ 527693 w 527693"/>
                    <a:gd name="connsiteY2" fmla="*/ 478464 h 478464"/>
                    <a:gd name="connsiteX3" fmla="*/ 0 w 527693"/>
                    <a:gd name="connsiteY3" fmla="*/ 478464 h 478464"/>
                    <a:gd name="connsiteX4" fmla="*/ 0 w 52769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7693" h="478464" extrusionOk="0">
                      <a:moveTo>
                        <a:pt x="0" y="0"/>
                      </a:moveTo>
                      <a:cubicBezTo>
                        <a:pt x="172591" y="-39189"/>
                        <a:pt x="303991" y="47976"/>
                        <a:pt x="527693" y="0"/>
                      </a:cubicBezTo>
                      <a:cubicBezTo>
                        <a:pt x="577698" y="154586"/>
                        <a:pt x="502783" y="381430"/>
                        <a:pt x="527693" y="478464"/>
                      </a:cubicBezTo>
                      <a:cubicBezTo>
                        <a:pt x="338651" y="533190"/>
                        <a:pt x="172714" y="420157"/>
                        <a:pt x="0" y="478464"/>
                      </a:cubicBezTo>
                      <a:cubicBezTo>
                        <a:pt x="-22464" y="292633"/>
                        <a:pt x="15538" y="154734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B195210-75E4-D855-7C1A-982B179A29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7707" y="23533711"/>
                  <a:ext cx="576929" cy="602998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custGeom>
                          <a:avLst/>
                          <a:gdLst>
                            <a:gd name="connsiteX0" fmla="*/ 0 w 527693"/>
                            <a:gd name="connsiteY0" fmla="*/ 0 h 478464"/>
                            <a:gd name="connsiteX1" fmla="*/ 527693 w 527693"/>
                            <a:gd name="connsiteY1" fmla="*/ 0 h 478464"/>
                            <a:gd name="connsiteX2" fmla="*/ 527693 w 527693"/>
                            <a:gd name="connsiteY2" fmla="*/ 478464 h 478464"/>
                            <a:gd name="connsiteX3" fmla="*/ 0 w 527693"/>
                            <a:gd name="connsiteY3" fmla="*/ 478464 h 478464"/>
                            <a:gd name="connsiteX4" fmla="*/ 0 w 52769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27693" h="478464" extrusionOk="0">
                              <a:moveTo>
                                <a:pt x="0" y="0"/>
                              </a:moveTo>
                              <a:cubicBezTo>
                                <a:pt x="172591" y="-39189"/>
                                <a:pt x="303991" y="47976"/>
                                <a:pt x="527693" y="0"/>
                              </a:cubicBezTo>
                              <a:cubicBezTo>
                                <a:pt x="577698" y="154586"/>
                                <a:pt x="502783" y="381430"/>
                                <a:pt x="527693" y="478464"/>
                              </a:cubicBezTo>
                              <a:cubicBezTo>
                                <a:pt x="338651" y="533190"/>
                                <a:pt x="172714" y="420157"/>
                                <a:pt x="0" y="478464"/>
                              </a:cubicBezTo>
                              <a:cubicBezTo>
                                <a:pt x="-22464" y="292633"/>
                                <a:pt x="15538" y="154734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FE168AD-DA84-8711-1EED-2BA1B9BAE034}"/>
              </a:ext>
            </a:extLst>
          </p:cNvPr>
          <p:cNvGrpSpPr/>
          <p:nvPr/>
        </p:nvGrpSpPr>
        <p:grpSpPr>
          <a:xfrm>
            <a:off x="24479566" y="14573741"/>
            <a:ext cx="5286104" cy="4043655"/>
            <a:chOff x="30234841" y="20244775"/>
            <a:chExt cx="5779316" cy="5096132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ADD6E7C-E13F-8364-6793-CBD78E664769}"/>
                </a:ext>
              </a:extLst>
            </p:cNvPr>
            <p:cNvGrpSpPr/>
            <p:nvPr/>
          </p:nvGrpSpPr>
          <p:grpSpPr>
            <a:xfrm>
              <a:off x="30534400" y="20244775"/>
              <a:ext cx="5201797" cy="4668427"/>
              <a:chOff x="31103293" y="16628066"/>
              <a:chExt cx="5201797" cy="4668427"/>
            </a:xfrm>
          </p:grpSpPr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ED1C782-9852-415F-3D4B-B3A834325912}"/>
                  </a:ext>
                </a:extLst>
              </p:cNvPr>
              <p:cNvSpPr/>
              <p:nvPr/>
            </p:nvSpPr>
            <p:spPr>
              <a:xfrm>
                <a:off x="33087347" y="17599700"/>
                <a:ext cx="861767" cy="1728476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87086040-7B97-E16C-B842-3EE7377658DC}"/>
                  </a:ext>
                </a:extLst>
              </p:cNvPr>
              <p:cNvSpPr/>
              <p:nvPr/>
            </p:nvSpPr>
            <p:spPr>
              <a:xfrm>
                <a:off x="33060316" y="16661028"/>
                <a:ext cx="686501" cy="949466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A5D1D035-6560-8389-153F-0921EF9F09F2}"/>
                  </a:ext>
                </a:extLst>
              </p:cNvPr>
              <p:cNvSpPr/>
              <p:nvPr/>
            </p:nvSpPr>
            <p:spPr>
              <a:xfrm>
                <a:off x="33734338" y="16628066"/>
                <a:ext cx="2570752" cy="3939934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1113924F-6393-C489-D068-A9DF754FF0A5}"/>
                  </a:ext>
                </a:extLst>
              </p:cNvPr>
              <p:cNvSpPr/>
              <p:nvPr/>
            </p:nvSpPr>
            <p:spPr>
              <a:xfrm>
                <a:off x="31103293" y="18454009"/>
                <a:ext cx="1147773" cy="1653439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E8210CED-5E5D-9E01-AA33-F1ABD9057D4E}"/>
                  </a:ext>
                </a:extLst>
              </p:cNvPr>
              <p:cNvSpPr/>
              <p:nvPr/>
            </p:nvSpPr>
            <p:spPr>
              <a:xfrm>
                <a:off x="32121432" y="18463945"/>
                <a:ext cx="564749" cy="2832548"/>
              </a:xfrm>
              <a:custGeom>
                <a:avLst/>
                <a:gdLst>
                  <a:gd name="connsiteX0" fmla="*/ 790443 w 790443"/>
                  <a:gd name="connsiteY0" fmla="*/ 2902998 h 2902998"/>
                  <a:gd name="connsiteX1" fmla="*/ 719422 w 790443"/>
                  <a:gd name="connsiteY1" fmla="*/ 2805344 h 2902998"/>
                  <a:gd name="connsiteX2" fmla="*/ 692789 w 790443"/>
                  <a:gd name="connsiteY2" fmla="*/ 2769833 h 2902998"/>
                  <a:gd name="connsiteX3" fmla="*/ 630645 w 790443"/>
                  <a:gd name="connsiteY3" fmla="*/ 2672179 h 2902998"/>
                  <a:gd name="connsiteX4" fmla="*/ 595135 w 790443"/>
                  <a:gd name="connsiteY4" fmla="*/ 2610035 h 2902998"/>
                  <a:gd name="connsiteX5" fmla="*/ 577379 w 790443"/>
                  <a:gd name="connsiteY5" fmla="*/ 2574524 h 2902998"/>
                  <a:gd name="connsiteX6" fmla="*/ 524113 w 790443"/>
                  <a:gd name="connsiteY6" fmla="*/ 2494625 h 2902998"/>
                  <a:gd name="connsiteX7" fmla="*/ 506358 w 790443"/>
                  <a:gd name="connsiteY7" fmla="*/ 2467992 h 2902998"/>
                  <a:gd name="connsiteX8" fmla="*/ 488603 w 790443"/>
                  <a:gd name="connsiteY8" fmla="*/ 2432482 h 2902998"/>
                  <a:gd name="connsiteX9" fmla="*/ 435337 w 790443"/>
                  <a:gd name="connsiteY9" fmla="*/ 2343705 h 2902998"/>
                  <a:gd name="connsiteX10" fmla="*/ 426459 w 790443"/>
                  <a:gd name="connsiteY10" fmla="*/ 2308194 h 2902998"/>
                  <a:gd name="connsiteX11" fmla="*/ 408704 w 790443"/>
                  <a:gd name="connsiteY11" fmla="*/ 2254928 h 2902998"/>
                  <a:gd name="connsiteX12" fmla="*/ 399826 w 790443"/>
                  <a:gd name="connsiteY12" fmla="*/ 2219418 h 2902998"/>
                  <a:gd name="connsiteX13" fmla="*/ 382071 w 790443"/>
                  <a:gd name="connsiteY13" fmla="*/ 2166152 h 2902998"/>
                  <a:gd name="connsiteX14" fmla="*/ 373193 w 790443"/>
                  <a:gd name="connsiteY14" fmla="*/ 2139519 h 2902998"/>
                  <a:gd name="connsiteX15" fmla="*/ 364315 w 790443"/>
                  <a:gd name="connsiteY15" fmla="*/ 2068497 h 2902998"/>
                  <a:gd name="connsiteX16" fmla="*/ 355438 w 790443"/>
                  <a:gd name="connsiteY16" fmla="*/ 1882066 h 2902998"/>
                  <a:gd name="connsiteX17" fmla="*/ 293294 w 790443"/>
                  <a:gd name="connsiteY17" fmla="*/ 1784412 h 2902998"/>
                  <a:gd name="connsiteX18" fmla="*/ 266661 w 790443"/>
                  <a:gd name="connsiteY18" fmla="*/ 1748901 h 2902998"/>
                  <a:gd name="connsiteX19" fmla="*/ 240028 w 790443"/>
                  <a:gd name="connsiteY19" fmla="*/ 1722268 h 2902998"/>
                  <a:gd name="connsiteX20" fmla="*/ 213395 w 790443"/>
                  <a:gd name="connsiteY20" fmla="*/ 1677880 h 2902998"/>
                  <a:gd name="connsiteX21" fmla="*/ 186762 w 790443"/>
                  <a:gd name="connsiteY21" fmla="*/ 1642369 h 2902998"/>
                  <a:gd name="connsiteX22" fmla="*/ 160129 w 790443"/>
                  <a:gd name="connsiteY22" fmla="*/ 1589103 h 2902998"/>
                  <a:gd name="connsiteX23" fmla="*/ 142373 w 790443"/>
                  <a:gd name="connsiteY23" fmla="*/ 1544715 h 2902998"/>
                  <a:gd name="connsiteX24" fmla="*/ 124618 w 790443"/>
                  <a:gd name="connsiteY24" fmla="*/ 1518082 h 2902998"/>
                  <a:gd name="connsiteX25" fmla="*/ 89107 w 790443"/>
                  <a:gd name="connsiteY25" fmla="*/ 1447060 h 2902998"/>
                  <a:gd name="connsiteX26" fmla="*/ 71352 w 790443"/>
                  <a:gd name="connsiteY26" fmla="*/ 1393794 h 2902998"/>
                  <a:gd name="connsiteX27" fmla="*/ 35841 w 790443"/>
                  <a:gd name="connsiteY27" fmla="*/ 1331651 h 2902998"/>
                  <a:gd name="connsiteX28" fmla="*/ 26964 w 790443"/>
                  <a:gd name="connsiteY28" fmla="*/ 1296140 h 2902998"/>
                  <a:gd name="connsiteX29" fmla="*/ 9208 w 790443"/>
                  <a:gd name="connsiteY29" fmla="*/ 1242874 h 2902998"/>
                  <a:gd name="connsiteX30" fmla="*/ 331 w 790443"/>
                  <a:gd name="connsiteY30" fmla="*/ 1189608 h 2902998"/>
                  <a:gd name="connsiteX31" fmla="*/ 18086 w 790443"/>
                  <a:gd name="connsiteY31" fmla="*/ 1020932 h 2902998"/>
                  <a:gd name="connsiteX32" fmla="*/ 26964 w 790443"/>
                  <a:gd name="connsiteY32" fmla="*/ 985422 h 2902998"/>
                  <a:gd name="connsiteX33" fmla="*/ 44719 w 790443"/>
                  <a:gd name="connsiteY33" fmla="*/ 949911 h 2902998"/>
                  <a:gd name="connsiteX34" fmla="*/ 53597 w 790443"/>
                  <a:gd name="connsiteY34" fmla="*/ 923278 h 2902998"/>
                  <a:gd name="connsiteX35" fmla="*/ 71352 w 790443"/>
                  <a:gd name="connsiteY35" fmla="*/ 896645 h 2902998"/>
                  <a:gd name="connsiteX36" fmla="*/ 80230 w 790443"/>
                  <a:gd name="connsiteY36" fmla="*/ 870012 h 2902998"/>
                  <a:gd name="connsiteX37" fmla="*/ 106863 w 790443"/>
                  <a:gd name="connsiteY37" fmla="*/ 843379 h 2902998"/>
                  <a:gd name="connsiteX38" fmla="*/ 133496 w 790443"/>
                  <a:gd name="connsiteY38" fmla="*/ 798991 h 2902998"/>
                  <a:gd name="connsiteX39" fmla="*/ 151251 w 790443"/>
                  <a:gd name="connsiteY39" fmla="*/ 772358 h 2902998"/>
                  <a:gd name="connsiteX40" fmla="*/ 186762 w 790443"/>
                  <a:gd name="connsiteY40" fmla="*/ 736847 h 2902998"/>
                  <a:gd name="connsiteX41" fmla="*/ 204517 w 790443"/>
                  <a:gd name="connsiteY41" fmla="*/ 719091 h 2902998"/>
                  <a:gd name="connsiteX42" fmla="*/ 240028 w 790443"/>
                  <a:gd name="connsiteY42" fmla="*/ 665825 h 2902998"/>
                  <a:gd name="connsiteX43" fmla="*/ 248906 w 790443"/>
                  <a:gd name="connsiteY43" fmla="*/ 639192 h 2902998"/>
                  <a:gd name="connsiteX44" fmla="*/ 302172 w 790443"/>
                  <a:gd name="connsiteY44" fmla="*/ 568171 h 2902998"/>
                  <a:gd name="connsiteX45" fmla="*/ 319927 w 790443"/>
                  <a:gd name="connsiteY45" fmla="*/ 514905 h 2902998"/>
                  <a:gd name="connsiteX46" fmla="*/ 337682 w 790443"/>
                  <a:gd name="connsiteY46" fmla="*/ 488272 h 2902998"/>
                  <a:gd name="connsiteX47" fmla="*/ 355438 w 790443"/>
                  <a:gd name="connsiteY47" fmla="*/ 435006 h 2902998"/>
                  <a:gd name="connsiteX48" fmla="*/ 346560 w 790443"/>
                  <a:gd name="connsiteY48" fmla="*/ 355107 h 2902998"/>
                  <a:gd name="connsiteX49" fmla="*/ 319927 w 790443"/>
                  <a:gd name="connsiteY49" fmla="*/ 301841 h 2902998"/>
                  <a:gd name="connsiteX50" fmla="*/ 311049 w 790443"/>
                  <a:gd name="connsiteY50" fmla="*/ 275208 h 2902998"/>
                  <a:gd name="connsiteX51" fmla="*/ 293294 w 790443"/>
                  <a:gd name="connsiteY51" fmla="*/ 248575 h 2902998"/>
                  <a:gd name="connsiteX52" fmla="*/ 284416 w 790443"/>
                  <a:gd name="connsiteY52" fmla="*/ 221942 h 2902998"/>
                  <a:gd name="connsiteX53" fmla="*/ 266661 w 790443"/>
                  <a:gd name="connsiteY53" fmla="*/ 195309 h 2902998"/>
                  <a:gd name="connsiteX54" fmla="*/ 257783 w 790443"/>
                  <a:gd name="connsiteY54" fmla="*/ 168676 h 2902998"/>
                  <a:gd name="connsiteX55" fmla="*/ 222273 w 790443"/>
                  <a:gd name="connsiteY55" fmla="*/ 79899 h 2902998"/>
                  <a:gd name="connsiteX56" fmla="*/ 177884 w 790443"/>
                  <a:gd name="connsiteY56" fmla="*/ 26633 h 2902998"/>
                  <a:gd name="connsiteX57" fmla="*/ 133496 w 790443"/>
                  <a:gd name="connsiteY57" fmla="*/ 0 h 290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790443" h="2902998">
                    <a:moveTo>
                      <a:pt x="790443" y="2902998"/>
                    </a:moveTo>
                    <a:cubicBezTo>
                      <a:pt x="671561" y="2764304"/>
                      <a:pt x="777029" y="2897517"/>
                      <a:pt x="719422" y="2805344"/>
                    </a:cubicBezTo>
                    <a:cubicBezTo>
                      <a:pt x="711580" y="2792797"/>
                      <a:pt x="700244" y="2782614"/>
                      <a:pt x="692789" y="2769833"/>
                    </a:cubicBezTo>
                    <a:cubicBezTo>
                      <a:pt x="635214" y="2671133"/>
                      <a:pt x="683796" y="2725330"/>
                      <a:pt x="630645" y="2672179"/>
                    </a:cubicBezTo>
                    <a:cubicBezTo>
                      <a:pt x="577003" y="2564892"/>
                      <a:pt x="645317" y="2697853"/>
                      <a:pt x="595135" y="2610035"/>
                    </a:cubicBezTo>
                    <a:cubicBezTo>
                      <a:pt x="588569" y="2598544"/>
                      <a:pt x="584188" y="2585872"/>
                      <a:pt x="577379" y="2574524"/>
                    </a:cubicBezTo>
                    <a:cubicBezTo>
                      <a:pt x="577354" y="2574482"/>
                      <a:pt x="533004" y="2507962"/>
                      <a:pt x="524113" y="2494625"/>
                    </a:cubicBezTo>
                    <a:cubicBezTo>
                      <a:pt x="518195" y="2485747"/>
                      <a:pt x="511130" y="2477535"/>
                      <a:pt x="506358" y="2467992"/>
                    </a:cubicBezTo>
                    <a:cubicBezTo>
                      <a:pt x="500440" y="2456155"/>
                      <a:pt x="495412" y="2443830"/>
                      <a:pt x="488603" y="2432482"/>
                    </a:cubicBezTo>
                    <a:cubicBezTo>
                      <a:pt x="467951" y="2398063"/>
                      <a:pt x="448867" y="2379785"/>
                      <a:pt x="435337" y="2343705"/>
                    </a:cubicBezTo>
                    <a:cubicBezTo>
                      <a:pt x="431053" y="2332281"/>
                      <a:pt x="429965" y="2319881"/>
                      <a:pt x="426459" y="2308194"/>
                    </a:cubicBezTo>
                    <a:cubicBezTo>
                      <a:pt x="421081" y="2290268"/>
                      <a:pt x="413243" y="2273085"/>
                      <a:pt x="408704" y="2254928"/>
                    </a:cubicBezTo>
                    <a:cubicBezTo>
                      <a:pt x="405745" y="2243091"/>
                      <a:pt x="403332" y="2231104"/>
                      <a:pt x="399826" y="2219418"/>
                    </a:cubicBezTo>
                    <a:cubicBezTo>
                      <a:pt x="394448" y="2201492"/>
                      <a:pt x="387989" y="2183907"/>
                      <a:pt x="382071" y="2166152"/>
                    </a:cubicBezTo>
                    <a:lnTo>
                      <a:pt x="373193" y="2139519"/>
                    </a:lnTo>
                    <a:cubicBezTo>
                      <a:pt x="370234" y="2115845"/>
                      <a:pt x="365956" y="2092299"/>
                      <a:pt x="364315" y="2068497"/>
                    </a:cubicBezTo>
                    <a:cubicBezTo>
                      <a:pt x="360035" y="2006430"/>
                      <a:pt x="360605" y="1944065"/>
                      <a:pt x="355438" y="1882066"/>
                    </a:cubicBezTo>
                    <a:cubicBezTo>
                      <a:pt x="352589" y="1847875"/>
                      <a:pt x="303517" y="1798043"/>
                      <a:pt x="293294" y="1784412"/>
                    </a:cubicBezTo>
                    <a:cubicBezTo>
                      <a:pt x="284416" y="1772575"/>
                      <a:pt x="277123" y="1759363"/>
                      <a:pt x="266661" y="1748901"/>
                    </a:cubicBezTo>
                    <a:cubicBezTo>
                      <a:pt x="257783" y="1740023"/>
                      <a:pt x="247561" y="1732312"/>
                      <a:pt x="240028" y="1722268"/>
                    </a:cubicBezTo>
                    <a:cubicBezTo>
                      <a:pt x="229675" y="1708464"/>
                      <a:pt x="222966" y="1692237"/>
                      <a:pt x="213395" y="1677880"/>
                    </a:cubicBezTo>
                    <a:cubicBezTo>
                      <a:pt x="205188" y="1665569"/>
                      <a:pt x="195640" y="1654206"/>
                      <a:pt x="186762" y="1642369"/>
                    </a:cubicBezTo>
                    <a:cubicBezTo>
                      <a:pt x="164448" y="1575429"/>
                      <a:pt x="194547" y="1657939"/>
                      <a:pt x="160129" y="1589103"/>
                    </a:cubicBezTo>
                    <a:cubicBezTo>
                      <a:pt x="153002" y="1574850"/>
                      <a:pt x="149500" y="1558968"/>
                      <a:pt x="142373" y="1544715"/>
                    </a:cubicBezTo>
                    <a:cubicBezTo>
                      <a:pt x="137601" y="1535172"/>
                      <a:pt x="129389" y="1527625"/>
                      <a:pt x="124618" y="1518082"/>
                    </a:cubicBezTo>
                    <a:cubicBezTo>
                      <a:pt x="81187" y="1431217"/>
                      <a:pt x="130241" y="1508759"/>
                      <a:pt x="89107" y="1447060"/>
                    </a:cubicBezTo>
                    <a:cubicBezTo>
                      <a:pt x="83189" y="1429305"/>
                      <a:pt x="81733" y="1409367"/>
                      <a:pt x="71352" y="1393794"/>
                    </a:cubicBezTo>
                    <a:cubicBezTo>
                      <a:pt x="46256" y="1356150"/>
                      <a:pt x="58369" y="1376704"/>
                      <a:pt x="35841" y="1331651"/>
                    </a:cubicBezTo>
                    <a:cubicBezTo>
                      <a:pt x="32882" y="1319814"/>
                      <a:pt x="30470" y="1307827"/>
                      <a:pt x="26964" y="1296140"/>
                    </a:cubicBezTo>
                    <a:cubicBezTo>
                      <a:pt x="21586" y="1278213"/>
                      <a:pt x="9208" y="1242874"/>
                      <a:pt x="9208" y="1242874"/>
                    </a:cubicBezTo>
                    <a:cubicBezTo>
                      <a:pt x="6249" y="1225119"/>
                      <a:pt x="331" y="1207608"/>
                      <a:pt x="331" y="1189608"/>
                    </a:cubicBezTo>
                    <a:cubicBezTo>
                      <a:pt x="331" y="1010812"/>
                      <a:pt x="-3928" y="1097978"/>
                      <a:pt x="18086" y="1020932"/>
                    </a:cubicBezTo>
                    <a:cubicBezTo>
                      <a:pt x="21438" y="1009200"/>
                      <a:pt x="22680" y="996846"/>
                      <a:pt x="26964" y="985422"/>
                    </a:cubicBezTo>
                    <a:cubicBezTo>
                      <a:pt x="31611" y="973031"/>
                      <a:pt x="39506" y="962075"/>
                      <a:pt x="44719" y="949911"/>
                    </a:cubicBezTo>
                    <a:cubicBezTo>
                      <a:pt x="48405" y="941310"/>
                      <a:pt x="49412" y="931648"/>
                      <a:pt x="53597" y="923278"/>
                    </a:cubicBezTo>
                    <a:cubicBezTo>
                      <a:pt x="58369" y="913735"/>
                      <a:pt x="66580" y="906188"/>
                      <a:pt x="71352" y="896645"/>
                    </a:cubicBezTo>
                    <a:cubicBezTo>
                      <a:pt x="75537" y="888275"/>
                      <a:pt x="75039" y="877798"/>
                      <a:pt x="80230" y="870012"/>
                    </a:cubicBezTo>
                    <a:cubicBezTo>
                      <a:pt x="87194" y="859566"/>
                      <a:pt x="97985" y="852257"/>
                      <a:pt x="106863" y="843379"/>
                    </a:cubicBezTo>
                    <a:cubicBezTo>
                      <a:pt x="122279" y="797126"/>
                      <a:pt x="105641" y="833809"/>
                      <a:pt x="133496" y="798991"/>
                    </a:cubicBezTo>
                    <a:cubicBezTo>
                      <a:pt x="140161" y="790660"/>
                      <a:pt x="144307" y="780459"/>
                      <a:pt x="151251" y="772358"/>
                    </a:cubicBezTo>
                    <a:cubicBezTo>
                      <a:pt x="162145" y="759648"/>
                      <a:pt x="174925" y="748684"/>
                      <a:pt x="186762" y="736847"/>
                    </a:cubicBezTo>
                    <a:cubicBezTo>
                      <a:pt x="192680" y="730928"/>
                      <a:pt x="199874" y="726055"/>
                      <a:pt x="204517" y="719091"/>
                    </a:cubicBezTo>
                    <a:cubicBezTo>
                      <a:pt x="216354" y="701336"/>
                      <a:pt x="233280" y="686069"/>
                      <a:pt x="240028" y="665825"/>
                    </a:cubicBezTo>
                    <a:cubicBezTo>
                      <a:pt x="242987" y="656947"/>
                      <a:pt x="244361" y="647372"/>
                      <a:pt x="248906" y="639192"/>
                    </a:cubicBezTo>
                    <a:cubicBezTo>
                      <a:pt x="274004" y="594016"/>
                      <a:pt x="275232" y="595110"/>
                      <a:pt x="302172" y="568171"/>
                    </a:cubicBezTo>
                    <a:cubicBezTo>
                      <a:pt x="308090" y="550416"/>
                      <a:pt x="309546" y="530478"/>
                      <a:pt x="319927" y="514905"/>
                    </a:cubicBezTo>
                    <a:cubicBezTo>
                      <a:pt x="325845" y="506027"/>
                      <a:pt x="333349" y="498022"/>
                      <a:pt x="337682" y="488272"/>
                    </a:cubicBezTo>
                    <a:cubicBezTo>
                      <a:pt x="345283" y="471169"/>
                      <a:pt x="355438" y="435006"/>
                      <a:pt x="355438" y="435006"/>
                    </a:cubicBezTo>
                    <a:cubicBezTo>
                      <a:pt x="352479" y="408373"/>
                      <a:pt x="350966" y="381539"/>
                      <a:pt x="346560" y="355107"/>
                    </a:cubicBezTo>
                    <a:cubicBezTo>
                      <a:pt x="340982" y="321637"/>
                      <a:pt x="335264" y="332514"/>
                      <a:pt x="319927" y="301841"/>
                    </a:cubicBezTo>
                    <a:cubicBezTo>
                      <a:pt x="315742" y="293471"/>
                      <a:pt x="315234" y="283578"/>
                      <a:pt x="311049" y="275208"/>
                    </a:cubicBezTo>
                    <a:cubicBezTo>
                      <a:pt x="306277" y="265665"/>
                      <a:pt x="298066" y="258118"/>
                      <a:pt x="293294" y="248575"/>
                    </a:cubicBezTo>
                    <a:cubicBezTo>
                      <a:pt x="289109" y="240205"/>
                      <a:pt x="288601" y="230312"/>
                      <a:pt x="284416" y="221942"/>
                    </a:cubicBezTo>
                    <a:cubicBezTo>
                      <a:pt x="279644" y="212399"/>
                      <a:pt x="271433" y="204852"/>
                      <a:pt x="266661" y="195309"/>
                    </a:cubicBezTo>
                    <a:cubicBezTo>
                      <a:pt x="262476" y="186939"/>
                      <a:pt x="261142" y="177410"/>
                      <a:pt x="257783" y="168676"/>
                    </a:cubicBezTo>
                    <a:cubicBezTo>
                      <a:pt x="246342" y="138929"/>
                      <a:pt x="237898" y="107678"/>
                      <a:pt x="222273" y="79899"/>
                    </a:cubicBezTo>
                    <a:cubicBezTo>
                      <a:pt x="210942" y="59755"/>
                      <a:pt x="195063" y="42094"/>
                      <a:pt x="177884" y="26633"/>
                    </a:cubicBezTo>
                    <a:cubicBezTo>
                      <a:pt x="165058" y="15090"/>
                      <a:pt x="133496" y="0"/>
                      <a:pt x="133496" y="0"/>
                    </a:cubicBez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704A3642-8143-2FE9-6474-0855E2E2AD94}"/>
                  </a:ext>
                </a:extLst>
              </p:cNvPr>
              <p:cNvSpPr/>
              <p:nvPr/>
            </p:nvSpPr>
            <p:spPr>
              <a:xfrm>
                <a:off x="32227724" y="17595166"/>
                <a:ext cx="859623" cy="868772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762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11" name="Freeform: Shape 639">
                <a:extLst>
                  <a:ext uri="{FF2B5EF4-FFF2-40B4-BE49-F238E27FC236}">
                    <a16:creationId xmlns:a16="http://schemas.microsoft.com/office/drawing/2014/main" id="{E8B615FD-E6AE-9B86-AD0A-17A3BCF63E19}"/>
                  </a:ext>
                </a:extLst>
              </p:cNvPr>
              <p:cNvSpPr/>
              <p:nvPr/>
            </p:nvSpPr>
            <p:spPr>
              <a:xfrm>
                <a:off x="32749861" y="17827825"/>
                <a:ext cx="410551" cy="2061151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113" name="Freeform: Shape 582">
                <a:extLst>
                  <a:ext uri="{FF2B5EF4-FFF2-40B4-BE49-F238E27FC236}">
                    <a16:creationId xmlns:a16="http://schemas.microsoft.com/office/drawing/2014/main" id="{465531FD-B9B3-E681-7493-B0E259439FEE}"/>
                  </a:ext>
                </a:extLst>
              </p:cNvPr>
              <p:cNvSpPr/>
              <p:nvPr/>
            </p:nvSpPr>
            <p:spPr>
              <a:xfrm>
                <a:off x="31405634" y="19549512"/>
                <a:ext cx="285766" cy="1334468"/>
              </a:xfrm>
              <a:custGeom>
                <a:avLst/>
                <a:gdLst>
                  <a:gd name="connsiteX0" fmla="*/ 0 w 97367"/>
                  <a:gd name="connsiteY0" fmla="*/ 0 h 143933"/>
                  <a:gd name="connsiteX1" fmla="*/ 8467 w 97367"/>
                  <a:gd name="connsiteY1" fmla="*/ 19050 h 143933"/>
                  <a:gd name="connsiteX2" fmla="*/ 12700 w 97367"/>
                  <a:gd name="connsiteY2" fmla="*/ 27517 h 143933"/>
                  <a:gd name="connsiteX3" fmla="*/ 14817 w 97367"/>
                  <a:gd name="connsiteY3" fmla="*/ 33867 h 143933"/>
                  <a:gd name="connsiteX4" fmla="*/ 21167 w 97367"/>
                  <a:gd name="connsiteY4" fmla="*/ 38100 h 143933"/>
                  <a:gd name="connsiteX5" fmla="*/ 35983 w 97367"/>
                  <a:gd name="connsiteY5" fmla="*/ 55033 h 143933"/>
                  <a:gd name="connsiteX6" fmla="*/ 40217 w 97367"/>
                  <a:gd name="connsiteY6" fmla="*/ 63500 h 143933"/>
                  <a:gd name="connsiteX7" fmla="*/ 67733 w 97367"/>
                  <a:gd name="connsiteY7" fmla="*/ 86783 h 143933"/>
                  <a:gd name="connsiteX8" fmla="*/ 71967 w 97367"/>
                  <a:gd name="connsiteY8" fmla="*/ 99483 h 143933"/>
                  <a:gd name="connsiteX9" fmla="*/ 80433 w 97367"/>
                  <a:gd name="connsiteY9" fmla="*/ 112183 h 143933"/>
                  <a:gd name="connsiteX10" fmla="*/ 86783 w 97367"/>
                  <a:gd name="connsiteY10" fmla="*/ 129117 h 143933"/>
                  <a:gd name="connsiteX11" fmla="*/ 91017 w 97367"/>
                  <a:gd name="connsiteY11" fmla="*/ 133350 h 143933"/>
                  <a:gd name="connsiteX12" fmla="*/ 97367 w 97367"/>
                  <a:gd name="connsiteY12" fmla="*/ 143933 h 143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7367" h="143933">
                    <a:moveTo>
                      <a:pt x="0" y="0"/>
                    </a:moveTo>
                    <a:cubicBezTo>
                      <a:pt x="3490" y="17446"/>
                      <a:pt x="-709" y="4367"/>
                      <a:pt x="8467" y="19050"/>
                    </a:cubicBezTo>
                    <a:cubicBezTo>
                      <a:pt x="10139" y="21726"/>
                      <a:pt x="11457" y="24617"/>
                      <a:pt x="12700" y="27517"/>
                    </a:cubicBezTo>
                    <a:cubicBezTo>
                      <a:pt x="13579" y="29568"/>
                      <a:pt x="13423" y="32125"/>
                      <a:pt x="14817" y="33867"/>
                    </a:cubicBezTo>
                    <a:cubicBezTo>
                      <a:pt x="16406" y="35853"/>
                      <a:pt x="19050" y="36689"/>
                      <a:pt x="21167" y="38100"/>
                    </a:cubicBezTo>
                    <a:cubicBezTo>
                      <a:pt x="31064" y="57896"/>
                      <a:pt x="17719" y="34161"/>
                      <a:pt x="35983" y="55033"/>
                    </a:cubicBezTo>
                    <a:cubicBezTo>
                      <a:pt x="38061" y="57408"/>
                      <a:pt x="38163" y="61104"/>
                      <a:pt x="40217" y="63500"/>
                    </a:cubicBezTo>
                    <a:cubicBezTo>
                      <a:pt x="58413" y="84729"/>
                      <a:pt x="52934" y="81851"/>
                      <a:pt x="67733" y="86783"/>
                    </a:cubicBezTo>
                    <a:cubicBezTo>
                      <a:pt x="69144" y="91016"/>
                      <a:pt x="68812" y="96327"/>
                      <a:pt x="71967" y="99483"/>
                    </a:cubicBezTo>
                    <a:cubicBezTo>
                      <a:pt x="77134" y="104651"/>
                      <a:pt x="77358" y="103983"/>
                      <a:pt x="80433" y="112183"/>
                    </a:cubicBezTo>
                    <a:cubicBezTo>
                      <a:pt x="84421" y="122816"/>
                      <a:pt x="80050" y="119018"/>
                      <a:pt x="86783" y="129117"/>
                    </a:cubicBezTo>
                    <a:cubicBezTo>
                      <a:pt x="87890" y="130777"/>
                      <a:pt x="89770" y="131792"/>
                      <a:pt x="91017" y="133350"/>
                    </a:cubicBezTo>
                    <a:cubicBezTo>
                      <a:pt x="94420" y="137604"/>
                      <a:pt x="95170" y="139539"/>
                      <a:pt x="97367" y="143933"/>
                    </a:cubicBezTo>
                  </a:path>
                </a:pathLst>
              </a:custGeom>
              <a:noFill/>
              <a:ln w="762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14" name="Freeform: Shape 406">
                <a:extLst>
                  <a:ext uri="{FF2B5EF4-FFF2-40B4-BE49-F238E27FC236}">
                    <a16:creationId xmlns:a16="http://schemas.microsoft.com/office/drawing/2014/main" id="{D889989F-364A-3207-CC60-374BDEC76113}"/>
                  </a:ext>
                </a:extLst>
              </p:cNvPr>
              <p:cNvSpPr/>
              <p:nvPr/>
            </p:nvSpPr>
            <p:spPr>
              <a:xfrm>
                <a:off x="33510449" y="19033561"/>
                <a:ext cx="259551" cy="1357689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115" name="Freeform: Shape 639">
                <a:extLst>
                  <a:ext uri="{FF2B5EF4-FFF2-40B4-BE49-F238E27FC236}">
                    <a16:creationId xmlns:a16="http://schemas.microsoft.com/office/drawing/2014/main" id="{771ABB1C-AA45-84E0-607E-D9B7768A0283}"/>
                  </a:ext>
                </a:extLst>
              </p:cNvPr>
              <p:cNvSpPr/>
              <p:nvPr/>
            </p:nvSpPr>
            <p:spPr>
              <a:xfrm>
                <a:off x="35068519" y="19239083"/>
                <a:ext cx="475984" cy="772088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1613"/>
              </a:p>
            </p:txBody>
          </p:sp>
          <p:sp>
            <p:nvSpPr>
              <p:cNvPr id="116" name="Freeform: Shape 406">
                <a:extLst>
                  <a:ext uri="{FF2B5EF4-FFF2-40B4-BE49-F238E27FC236}">
                    <a16:creationId xmlns:a16="http://schemas.microsoft.com/office/drawing/2014/main" id="{E07A18BA-BDEB-A166-7D81-8ACD189C1589}"/>
                  </a:ext>
                </a:extLst>
              </p:cNvPr>
              <p:cNvSpPr/>
              <p:nvPr/>
            </p:nvSpPr>
            <p:spPr>
              <a:xfrm>
                <a:off x="35680849" y="19961727"/>
                <a:ext cx="189583" cy="606273"/>
              </a:xfrm>
              <a:custGeom>
                <a:avLst/>
                <a:gdLst>
                  <a:gd name="connsiteX0" fmla="*/ 27516 w 27516"/>
                  <a:gd name="connsiteY0" fmla="*/ 0 h 141817"/>
                  <a:gd name="connsiteX1" fmla="*/ 21166 w 27516"/>
                  <a:gd name="connsiteY1" fmla="*/ 10584 h 141817"/>
                  <a:gd name="connsiteX2" fmla="*/ 19050 w 27516"/>
                  <a:gd name="connsiteY2" fmla="*/ 25400 h 141817"/>
                  <a:gd name="connsiteX3" fmla="*/ 16933 w 27516"/>
                  <a:gd name="connsiteY3" fmla="*/ 80434 h 141817"/>
                  <a:gd name="connsiteX4" fmla="*/ 8466 w 27516"/>
                  <a:gd name="connsiteY4" fmla="*/ 91017 h 141817"/>
                  <a:gd name="connsiteX5" fmla="*/ 6350 w 27516"/>
                  <a:gd name="connsiteY5" fmla="*/ 99484 h 141817"/>
                  <a:gd name="connsiteX6" fmla="*/ 4233 w 27516"/>
                  <a:gd name="connsiteY6" fmla="*/ 110067 h 141817"/>
                  <a:gd name="connsiteX7" fmla="*/ 0 w 27516"/>
                  <a:gd name="connsiteY7" fmla="*/ 122767 h 141817"/>
                  <a:gd name="connsiteX8" fmla="*/ 0 w 27516"/>
                  <a:gd name="connsiteY8" fmla="*/ 141817 h 1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7516" h="141817">
                    <a:moveTo>
                      <a:pt x="27516" y="0"/>
                    </a:moveTo>
                    <a:cubicBezTo>
                      <a:pt x="25399" y="3528"/>
                      <a:pt x="22467" y="6681"/>
                      <a:pt x="21166" y="10584"/>
                    </a:cubicBezTo>
                    <a:cubicBezTo>
                      <a:pt x="19589" y="15317"/>
                      <a:pt x="19352" y="20420"/>
                      <a:pt x="19050" y="25400"/>
                    </a:cubicBezTo>
                    <a:cubicBezTo>
                      <a:pt x="17940" y="43725"/>
                      <a:pt x="18822" y="62173"/>
                      <a:pt x="16933" y="80434"/>
                    </a:cubicBezTo>
                    <a:cubicBezTo>
                      <a:pt x="16625" y="83414"/>
                      <a:pt x="10552" y="88932"/>
                      <a:pt x="8466" y="91017"/>
                    </a:cubicBezTo>
                    <a:cubicBezTo>
                      <a:pt x="7761" y="93839"/>
                      <a:pt x="6981" y="96644"/>
                      <a:pt x="6350" y="99484"/>
                    </a:cubicBezTo>
                    <a:cubicBezTo>
                      <a:pt x="5570" y="102996"/>
                      <a:pt x="5180" y="106596"/>
                      <a:pt x="4233" y="110067"/>
                    </a:cubicBezTo>
                    <a:cubicBezTo>
                      <a:pt x="3059" y="114372"/>
                      <a:pt x="0" y="118305"/>
                      <a:pt x="0" y="122767"/>
                    </a:cubicBezTo>
                    <a:lnTo>
                      <a:pt x="0" y="141817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8A4896B4-D554-245F-FD89-1195688896D2}"/>
                    </a:ext>
                  </a:extLst>
                </p:cNvPr>
                <p:cNvSpPr txBox="1"/>
                <p:nvPr/>
              </p:nvSpPr>
              <p:spPr>
                <a:xfrm>
                  <a:off x="30234841" y="23578437"/>
                  <a:ext cx="583706" cy="602998"/>
                </a:xfrm>
                <a:custGeom>
                  <a:avLst/>
                  <a:gdLst>
                    <a:gd name="connsiteX0" fmla="*/ 0 w 533892"/>
                    <a:gd name="connsiteY0" fmla="*/ 0 h 478464"/>
                    <a:gd name="connsiteX1" fmla="*/ 533892 w 533892"/>
                    <a:gd name="connsiteY1" fmla="*/ 0 h 478464"/>
                    <a:gd name="connsiteX2" fmla="*/ 533892 w 533892"/>
                    <a:gd name="connsiteY2" fmla="*/ 478464 h 478464"/>
                    <a:gd name="connsiteX3" fmla="*/ 0 w 533892"/>
                    <a:gd name="connsiteY3" fmla="*/ 478464 h 478464"/>
                    <a:gd name="connsiteX4" fmla="*/ 0 w 5338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892" h="478464" extrusionOk="0">
                      <a:moveTo>
                        <a:pt x="0" y="0"/>
                      </a:moveTo>
                      <a:cubicBezTo>
                        <a:pt x="249798" y="-7628"/>
                        <a:pt x="307944" y="45758"/>
                        <a:pt x="533892" y="0"/>
                      </a:cubicBezTo>
                      <a:cubicBezTo>
                        <a:pt x="582841" y="175492"/>
                        <a:pt x="507721" y="339994"/>
                        <a:pt x="533892" y="478464"/>
                      </a:cubicBezTo>
                      <a:cubicBezTo>
                        <a:pt x="280547" y="523487"/>
                        <a:pt x="126532" y="471614"/>
                        <a:pt x="0" y="478464"/>
                      </a:cubicBezTo>
                      <a:cubicBezTo>
                        <a:pt x="-19422" y="349564"/>
                        <a:pt x="14864" y="15063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8A4896B4-D554-245F-FD89-1195688896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41" y="23578437"/>
                  <a:ext cx="583706" cy="60299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780992294">
                        <a:custGeom>
                          <a:avLst/>
                          <a:gdLst>
                            <a:gd name="connsiteX0" fmla="*/ 0 w 533892"/>
                            <a:gd name="connsiteY0" fmla="*/ 0 h 478464"/>
                            <a:gd name="connsiteX1" fmla="*/ 533892 w 533892"/>
                            <a:gd name="connsiteY1" fmla="*/ 0 h 478464"/>
                            <a:gd name="connsiteX2" fmla="*/ 533892 w 533892"/>
                            <a:gd name="connsiteY2" fmla="*/ 478464 h 478464"/>
                            <a:gd name="connsiteX3" fmla="*/ 0 w 533892"/>
                            <a:gd name="connsiteY3" fmla="*/ 478464 h 478464"/>
                            <a:gd name="connsiteX4" fmla="*/ 0 w 5338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33892" h="478464" extrusionOk="0">
                              <a:moveTo>
                                <a:pt x="0" y="0"/>
                              </a:moveTo>
                              <a:cubicBezTo>
                                <a:pt x="249798" y="-7628"/>
                                <a:pt x="307944" y="45758"/>
                                <a:pt x="533892" y="0"/>
                              </a:cubicBezTo>
                              <a:cubicBezTo>
                                <a:pt x="582841" y="175492"/>
                                <a:pt x="507721" y="339994"/>
                                <a:pt x="533892" y="478464"/>
                              </a:cubicBezTo>
                              <a:cubicBezTo>
                                <a:pt x="280547" y="523487"/>
                                <a:pt x="126532" y="471614"/>
                                <a:pt x="0" y="478464"/>
                              </a:cubicBezTo>
                              <a:cubicBezTo>
                                <a:pt x="-19422" y="349564"/>
                                <a:pt x="14864" y="15063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1140C4A-A7F6-EA78-C8FC-392F69E24C7A}"/>
                    </a:ext>
                  </a:extLst>
                </p:cNvPr>
                <p:cNvSpPr txBox="1"/>
                <p:nvPr/>
              </p:nvSpPr>
              <p:spPr>
                <a:xfrm>
                  <a:off x="30837416" y="24352473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08095" y="-2920"/>
                        <a:pt x="337862" y="7609"/>
                        <a:pt x="516553" y="0"/>
                      </a:cubicBezTo>
                      <a:cubicBezTo>
                        <a:pt x="526599" y="158809"/>
                        <a:pt x="508562" y="259416"/>
                        <a:pt x="516553" y="478464"/>
                      </a:cubicBezTo>
                      <a:cubicBezTo>
                        <a:pt x="373202" y="468128"/>
                        <a:pt x="223706" y="490637"/>
                        <a:pt x="0" y="478464"/>
                      </a:cubicBezTo>
                      <a:cubicBezTo>
                        <a:pt x="2260" y="300948"/>
                        <a:pt x="-15439" y="11853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𝑎</m:t>
                            </m:r>
                          </m:e>
                          <m:sub>
                            <m:r>
                              <a:rPr lang="en-US" sz="2509"/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1140C4A-A7F6-EA78-C8FC-392F69E24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37416" y="24352473"/>
                  <a:ext cx="564749" cy="602998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352316129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08095" y="-2920"/>
                                <a:pt x="337862" y="7609"/>
                                <a:pt x="516553" y="0"/>
                              </a:cubicBezTo>
                              <a:cubicBezTo>
                                <a:pt x="526599" y="158809"/>
                                <a:pt x="508562" y="259416"/>
                                <a:pt x="516553" y="478464"/>
                              </a:cubicBezTo>
                              <a:cubicBezTo>
                                <a:pt x="373202" y="468128"/>
                                <a:pt x="223706" y="490637"/>
                                <a:pt x="0" y="478464"/>
                              </a:cubicBezTo>
                              <a:cubicBezTo>
                                <a:pt x="2260" y="300948"/>
                                <a:pt x="-15439" y="11853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0A1E4AF-1787-5F01-1257-D32869A58C28}"/>
                    </a:ext>
                  </a:extLst>
                </p:cNvPr>
                <p:cNvSpPr txBox="1"/>
                <p:nvPr/>
              </p:nvSpPr>
              <p:spPr>
                <a:xfrm>
                  <a:off x="31812533" y="24737909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207532" y="-7840"/>
                        <a:pt x="265328" y="21731"/>
                        <a:pt x="516553" y="0"/>
                      </a:cubicBezTo>
                      <a:cubicBezTo>
                        <a:pt x="514190" y="180754"/>
                        <a:pt x="503024" y="350996"/>
                        <a:pt x="516553" y="478464"/>
                      </a:cubicBezTo>
                      <a:cubicBezTo>
                        <a:pt x="277421" y="486504"/>
                        <a:pt x="116336" y="489071"/>
                        <a:pt x="0" y="478464"/>
                      </a:cubicBezTo>
                      <a:cubicBezTo>
                        <a:pt x="9598" y="253802"/>
                        <a:pt x="17872" y="103929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𝑏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0A1E4AF-1787-5F01-1257-D32869A58C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12533" y="24737909"/>
                  <a:ext cx="564749" cy="60299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023741404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207532" y="-7840"/>
                                <a:pt x="265328" y="21731"/>
                                <a:pt x="516553" y="0"/>
                              </a:cubicBezTo>
                              <a:cubicBezTo>
                                <a:pt x="514190" y="180754"/>
                                <a:pt x="503024" y="350996"/>
                                <a:pt x="516553" y="478464"/>
                              </a:cubicBezTo>
                              <a:cubicBezTo>
                                <a:pt x="277421" y="486504"/>
                                <a:pt x="116336" y="489071"/>
                                <a:pt x="0" y="478464"/>
                              </a:cubicBezTo>
                              <a:cubicBezTo>
                                <a:pt x="9598" y="253802"/>
                                <a:pt x="17872" y="103929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64813659-4EC7-3053-106A-AF9350B2E9E2}"/>
                </a:ext>
              </a:extLst>
            </p:cNvPr>
            <p:cNvSpPr/>
            <p:nvPr/>
          </p:nvSpPr>
          <p:spPr>
            <a:xfrm>
              <a:off x="32691213" y="22107590"/>
              <a:ext cx="287531" cy="677595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7DE3F03-8EFD-9E08-D1E1-9C8C08A43A96}"/>
                    </a:ext>
                  </a:extLst>
                </p:cNvPr>
                <p:cNvSpPr txBox="1"/>
                <p:nvPr/>
              </p:nvSpPr>
              <p:spPr>
                <a:xfrm>
                  <a:off x="33219331" y="22808995"/>
                  <a:ext cx="464232" cy="602998"/>
                </a:xfrm>
                <a:custGeom>
                  <a:avLst/>
                  <a:gdLst>
                    <a:gd name="connsiteX0" fmla="*/ 0 w 424614"/>
                    <a:gd name="connsiteY0" fmla="*/ 0 h 478464"/>
                    <a:gd name="connsiteX1" fmla="*/ 424614 w 424614"/>
                    <a:gd name="connsiteY1" fmla="*/ 0 h 478464"/>
                    <a:gd name="connsiteX2" fmla="*/ 424614 w 424614"/>
                    <a:gd name="connsiteY2" fmla="*/ 478464 h 478464"/>
                    <a:gd name="connsiteX3" fmla="*/ 0 w 424614"/>
                    <a:gd name="connsiteY3" fmla="*/ 478464 h 478464"/>
                    <a:gd name="connsiteX4" fmla="*/ 0 w 424614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4614" h="478464" extrusionOk="0">
                      <a:moveTo>
                        <a:pt x="0" y="0"/>
                      </a:moveTo>
                      <a:cubicBezTo>
                        <a:pt x="103851" y="15446"/>
                        <a:pt x="320078" y="2545"/>
                        <a:pt x="424614" y="0"/>
                      </a:cubicBezTo>
                      <a:cubicBezTo>
                        <a:pt x="401096" y="171188"/>
                        <a:pt x="412981" y="340904"/>
                        <a:pt x="424614" y="478464"/>
                      </a:cubicBezTo>
                      <a:cubicBezTo>
                        <a:pt x="282577" y="468985"/>
                        <a:pt x="207562" y="496884"/>
                        <a:pt x="0" y="478464"/>
                      </a:cubicBezTo>
                      <a:cubicBezTo>
                        <a:pt x="-4507" y="375654"/>
                        <a:pt x="2506" y="207085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𝑐</m:t>
                            </m:r>
                          </m:e>
                          <m:sub>
                            <m:r>
                              <a:rPr lang="en-US" sz="2509"/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7DE3F03-8EFD-9E08-D1E1-9C8C08A43A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19331" y="22808995"/>
                  <a:ext cx="464232" cy="6029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2594157703">
                        <a:custGeom>
                          <a:avLst/>
                          <a:gdLst>
                            <a:gd name="connsiteX0" fmla="*/ 0 w 424614"/>
                            <a:gd name="connsiteY0" fmla="*/ 0 h 478464"/>
                            <a:gd name="connsiteX1" fmla="*/ 424614 w 424614"/>
                            <a:gd name="connsiteY1" fmla="*/ 0 h 478464"/>
                            <a:gd name="connsiteX2" fmla="*/ 424614 w 424614"/>
                            <a:gd name="connsiteY2" fmla="*/ 478464 h 478464"/>
                            <a:gd name="connsiteX3" fmla="*/ 0 w 424614"/>
                            <a:gd name="connsiteY3" fmla="*/ 478464 h 478464"/>
                            <a:gd name="connsiteX4" fmla="*/ 0 w 424614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24614" h="478464" extrusionOk="0">
                              <a:moveTo>
                                <a:pt x="0" y="0"/>
                              </a:moveTo>
                              <a:cubicBezTo>
                                <a:pt x="103851" y="15446"/>
                                <a:pt x="320078" y="2545"/>
                                <a:pt x="424614" y="0"/>
                              </a:cubicBezTo>
                              <a:cubicBezTo>
                                <a:pt x="401096" y="171188"/>
                                <a:pt x="412981" y="340904"/>
                                <a:pt x="424614" y="478464"/>
                              </a:cubicBezTo>
                              <a:cubicBezTo>
                                <a:pt x="282577" y="468985"/>
                                <a:pt x="207562" y="496884"/>
                                <a:pt x="0" y="478464"/>
                              </a:cubicBezTo>
                              <a:cubicBezTo>
                                <a:pt x="-4507" y="375654"/>
                                <a:pt x="2506" y="207085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2C9015D4-07CD-5489-3CC8-B6634C52D9C2}"/>
                    </a:ext>
                  </a:extLst>
                </p:cNvPr>
                <p:cNvSpPr txBox="1"/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2C9015D4-07CD-5489-3CC8-B6634C52D9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61300" y="22648990"/>
                  <a:ext cx="767288" cy="602998"/>
                </a:xfrm>
                <a:prstGeom prst="rect">
                  <a:avLst/>
                </a:prstGeom>
                <a:blipFill>
                  <a:blip r:embed="rId25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B0E8860B-39ED-DB66-DDD1-628872344ACF}"/>
                    </a:ext>
                  </a:extLst>
                </p:cNvPr>
                <p:cNvSpPr txBox="1"/>
                <p:nvPr/>
              </p:nvSpPr>
              <p:spPr>
                <a:xfrm>
                  <a:off x="31926675" y="23412340"/>
                  <a:ext cx="564749" cy="602998"/>
                </a:xfrm>
                <a:custGeom>
                  <a:avLst/>
                  <a:gdLst>
                    <a:gd name="connsiteX0" fmla="*/ 0 w 516553"/>
                    <a:gd name="connsiteY0" fmla="*/ 0 h 478464"/>
                    <a:gd name="connsiteX1" fmla="*/ 516553 w 516553"/>
                    <a:gd name="connsiteY1" fmla="*/ 0 h 478464"/>
                    <a:gd name="connsiteX2" fmla="*/ 516553 w 516553"/>
                    <a:gd name="connsiteY2" fmla="*/ 478464 h 478464"/>
                    <a:gd name="connsiteX3" fmla="*/ 0 w 516553"/>
                    <a:gd name="connsiteY3" fmla="*/ 478464 h 478464"/>
                    <a:gd name="connsiteX4" fmla="*/ 0 w 516553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6553" h="478464" extrusionOk="0">
                      <a:moveTo>
                        <a:pt x="0" y="0"/>
                      </a:moveTo>
                      <a:cubicBezTo>
                        <a:pt x="151568" y="-36692"/>
                        <a:pt x="408660" y="18371"/>
                        <a:pt x="516553" y="0"/>
                      </a:cubicBezTo>
                      <a:cubicBezTo>
                        <a:pt x="553227" y="218211"/>
                        <a:pt x="510101" y="331965"/>
                        <a:pt x="516553" y="478464"/>
                      </a:cubicBezTo>
                      <a:cubicBezTo>
                        <a:pt x="312788" y="529810"/>
                        <a:pt x="109948" y="421743"/>
                        <a:pt x="0" y="478464"/>
                      </a:cubicBezTo>
                      <a:cubicBezTo>
                        <a:pt x="-26254" y="374488"/>
                        <a:pt x="2433" y="1961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B0E8860B-39ED-DB66-DDD1-628872344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6675" y="23412340"/>
                  <a:ext cx="564749" cy="602998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1973177421">
                        <a:custGeom>
                          <a:avLst/>
                          <a:gdLst>
                            <a:gd name="connsiteX0" fmla="*/ 0 w 516553"/>
                            <a:gd name="connsiteY0" fmla="*/ 0 h 478464"/>
                            <a:gd name="connsiteX1" fmla="*/ 516553 w 516553"/>
                            <a:gd name="connsiteY1" fmla="*/ 0 h 478464"/>
                            <a:gd name="connsiteX2" fmla="*/ 516553 w 516553"/>
                            <a:gd name="connsiteY2" fmla="*/ 478464 h 478464"/>
                            <a:gd name="connsiteX3" fmla="*/ 0 w 516553"/>
                            <a:gd name="connsiteY3" fmla="*/ 478464 h 478464"/>
                            <a:gd name="connsiteX4" fmla="*/ 0 w 516553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16553" h="478464" extrusionOk="0">
                              <a:moveTo>
                                <a:pt x="0" y="0"/>
                              </a:moveTo>
                              <a:cubicBezTo>
                                <a:pt x="151568" y="-36692"/>
                                <a:pt x="408660" y="18371"/>
                                <a:pt x="516553" y="0"/>
                              </a:cubicBezTo>
                              <a:cubicBezTo>
                                <a:pt x="553227" y="218211"/>
                                <a:pt x="510101" y="331965"/>
                                <a:pt x="516553" y="478464"/>
                              </a:cubicBezTo>
                              <a:cubicBezTo>
                                <a:pt x="312788" y="529810"/>
                                <a:pt x="109948" y="421743"/>
                                <a:pt x="0" y="478464"/>
                              </a:cubicBezTo>
                              <a:cubicBezTo>
                                <a:pt x="-26254" y="374488"/>
                                <a:pt x="2433" y="1961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A312EE8F-4E31-BF69-22F4-171E6235E244}"/>
                    </a:ext>
                  </a:extLst>
                </p:cNvPr>
                <p:cNvSpPr txBox="1"/>
                <p:nvPr/>
              </p:nvSpPr>
              <p:spPr>
                <a:xfrm>
                  <a:off x="32678126" y="23915522"/>
                  <a:ext cx="625709" cy="602998"/>
                </a:xfrm>
                <a:custGeom>
                  <a:avLst/>
                  <a:gdLst>
                    <a:gd name="connsiteX0" fmla="*/ 0 w 572310"/>
                    <a:gd name="connsiteY0" fmla="*/ 0 h 478464"/>
                    <a:gd name="connsiteX1" fmla="*/ 572310 w 572310"/>
                    <a:gd name="connsiteY1" fmla="*/ 0 h 478464"/>
                    <a:gd name="connsiteX2" fmla="*/ 572310 w 572310"/>
                    <a:gd name="connsiteY2" fmla="*/ 478464 h 478464"/>
                    <a:gd name="connsiteX3" fmla="*/ 0 w 572310"/>
                    <a:gd name="connsiteY3" fmla="*/ 478464 h 478464"/>
                    <a:gd name="connsiteX4" fmla="*/ 0 w 572310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310" h="478464" extrusionOk="0">
                      <a:moveTo>
                        <a:pt x="0" y="0"/>
                      </a:moveTo>
                      <a:cubicBezTo>
                        <a:pt x="234519" y="-35270"/>
                        <a:pt x="436798" y="3041"/>
                        <a:pt x="572310" y="0"/>
                      </a:cubicBezTo>
                      <a:cubicBezTo>
                        <a:pt x="606321" y="136340"/>
                        <a:pt x="552843" y="295474"/>
                        <a:pt x="572310" y="478464"/>
                      </a:cubicBezTo>
                      <a:cubicBezTo>
                        <a:pt x="305630" y="537574"/>
                        <a:pt x="230609" y="431899"/>
                        <a:pt x="0" y="478464"/>
                      </a:cubicBezTo>
                      <a:cubicBezTo>
                        <a:pt x="-56177" y="244548"/>
                        <a:pt x="29686" y="189253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A312EE8F-4E31-BF69-22F4-171E6235E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78126" y="23915522"/>
                  <a:ext cx="625709" cy="602998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4080143186">
                        <a:custGeom>
                          <a:avLst/>
                          <a:gdLst>
                            <a:gd name="connsiteX0" fmla="*/ 0 w 572310"/>
                            <a:gd name="connsiteY0" fmla="*/ 0 h 478464"/>
                            <a:gd name="connsiteX1" fmla="*/ 572310 w 572310"/>
                            <a:gd name="connsiteY1" fmla="*/ 0 h 478464"/>
                            <a:gd name="connsiteX2" fmla="*/ 572310 w 572310"/>
                            <a:gd name="connsiteY2" fmla="*/ 478464 h 478464"/>
                            <a:gd name="connsiteX3" fmla="*/ 0 w 572310"/>
                            <a:gd name="connsiteY3" fmla="*/ 478464 h 478464"/>
                            <a:gd name="connsiteX4" fmla="*/ 0 w 572310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72310" h="478464" extrusionOk="0">
                              <a:moveTo>
                                <a:pt x="0" y="0"/>
                              </a:moveTo>
                              <a:cubicBezTo>
                                <a:pt x="234519" y="-35270"/>
                                <a:pt x="436798" y="3041"/>
                                <a:pt x="572310" y="0"/>
                              </a:cubicBezTo>
                              <a:cubicBezTo>
                                <a:pt x="606321" y="136340"/>
                                <a:pt x="552843" y="295474"/>
                                <a:pt x="572310" y="478464"/>
                              </a:cubicBezTo>
                              <a:cubicBezTo>
                                <a:pt x="305630" y="537574"/>
                                <a:pt x="230609" y="431899"/>
                                <a:pt x="0" y="478464"/>
                              </a:cubicBezTo>
                              <a:cubicBezTo>
                                <a:pt x="-56177" y="244548"/>
                                <a:pt x="29686" y="189253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3D47BE3D-7B20-B5D0-1352-03931050EC71}"/>
                    </a:ext>
                  </a:extLst>
                </p:cNvPr>
                <p:cNvSpPr txBox="1"/>
                <p:nvPr/>
              </p:nvSpPr>
              <p:spPr>
                <a:xfrm>
                  <a:off x="34257707" y="23533709"/>
                  <a:ext cx="576928" cy="602998"/>
                </a:xfrm>
                <a:custGeom>
                  <a:avLst/>
                  <a:gdLst>
                    <a:gd name="connsiteX0" fmla="*/ 0 w 527692"/>
                    <a:gd name="connsiteY0" fmla="*/ 0 h 478464"/>
                    <a:gd name="connsiteX1" fmla="*/ 527692 w 527692"/>
                    <a:gd name="connsiteY1" fmla="*/ 0 h 478464"/>
                    <a:gd name="connsiteX2" fmla="*/ 527692 w 527692"/>
                    <a:gd name="connsiteY2" fmla="*/ 478464 h 478464"/>
                    <a:gd name="connsiteX3" fmla="*/ 0 w 527692"/>
                    <a:gd name="connsiteY3" fmla="*/ 478464 h 478464"/>
                    <a:gd name="connsiteX4" fmla="*/ 0 w 527692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7692" h="478464" extrusionOk="0">
                      <a:moveTo>
                        <a:pt x="0" y="0"/>
                      </a:moveTo>
                      <a:cubicBezTo>
                        <a:pt x="180492" y="-33578"/>
                        <a:pt x="307749" y="55825"/>
                        <a:pt x="527692" y="0"/>
                      </a:cubicBezTo>
                      <a:cubicBezTo>
                        <a:pt x="577697" y="154586"/>
                        <a:pt x="502782" y="381430"/>
                        <a:pt x="527692" y="478464"/>
                      </a:cubicBezTo>
                      <a:cubicBezTo>
                        <a:pt x="338451" y="530172"/>
                        <a:pt x="171752" y="419549"/>
                        <a:pt x="0" y="478464"/>
                      </a:cubicBezTo>
                      <a:cubicBezTo>
                        <a:pt x="-22464" y="292633"/>
                        <a:pt x="15538" y="154734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prstGeom prst="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3D47BE3D-7B20-B5D0-1352-03931050EC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7707" y="23533709"/>
                  <a:ext cx="576928" cy="602998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dash"/>
                  <a:extLst>
                    <a:ext uri="{C807C97D-BFC1-408E-A445-0C87EB9F89A2}">
                      <ask:lineSketchStyleProps xmlns:ask="http://schemas.microsoft.com/office/drawing/2018/sketchyshapes" sd="3634908763">
                        <a:custGeom>
                          <a:avLst/>
                          <a:gdLst>
                            <a:gd name="connsiteX0" fmla="*/ 0 w 527692"/>
                            <a:gd name="connsiteY0" fmla="*/ 0 h 478464"/>
                            <a:gd name="connsiteX1" fmla="*/ 527692 w 527692"/>
                            <a:gd name="connsiteY1" fmla="*/ 0 h 478464"/>
                            <a:gd name="connsiteX2" fmla="*/ 527692 w 527692"/>
                            <a:gd name="connsiteY2" fmla="*/ 478464 h 478464"/>
                            <a:gd name="connsiteX3" fmla="*/ 0 w 527692"/>
                            <a:gd name="connsiteY3" fmla="*/ 478464 h 478464"/>
                            <a:gd name="connsiteX4" fmla="*/ 0 w 527692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527692" h="478464" extrusionOk="0">
                              <a:moveTo>
                                <a:pt x="0" y="0"/>
                              </a:moveTo>
                              <a:cubicBezTo>
                                <a:pt x="180492" y="-33578"/>
                                <a:pt x="307749" y="55825"/>
                                <a:pt x="527692" y="0"/>
                              </a:cubicBezTo>
                              <a:cubicBezTo>
                                <a:pt x="577697" y="154586"/>
                                <a:pt x="502782" y="381430"/>
                                <a:pt x="527692" y="478464"/>
                              </a:cubicBezTo>
                              <a:cubicBezTo>
                                <a:pt x="338451" y="530172"/>
                                <a:pt x="171752" y="419549"/>
                                <a:pt x="0" y="478464"/>
                              </a:cubicBezTo>
                              <a:cubicBezTo>
                                <a:pt x="-22464" y="292633"/>
                                <a:pt x="15538" y="154734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B9ED90A-B5D0-4509-E373-920F9278E0F0}"/>
                    </a:ext>
                  </a:extLst>
                </p:cNvPr>
                <p:cNvSpPr txBox="1"/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B9ED90A-B5D0-4509-E373-920F9278E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46869" y="24067503"/>
                  <a:ext cx="767288" cy="602998"/>
                </a:xfrm>
                <a:prstGeom prst="rect">
                  <a:avLst/>
                </a:prstGeom>
                <a:blipFill>
                  <a:blip r:embed="rId29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C64429FD-1D92-D8E1-0FEB-021A55C09951}"/>
                    </a:ext>
                  </a:extLst>
                </p:cNvPr>
                <p:cNvSpPr txBox="1"/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C64429FD-1D92-D8E1-0FEB-021A55C09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10112" y="24128077"/>
                  <a:ext cx="767288" cy="602998"/>
                </a:xfrm>
                <a:prstGeom prst="rect">
                  <a:avLst/>
                </a:prstGeom>
                <a:blipFill>
                  <a:blip r:embed="rId30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8D7BFB4F-EBA4-C823-6B3E-5B932A810184}"/>
                </a:ext>
              </a:extLst>
            </p:cNvPr>
            <p:cNvSpPr/>
            <p:nvPr/>
          </p:nvSpPr>
          <p:spPr>
            <a:xfrm>
              <a:off x="32963148" y="20721782"/>
              <a:ext cx="1042618" cy="2146710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  <a:gd name="connsiteX0" fmla="*/ 1465230 w 1465230"/>
                <a:gd name="connsiteY0" fmla="*/ 3340478 h 3340478"/>
                <a:gd name="connsiteX1" fmla="*/ 1118937 w 1465230"/>
                <a:gd name="connsiteY1" fmla="*/ 2466474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022684 w 1465230"/>
                <a:gd name="connsiteY3" fmla="*/ 2237874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058779 w 1465230"/>
                <a:gd name="connsiteY2" fmla="*/ 2358190 h 3340478"/>
                <a:gd name="connsiteX3" fmla="*/ 1139507 w 1465230"/>
                <a:gd name="connsiteY3" fmla="*/ 2221706 h 3340478"/>
                <a:gd name="connsiteX4" fmla="*/ 1010653 w 1465230"/>
                <a:gd name="connsiteY4" fmla="*/ 2201779 h 3340478"/>
                <a:gd name="connsiteX5" fmla="*/ 986590 w 1465230"/>
                <a:gd name="connsiteY5" fmla="*/ 1864895 h 3340478"/>
                <a:gd name="connsiteX6" fmla="*/ 974558 w 1465230"/>
                <a:gd name="connsiteY6" fmla="*/ 1804737 h 3340478"/>
                <a:gd name="connsiteX7" fmla="*/ 938463 w 1465230"/>
                <a:gd name="connsiteY7" fmla="*/ 1684421 h 3340478"/>
                <a:gd name="connsiteX8" fmla="*/ 914400 w 1465230"/>
                <a:gd name="connsiteY8" fmla="*/ 1612232 h 3340478"/>
                <a:gd name="connsiteX9" fmla="*/ 890337 w 1465230"/>
                <a:gd name="connsiteY9" fmla="*/ 1564106 h 3340478"/>
                <a:gd name="connsiteX10" fmla="*/ 866274 w 1465230"/>
                <a:gd name="connsiteY10" fmla="*/ 1491916 h 3340478"/>
                <a:gd name="connsiteX11" fmla="*/ 854242 w 1465230"/>
                <a:gd name="connsiteY11" fmla="*/ 1455821 h 3340478"/>
                <a:gd name="connsiteX12" fmla="*/ 830179 w 1465230"/>
                <a:gd name="connsiteY12" fmla="*/ 1419727 h 3340478"/>
                <a:gd name="connsiteX13" fmla="*/ 770021 w 1465230"/>
                <a:gd name="connsiteY13" fmla="*/ 1311442 h 3340478"/>
                <a:gd name="connsiteX14" fmla="*/ 745958 w 1465230"/>
                <a:gd name="connsiteY14" fmla="*/ 1275348 h 3340478"/>
                <a:gd name="connsiteX15" fmla="*/ 721895 w 1465230"/>
                <a:gd name="connsiteY15" fmla="*/ 1239253 h 3340478"/>
                <a:gd name="connsiteX16" fmla="*/ 613611 w 1465230"/>
                <a:gd name="connsiteY16" fmla="*/ 1143000 h 3340478"/>
                <a:gd name="connsiteX17" fmla="*/ 589548 w 1465230"/>
                <a:gd name="connsiteY17" fmla="*/ 1106906 h 3340478"/>
                <a:gd name="connsiteX18" fmla="*/ 529390 w 1465230"/>
                <a:gd name="connsiteY18" fmla="*/ 1046748 h 3340478"/>
                <a:gd name="connsiteX19" fmla="*/ 505326 w 1465230"/>
                <a:gd name="connsiteY19" fmla="*/ 1010653 h 3340478"/>
                <a:gd name="connsiteX20" fmla="*/ 469232 w 1465230"/>
                <a:gd name="connsiteY20" fmla="*/ 974558 h 3340478"/>
                <a:gd name="connsiteX21" fmla="*/ 421105 w 1465230"/>
                <a:gd name="connsiteY21" fmla="*/ 902369 h 3340478"/>
                <a:gd name="connsiteX22" fmla="*/ 397042 w 1465230"/>
                <a:gd name="connsiteY22" fmla="*/ 866274 h 3340478"/>
                <a:gd name="connsiteX23" fmla="*/ 360948 w 1465230"/>
                <a:gd name="connsiteY23" fmla="*/ 830179 h 3340478"/>
                <a:gd name="connsiteX24" fmla="*/ 312821 w 1465230"/>
                <a:gd name="connsiteY24" fmla="*/ 757990 h 3340478"/>
                <a:gd name="connsiteX25" fmla="*/ 276726 w 1465230"/>
                <a:gd name="connsiteY25" fmla="*/ 697832 h 3340478"/>
                <a:gd name="connsiteX26" fmla="*/ 240632 w 1465230"/>
                <a:gd name="connsiteY26" fmla="*/ 625642 h 3340478"/>
                <a:gd name="connsiteX27" fmla="*/ 216569 w 1465230"/>
                <a:gd name="connsiteY27" fmla="*/ 553453 h 3340478"/>
                <a:gd name="connsiteX28" fmla="*/ 192505 w 1465230"/>
                <a:gd name="connsiteY28" fmla="*/ 481263 h 3340478"/>
                <a:gd name="connsiteX29" fmla="*/ 168442 w 1465230"/>
                <a:gd name="connsiteY29" fmla="*/ 409074 h 3340478"/>
                <a:gd name="connsiteX30" fmla="*/ 156411 w 1465230"/>
                <a:gd name="connsiteY30" fmla="*/ 372979 h 3340478"/>
                <a:gd name="connsiteX31" fmla="*/ 108284 w 1465230"/>
                <a:gd name="connsiteY31" fmla="*/ 180474 h 3340478"/>
                <a:gd name="connsiteX32" fmla="*/ 36095 w 1465230"/>
                <a:gd name="connsiteY32" fmla="*/ 72190 h 3340478"/>
                <a:gd name="connsiteX33" fmla="*/ 12032 w 1465230"/>
                <a:gd name="connsiteY33" fmla="*/ 36095 h 3340478"/>
                <a:gd name="connsiteX34" fmla="*/ 0 w 1465230"/>
                <a:gd name="connsiteY34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010653 w 1465230"/>
                <a:gd name="connsiteY3" fmla="*/ 2201779 h 3340478"/>
                <a:gd name="connsiteX4" fmla="*/ 986590 w 1465230"/>
                <a:gd name="connsiteY4" fmla="*/ 1864895 h 3340478"/>
                <a:gd name="connsiteX5" fmla="*/ 974558 w 1465230"/>
                <a:gd name="connsiteY5" fmla="*/ 1804737 h 3340478"/>
                <a:gd name="connsiteX6" fmla="*/ 938463 w 1465230"/>
                <a:gd name="connsiteY6" fmla="*/ 1684421 h 3340478"/>
                <a:gd name="connsiteX7" fmla="*/ 914400 w 1465230"/>
                <a:gd name="connsiteY7" fmla="*/ 1612232 h 3340478"/>
                <a:gd name="connsiteX8" fmla="*/ 890337 w 1465230"/>
                <a:gd name="connsiteY8" fmla="*/ 1564106 h 3340478"/>
                <a:gd name="connsiteX9" fmla="*/ 866274 w 1465230"/>
                <a:gd name="connsiteY9" fmla="*/ 1491916 h 3340478"/>
                <a:gd name="connsiteX10" fmla="*/ 854242 w 1465230"/>
                <a:gd name="connsiteY10" fmla="*/ 1455821 h 3340478"/>
                <a:gd name="connsiteX11" fmla="*/ 830179 w 1465230"/>
                <a:gd name="connsiteY11" fmla="*/ 1419727 h 3340478"/>
                <a:gd name="connsiteX12" fmla="*/ 770021 w 1465230"/>
                <a:gd name="connsiteY12" fmla="*/ 1311442 h 3340478"/>
                <a:gd name="connsiteX13" fmla="*/ 745958 w 1465230"/>
                <a:gd name="connsiteY13" fmla="*/ 1275348 h 3340478"/>
                <a:gd name="connsiteX14" fmla="*/ 721895 w 1465230"/>
                <a:gd name="connsiteY14" fmla="*/ 1239253 h 3340478"/>
                <a:gd name="connsiteX15" fmla="*/ 613611 w 1465230"/>
                <a:gd name="connsiteY15" fmla="*/ 1143000 h 3340478"/>
                <a:gd name="connsiteX16" fmla="*/ 589548 w 1465230"/>
                <a:gd name="connsiteY16" fmla="*/ 1106906 h 3340478"/>
                <a:gd name="connsiteX17" fmla="*/ 529390 w 1465230"/>
                <a:gd name="connsiteY17" fmla="*/ 1046748 h 3340478"/>
                <a:gd name="connsiteX18" fmla="*/ 505326 w 1465230"/>
                <a:gd name="connsiteY18" fmla="*/ 1010653 h 3340478"/>
                <a:gd name="connsiteX19" fmla="*/ 469232 w 1465230"/>
                <a:gd name="connsiteY19" fmla="*/ 974558 h 3340478"/>
                <a:gd name="connsiteX20" fmla="*/ 421105 w 1465230"/>
                <a:gd name="connsiteY20" fmla="*/ 902369 h 3340478"/>
                <a:gd name="connsiteX21" fmla="*/ 397042 w 1465230"/>
                <a:gd name="connsiteY21" fmla="*/ 866274 h 3340478"/>
                <a:gd name="connsiteX22" fmla="*/ 360948 w 1465230"/>
                <a:gd name="connsiteY22" fmla="*/ 830179 h 3340478"/>
                <a:gd name="connsiteX23" fmla="*/ 312821 w 1465230"/>
                <a:gd name="connsiteY23" fmla="*/ 757990 h 3340478"/>
                <a:gd name="connsiteX24" fmla="*/ 276726 w 1465230"/>
                <a:gd name="connsiteY24" fmla="*/ 697832 h 3340478"/>
                <a:gd name="connsiteX25" fmla="*/ 240632 w 1465230"/>
                <a:gd name="connsiteY25" fmla="*/ 625642 h 3340478"/>
                <a:gd name="connsiteX26" fmla="*/ 216569 w 1465230"/>
                <a:gd name="connsiteY26" fmla="*/ 553453 h 3340478"/>
                <a:gd name="connsiteX27" fmla="*/ 192505 w 1465230"/>
                <a:gd name="connsiteY27" fmla="*/ 481263 h 3340478"/>
                <a:gd name="connsiteX28" fmla="*/ 168442 w 1465230"/>
                <a:gd name="connsiteY28" fmla="*/ 409074 h 3340478"/>
                <a:gd name="connsiteX29" fmla="*/ 156411 w 1465230"/>
                <a:gd name="connsiteY29" fmla="*/ 372979 h 3340478"/>
                <a:gd name="connsiteX30" fmla="*/ 108284 w 1465230"/>
                <a:gd name="connsiteY30" fmla="*/ 180474 h 3340478"/>
                <a:gd name="connsiteX31" fmla="*/ 36095 w 1465230"/>
                <a:gd name="connsiteY31" fmla="*/ 72190 h 3340478"/>
                <a:gd name="connsiteX32" fmla="*/ 12032 w 1465230"/>
                <a:gd name="connsiteY32" fmla="*/ 36095 h 3340478"/>
                <a:gd name="connsiteX33" fmla="*/ 0 w 1465230"/>
                <a:gd name="connsiteY33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70021 w 1465230"/>
                <a:gd name="connsiteY11" fmla="*/ 1311442 h 3340478"/>
                <a:gd name="connsiteX12" fmla="*/ 745958 w 1465230"/>
                <a:gd name="connsiteY12" fmla="*/ 1275348 h 3340478"/>
                <a:gd name="connsiteX13" fmla="*/ 721895 w 1465230"/>
                <a:gd name="connsiteY13" fmla="*/ 1239253 h 3340478"/>
                <a:gd name="connsiteX14" fmla="*/ 613611 w 1465230"/>
                <a:gd name="connsiteY14" fmla="*/ 1143000 h 3340478"/>
                <a:gd name="connsiteX15" fmla="*/ 589548 w 1465230"/>
                <a:gd name="connsiteY15" fmla="*/ 1106906 h 3340478"/>
                <a:gd name="connsiteX16" fmla="*/ 529390 w 1465230"/>
                <a:gd name="connsiteY16" fmla="*/ 1046748 h 3340478"/>
                <a:gd name="connsiteX17" fmla="*/ 505326 w 1465230"/>
                <a:gd name="connsiteY17" fmla="*/ 1010653 h 3340478"/>
                <a:gd name="connsiteX18" fmla="*/ 469232 w 1465230"/>
                <a:gd name="connsiteY18" fmla="*/ 974558 h 3340478"/>
                <a:gd name="connsiteX19" fmla="*/ 421105 w 1465230"/>
                <a:gd name="connsiteY19" fmla="*/ 902369 h 3340478"/>
                <a:gd name="connsiteX20" fmla="*/ 397042 w 1465230"/>
                <a:gd name="connsiteY20" fmla="*/ 866274 h 3340478"/>
                <a:gd name="connsiteX21" fmla="*/ 360948 w 1465230"/>
                <a:gd name="connsiteY21" fmla="*/ 830179 h 3340478"/>
                <a:gd name="connsiteX22" fmla="*/ 312821 w 1465230"/>
                <a:gd name="connsiteY22" fmla="*/ 757990 h 3340478"/>
                <a:gd name="connsiteX23" fmla="*/ 276726 w 1465230"/>
                <a:gd name="connsiteY23" fmla="*/ 697832 h 3340478"/>
                <a:gd name="connsiteX24" fmla="*/ 240632 w 1465230"/>
                <a:gd name="connsiteY24" fmla="*/ 625642 h 3340478"/>
                <a:gd name="connsiteX25" fmla="*/ 216569 w 1465230"/>
                <a:gd name="connsiteY25" fmla="*/ 553453 h 3340478"/>
                <a:gd name="connsiteX26" fmla="*/ 192505 w 1465230"/>
                <a:gd name="connsiteY26" fmla="*/ 481263 h 3340478"/>
                <a:gd name="connsiteX27" fmla="*/ 168442 w 1465230"/>
                <a:gd name="connsiteY27" fmla="*/ 409074 h 3340478"/>
                <a:gd name="connsiteX28" fmla="*/ 156411 w 1465230"/>
                <a:gd name="connsiteY28" fmla="*/ 372979 h 3340478"/>
                <a:gd name="connsiteX29" fmla="*/ 108284 w 1465230"/>
                <a:gd name="connsiteY29" fmla="*/ 180474 h 3340478"/>
                <a:gd name="connsiteX30" fmla="*/ 36095 w 1465230"/>
                <a:gd name="connsiteY30" fmla="*/ 72190 h 3340478"/>
                <a:gd name="connsiteX31" fmla="*/ 12032 w 1465230"/>
                <a:gd name="connsiteY31" fmla="*/ 36095 h 3340478"/>
                <a:gd name="connsiteX32" fmla="*/ 0 w 1465230"/>
                <a:gd name="connsiteY32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45958 w 1465230"/>
                <a:gd name="connsiteY11" fmla="*/ 1275348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721895 w 1465230"/>
                <a:gd name="connsiteY12" fmla="*/ 1239253 h 3340478"/>
                <a:gd name="connsiteX13" fmla="*/ 613611 w 1465230"/>
                <a:gd name="connsiteY13" fmla="*/ 1143000 h 3340478"/>
                <a:gd name="connsiteX14" fmla="*/ 589548 w 1465230"/>
                <a:gd name="connsiteY14" fmla="*/ 1106906 h 3340478"/>
                <a:gd name="connsiteX15" fmla="*/ 529390 w 1465230"/>
                <a:gd name="connsiteY15" fmla="*/ 1046748 h 3340478"/>
                <a:gd name="connsiteX16" fmla="*/ 505326 w 1465230"/>
                <a:gd name="connsiteY16" fmla="*/ 1010653 h 3340478"/>
                <a:gd name="connsiteX17" fmla="*/ 469232 w 1465230"/>
                <a:gd name="connsiteY17" fmla="*/ 974558 h 3340478"/>
                <a:gd name="connsiteX18" fmla="*/ 421105 w 1465230"/>
                <a:gd name="connsiteY18" fmla="*/ 902369 h 3340478"/>
                <a:gd name="connsiteX19" fmla="*/ 397042 w 1465230"/>
                <a:gd name="connsiteY19" fmla="*/ 866274 h 3340478"/>
                <a:gd name="connsiteX20" fmla="*/ 360948 w 1465230"/>
                <a:gd name="connsiteY20" fmla="*/ 830179 h 3340478"/>
                <a:gd name="connsiteX21" fmla="*/ 312821 w 1465230"/>
                <a:gd name="connsiteY21" fmla="*/ 757990 h 3340478"/>
                <a:gd name="connsiteX22" fmla="*/ 276726 w 1465230"/>
                <a:gd name="connsiteY22" fmla="*/ 697832 h 3340478"/>
                <a:gd name="connsiteX23" fmla="*/ 240632 w 1465230"/>
                <a:gd name="connsiteY23" fmla="*/ 625642 h 3340478"/>
                <a:gd name="connsiteX24" fmla="*/ 216569 w 1465230"/>
                <a:gd name="connsiteY24" fmla="*/ 553453 h 3340478"/>
                <a:gd name="connsiteX25" fmla="*/ 192505 w 1465230"/>
                <a:gd name="connsiteY25" fmla="*/ 481263 h 3340478"/>
                <a:gd name="connsiteX26" fmla="*/ 168442 w 1465230"/>
                <a:gd name="connsiteY26" fmla="*/ 409074 h 3340478"/>
                <a:gd name="connsiteX27" fmla="*/ 156411 w 1465230"/>
                <a:gd name="connsiteY27" fmla="*/ 372979 h 3340478"/>
                <a:gd name="connsiteX28" fmla="*/ 108284 w 1465230"/>
                <a:gd name="connsiteY28" fmla="*/ 180474 h 3340478"/>
                <a:gd name="connsiteX29" fmla="*/ 36095 w 1465230"/>
                <a:gd name="connsiteY29" fmla="*/ 72190 h 3340478"/>
                <a:gd name="connsiteX30" fmla="*/ 12032 w 1465230"/>
                <a:gd name="connsiteY30" fmla="*/ 36095 h 3340478"/>
                <a:gd name="connsiteX31" fmla="*/ 0 w 1465230"/>
                <a:gd name="connsiteY31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867648 w 1465230"/>
                <a:gd name="connsiteY11" fmla="*/ 1291517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613611 w 1465230"/>
                <a:gd name="connsiteY12" fmla="*/ 1143000 h 3340478"/>
                <a:gd name="connsiteX13" fmla="*/ 589548 w 1465230"/>
                <a:gd name="connsiteY13" fmla="*/ 1106906 h 3340478"/>
                <a:gd name="connsiteX14" fmla="*/ 529390 w 1465230"/>
                <a:gd name="connsiteY14" fmla="*/ 1046748 h 3340478"/>
                <a:gd name="connsiteX15" fmla="*/ 505326 w 1465230"/>
                <a:gd name="connsiteY15" fmla="*/ 1010653 h 3340478"/>
                <a:gd name="connsiteX16" fmla="*/ 469232 w 1465230"/>
                <a:gd name="connsiteY16" fmla="*/ 974558 h 3340478"/>
                <a:gd name="connsiteX17" fmla="*/ 421105 w 1465230"/>
                <a:gd name="connsiteY17" fmla="*/ 902369 h 3340478"/>
                <a:gd name="connsiteX18" fmla="*/ 397042 w 1465230"/>
                <a:gd name="connsiteY18" fmla="*/ 866274 h 3340478"/>
                <a:gd name="connsiteX19" fmla="*/ 360948 w 1465230"/>
                <a:gd name="connsiteY19" fmla="*/ 830179 h 3340478"/>
                <a:gd name="connsiteX20" fmla="*/ 312821 w 1465230"/>
                <a:gd name="connsiteY20" fmla="*/ 757990 h 3340478"/>
                <a:gd name="connsiteX21" fmla="*/ 276726 w 1465230"/>
                <a:gd name="connsiteY21" fmla="*/ 697832 h 3340478"/>
                <a:gd name="connsiteX22" fmla="*/ 240632 w 1465230"/>
                <a:gd name="connsiteY22" fmla="*/ 625642 h 3340478"/>
                <a:gd name="connsiteX23" fmla="*/ 216569 w 1465230"/>
                <a:gd name="connsiteY23" fmla="*/ 553453 h 3340478"/>
                <a:gd name="connsiteX24" fmla="*/ 192505 w 1465230"/>
                <a:gd name="connsiteY24" fmla="*/ 481263 h 3340478"/>
                <a:gd name="connsiteX25" fmla="*/ 168442 w 1465230"/>
                <a:gd name="connsiteY25" fmla="*/ 409074 h 3340478"/>
                <a:gd name="connsiteX26" fmla="*/ 156411 w 1465230"/>
                <a:gd name="connsiteY26" fmla="*/ 372979 h 3340478"/>
                <a:gd name="connsiteX27" fmla="*/ 108284 w 1465230"/>
                <a:gd name="connsiteY27" fmla="*/ 180474 h 3340478"/>
                <a:gd name="connsiteX28" fmla="*/ 36095 w 1465230"/>
                <a:gd name="connsiteY28" fmla="*/ 72190 h 3340478"/>
                <a:gd name="connsiteX29" fmla="*/ 12032 w 1465230"/>
                <a:gd name="connsiteY29" fmla="*/ 36095 h 3340478"/>
                <a:gd name="connsiteX30" fmla="*/ 0 w 1465230"/>
                <a:gd name="connsiteY30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653475 w 1465230"/>
                <a:gd name="connsiteY11" fmla="*/ 1431650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986590 w 1465230"/>
                <a:gd name="connsiteY3" fmla="*/ 1864895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974558 w 1465230"/>
                <a:gd name="connsiteY4" fmla="*/ 1804737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139507 w 1465230"/>
                <a:gd name="connsiteY2" fmla="*/ 2221706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269830 w 1465230"/>
                <a:gd name="connsiteY1" fmla="*/ 2590437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122883 w 1465230"/>
                <a:gd name="connsiteY3" fmla="*/ 1978079 h 3340478"/>
                <a:gd name="connsiteX4" fmla="*/ 1023235 w 1465230"/>
                <a:gd name="connsiteY4" fmla="*/ 1890972 h 3340478"/>
                <a:gd name="connsiteX5" fmla="*/ 938463 w 1465230"/>
                <a:gd name="connsiteY5" fmla="*/ 1684421 h 3340478"/>
                <a:gd name="connsiteX6" fmla="*/ 914400 w 1465230"/>
                <a:gd name="connsiteY6" fmla="*/ 1612232 h 3340478"/>
                <a:gd name="connsiteX7" fmla="*/ 890337 w 1465230"/>
                <a:gd name="connsiteY7" fmla="*/ 1564106 h 3340478"/>
                <a:gd name="connsiteX8" fmla="*/ 866274 w 1465230"/>
                <a:gd name="connsiteY8" fmla="*/ 1491916 h 3340478"/>
                <a:gd name="connsiteX9" fmla="*/ 854242 w 1465230"/>
                <a:gd name="connsiteY9" fmla="*/ 1455821 h 3340478"/>
                <a:gd name="connsiteX10" fmla="*/ 830179 w 1465230"/>
                <a:gd name="connsiteY10" fmla="*/ 1419727 h 3340478"/>
                <a:gd name="connsiteX11" fmla="*/ 794634 w 1465230"/>
                <a:gd name="connsiteY11" fmla="*/ 1269958 h 3340478"/>
                <a:gd name="connsiteX12" fmla="*/ 589548 w 1465230"/>
                <a:gd name="connsiteY12" fmla="*/ 1106906 h 3340478"/>
                <a:gd name="connsiteX13" fmla="*/ 529390 w 1465230"/>
                <a:gd name="connsiteY13" fmla="*/ 1046748 h 3340478"/>
                <a:gd name="connsiteX14" fmla="*/ 505326 w 1465230"/>
                <a:gd name="connsiteY14" fmla="*/ 1010653 h 3340478"/>
                <a:gd name="connsiteX15" fmla="*/ 469232 w 1465230"/>
                <a:gd name="connsiteY15" fmla="*/ 974558 h 3340478"/>
                <a:gd name="connsiteX16" fmla="*/ 421105 w 1465230"/>
                <a:gd name="connsiteY16" fmla="*/ 902369 h 3340478"/>
                <a:gd name="connsiteX17" fmla="*/ 397042 w 1465230"/>
                <a:gd name="connsiteY17" fmla="*/ 866274 h 3340478"/>
                <a:gd name="connsiteX18" fmla="*/ 360948 w 1465230"/>
                <a:gd name="connsiteY18" fmla="*/ 830179 h 3340478"/>
                <a:gd name="connsiteX19" fmla="*/ 312821 w 1465230"/>
                <a:gd name="connsiteY19" fmla="*/ 757990 h 3340478"/>
                <a:gd name="connsiteX20" fmla="*/ 276726 w 1465230"/>
                <a:gd name="connsiteY20" fmla="*/ 697832 h 3340478"/>
                <a:gd name="connsiteX21" fmla="*/ 240632 w 1465230"/>
                <a:gd name="connsiteY21" fmla="*/ 625642 h 3340478"/>
                <a:gd name="connsiteX22" fmla="*/ 216569 w 1465230"/>
                <a:gd name="connsiteY22" fmla="*/ 553453 h 3340478"/>
                <a:gd name="connsiteX23" fmla="*/ 192505 w 1465230"/>
                <a:gd name="connsiteY23" fmla="*/ 481263 h 3340478"/>
                <a:gd name="connsiteX24" fmla="*/ 168442 w 1465230"/>
                <a:gd name="connsiteY24" fmla="*/ 409074 h 3340478"/>
                <a:gd name="connsiteX25" fmla="*/ 156411 w 1465230"/>
                <a:gd name="connsiteY25" fmla="*/ 372979 h 3340478"/>
                <a:gd name="connsiteX26" fmla="*/ 108284 w 1465230"/>
                <a:gd name="connsiteY26" fmla="*/ 180474 h 3340478"/>
                <a:gd name="connsiteX27" fmla="*/ 36095 w 1465230"/>
                <a:gd name="connsiteY27" fmla="*/ 72190 h 3340478"/>
                <a:gd name="connsiteX28" fmla="*/ 12032 w 1465230"/>
                <a:gd name="connsiteY28" fmla="*/ 36095 h 3340478"/>
                <a:gd name="connsiteX29" fmla="*/ 0 w 1465230"/>
                <a:gd name="connsiteY29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23235 w 1465230"/>
                <a:gd name="connsiteY3" fmla="*/ 1890972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38463 w 1465230"/>
                <a:gd name="connsiteY4" fmla="*/ 1684421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589548 w 1465230"/>
                <a:gd name="connsiteY11" fmla="*/ 110690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108284 w 1465230"/>
                <a:gd name="connsiteY25" fmla="*/ 180474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62562 w 1465230"/>
                <a:gd name="connsiteY11" fmla="*/ 1112296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94634 w 1465230"/>
                <a:gd name="connsiteY10" fmla="*/ 1269958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643091 w 1465230"/>
                <a:gd name="connsiteY11" fmla="*/ 1176973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  <a:gd name="connsiteX0" fmla="*/ 1465230 w 1465230"/>
                <a:gd name="connsiteY0" fmla="*/ 3340478 h 3340478"/>
                <a:gd name="connsiteX1" fmla="*/ 1410990 w 1465230"/>
                <a:gd name="connsiteY1" fmla="*/ 2735960 h 3340478"/>
                <a:gd name="connsiteX2" fmla="*/ 1222254 w 1465230"/>
                <a:gd name="connsiteY2" fmla="*/ 2378009 h 3340478"/>
                <a:gd name="connsiteX3" fmla="*/ 1091381 w 1465230"/>
                <a:gd name="connsiteY3" fmla="*/ 2025716 h 3340478"/>
                <a:gd name="connsiteX4" fmla="*/ 996873 w 1465230"/>
                <a:gd name="connsiteY4" fmla="*/ 1776047 h 3340478"/>
                <a:gd name="connsiteX5" fmla="*/ 914400 w 1465230"/>
                <a:gd name="connsiteY5" fmla="*/ 1612232 h 3340478"/>
                <a:gd name="connsiteX6" fmla="*/ 890337 w 1465230"/>
                <a:gd name="connsiteY6" fmla="*/ 1564106 h 3340478"/>
                <a:gd name="connsiteX7" fmla="*/ 866274 w 1465230"/>
                <a:gd name="connsiteY7" fmla="*/ 1491916 h 3340478"/>
                <a:gd name="connsiteX8" fmla="*/ 854242 w 1465230"/>
                <a:gd name="connsiteY8" fmla="*/ 1455821 h 3340478"/>
                <a:gd name="connsiteX9" fmla="*/ 830179 w 1465230"/>
                <a:gd name="connsiteY9" fmla="*/ 1419727 h 3340478"/>
                <a:gd name="connsiteX10" fmla="*/ 707017 w 1465230"/>
                <a:gd name="connsiteY10" fmla="*/ 1361584 h 3340478"/>
                <a:gd name="connsiteX11" fmla="*/ 570076 w 1465230"/>
                <a:gd name="connsiteY11" fmla="*/ 1209312 h 3340478"/>
                <a:gd name="connsiteX12" fmla="*/ 529390 w 1465230"/>
                <a:gd name="connsiteY12" fmla="*/ 1046748 h 3340478"/>
                <a:gd name="connsiteX13" fmla="*/ 505326 w 1465230"/>
                <a:gd name="connsiteY13" fmla="*/ 1010653 h 3340478"/>
                <a:gd name="connsiteX14" fmla="*/ 469232 w 1465230"/>
                <a:gd name="connsiteY14" fmla="*/ 974558 h 3340478"/>
                <a:gd name="connsiteX15" fmla="*/ 421105 w 1465230"/>
                <a:gd name="connsiteY15" fmla="*/ 902369 h 3340478"/>
                <a:gd name="connsiteX16" fmla="*/ 397042 w 1465230"/>
                <a:gd name="connsiteY16" fmla="*/ 866274 h 3340478"/>
                <a:gd name="connsiteX17" fmla="*/ 360948 w 1465230"/>
                <a:gd name="connsiteY17" fmla="*/ 830179 h 3340478"/>
                <a:gd name="connsiteX18" fmla="*/ 312821 w 1465230"/>
                <a:gd name="connsiteY18" fmla="*/ 757990 h 3340478"/>
                <a:gd name="connsiteX19" fmla="*/ 276726 w 1465230"/>
                <a:gd name="connsiteY19" fmla="*/ 697832 h 3340478"/>
                <a:gd name="connsiteX20" fmla="*/ 240632 w 1465230"/>
                <a:gd name="connsiteY20" fmla="*/ 625642 h 3340478"/>
                <a:gd name="connsiteX21" fmla="*/ 216569 w 1465230"/>
                <a:gd name="connsiteY21" fmla="*/ 553453 h 3340478"/>
                <a:gd name="connsiteX22" fmla="*/ 192505 w 1465230"/>
                <a:gd name="connsiteY22" fmla="*/ 481263 h 3340478"/>
                <a:gd name="connsiteX23" fmla="*/ 168442 w 1465230"/>
                <a:gd name="connsiteY23" fmla="*/ 409074 h 3340478"/>
                <a:gd name="connsiteX24" fmla="*/ 156411 w 1465230"/>
                <a:gd name="connsiteY24" fmla="*/ 372979 h 3340478"/>
                <a:gd name="connsiteX25" fmla="*/ 64475 w 1465230"/>
                <a:gd name="connsiteY25" fmla="*/ 261321 h 3340478"/>
                <a:gd name="connsiteX26" fmla="*/ 36095 w 1465230"/>
                <a:gd name="connsiteY26" fmla="*/ 72190 h 3340478"/>
                <a:gd name="connsiteX27" fmla="*/ 12032 w 1465230"/>
                <a:gd name="connsiteY27" fmla="*/ 36095 h 3340478"/>
                <a:gd name="connsiteX28" fmla="*/ 0 w 1465230"/>
                <a:gd name="connsiteY28" fmla="*/ 0 h 334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5230" h="3340478">
                  <a:moveTo>
                    <a:pt x="1465230" y="3340478"/>
                  </a:moveTo>
                  <a:cubicBezTo>
                    <a:pt x="1248662" y="3055731"/>
                    <a:pt x="1451486" y="2896371"/>
                    <a:pt x="1410990" y="2735960"/>
                  </a:cubicBezTo>
                  <a:cubicBezTo>
                    <a:pt x="1370494" y="2575549"/>
                    <a:pt x="1275522" y="2496383"/>
                    <a:pt x="1222254" y="2378009"/>
                  </a:cubicBezTo>
                  <a:cubicBezTo>
                    <a:pt x="1168986" y="2259635"/>
                    <a:pt x="1128945" y="2126043"/>
                    <a:pt x="1091381" y="2025716"/>
                  </a:cubicBezTo>
                  <a:cubicBezTo>
                    <a:pt x="1053817" y="1925389"/>
                    <a:pt x="1016866" y="1836027"/>
                    <a:pt x="996873" y="1776047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12132" y="1389648"/>
                    <a:pt x="725064" y="1391663"/>
                    <a:pt x="707017" y="1361584"/>
                  </a:cubicBezTo>
                  <a:cubicBezTo>
                    <a:pt x="666912" y="1309447"/>
                    <a:pt x="599681" y="1261785"/>
                    <a:pt x="570076" y="1209312"/>
                  </a:cubicBezTo>
                  <a:cubicBezTo>
                    <a:pt x="540472" y="1156839"/>
                    <a:pt x="540182" y="1079858"/>
                    <a:pt x="529390" y="1046748"/>
                  </a:cubicBezTo>
                  <a:cubicBezTo>
                    <a:pt x="518598" y="1013638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73739" y="397605"/>
                    <a:pt x="156411" y="372979"/>
                  </a:cubicBezTo>
                  <a:cubicBezTo>
                    <a:pt x="139083" y="348353"/>
                    <a:pt x="85618" y="293037"/>
                    <a:pt x="64475" y="261321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B3362744-41E3-9F03-C16A-3B3FB84CE2EE}"/>
                    </a:ext>
                  </a:extLst>
                </p:cNvPr>
                <p:cNvSpPr txBox="1"/>
                <p:nvPr/>
              </p:nvSpPr>
              <p:spPr>
                <a:xfrm>
                  <a:off x="33810258" y="22776994"/>
                  <a:ext cx="527668" cy="602998"/>
                </a:xfrm>
                <a:custGeom>
                  <a:avLst/>
                  <a:gdLst>
                    <a:gd name="connsiteX0" fmla="*/ 0 w 482636"/>
                    <a:gd name="connsiteY0" fmla="*/ 0 h 478464"/>
                    <a:gd name="connsiteX1" fmla="*/ 482636 w 482636"/>
                    <a:gd name="connsiteY1" fmla="*/ 0 h 478464"/>
                    <a:gd name="connsiteX2" fmla="*/ 482636 w 482636"/>
                    <a:gd name="connsiteY2" fmla="*/ 478464 h 478464"/>
                    <a:gd name="connsiteX3" fmla="*/ 0 w 482636"/>
                    <a:gd name="connsiteY3" fmla="*/ 478464 h 478464"/>
                    <a:gd name="connsiteX4" fmla="*/ 0 w 482636"/>
                    <a:gd name="connsiteY4" fmla="*/ 0 h 478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636" h="478464" extrusionOk="0">
                      <a:moveTo>
                        <a:pt x="0" y="0"/>
                      </a:moveTo>
                      <a:cubicBezTo>
                        <a:pt x="174232" y="88"/>
                        <a:pt x="249381" y="-4106"/>
                        <a:pt x="482636" y="0"/>
                      </a:cubicBezTo>
                      <a:cubicBezTo>
                        <a:pt x="488307" y="156316"/>
                        <a:pt x="493188" y="371732"/>
                        <a:pt x="482636" y="478464"/>
                      </a:cubicBezTo>
                      <a:cubicBezTo>
                        <a:pt x="253992" y="468640"/>
                        <a:pt x="121306" y="472555"/>
                        <a:pt x="0" y="478464"/>
                      </a:cubicBezTo>
                      <a:cubicBezTo>
                        <a:pt x="4902" y="348491"/>
                        <a:pt x="1437" y="153857"/>
                        <a:pt x="0" y="0"/>
                      </a:cubicBezTo>
                      <a:close/>
                    </a:path>
                  </a:pathLst>
                </a:custGeom>
                <a:noFill/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ect">
                          <a:avLst/>
                        </a:pr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3136" b="0" i="1">
                      <a:latin typeface="Cambria Math" panose="02040503050406030204" pitchFamily="18" charset="0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09"/>
                            </m:ctrlPr>
                          </m:sSubPr>
                          <m:e>
                            <m:r>
                              <a:rPr lang="en-US" sz="2509"/>
                              <m:t>𝑑</m:t>
                            </m:r>
                          </m:e>
                          <m:sub>
                            <m:r>
                              <a:rPr lang="en-US" sz="2509"/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B3362744-41E3-9F03-C16A-3B3FB84CE2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10258" y="22776994"/>
                  <a:ext cx="527668" cy="602998"/>
                </a:xfrm>
                <a:prstGeom prst="rect">
                  <a:avLst/>
                </a:prstGeom>
                <a:blipFill>
                  <a:blip r:embed="rId31"/>
                  <a:stretch>
                    <a:fillRect l="-2439"/>
                  </a:stretch>
                </a:blipFill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0 w 482636"/>
                            <a:gd name="connsiteY0" fmla="*/ 0 h 478464"/>
                            <a:gd name="connsiteX1" fmla="*/ 482636 w 482636"/>
                            <a:gd name="connsiteY1" fmla="*/ 0 h 478464"/>
                            <a:gd name="connsiteX2" fmla="*/ 482636 w 482636"/>
                            <a:gd name="connsiteY2" fmla="*/ 478464 h 478464"/>
                            <a:gd name="connsiteX3" fmla="*/ 0 w 482636"/>
                            <a:gd name="connsiteY3" fmla="*/ 478464 h 478464"/>
                            <a:gd name="connsiteX4" fmla="*/ 0 w 482636"/>
                            <a:gd name="connsiteY4" fmla="*/ 0 h 47846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</a:cxnLst>
                          <a:rect l="l" t="t" r="r" b="b"/>
                          <a:pathLst>
                            <a:path w="482636" h="478464" extrusionOk="0">
                              <a:moveTo>
                                <a:pt x="0" y="0"/>
                              </a:moveTo>
                              <a:cubicBezTo>
                                <a:pt x="174232" y="88"/>
                                <a:pt x="249381" y="-4106"/>
                                <a:pt x="482636" y="0"/>
                              </a:cubicBezTo>
                              <a:cubicBezTo>
                                <a:pt x="488307" y="156316"/>
                                <a:pt x="493188" y="371732"/>
                                <a:pt x="482636" y="478464"/>
                              </a:cubicBezTo>
                              <a:cubicBezTo>
                                <a:pt x="253992" y="468640"/>
                                <a:pt x="121306" y="472555"/>
                                <a:pt x="0" y="478464"/>
                              </a:cubicBezTo>
                              <a:cubicBezTo>
                                <a:pt x="4902" y="348491"/>
                                <a:pt x="1437" y="153857"/>
                                <a:pt x="0" y="0"/>
                              </a:cubicBezTo>
                              <a:close/>
                            </a:path>
                          </a:pathLst>
                        </a:custGeom>
                        <ask:type>
                          <ask:lineSketchFreehand/>
                        </ask:type>
                      </ask:lineSketchStyleProps>
                    </a:ext>
                  </a:extLst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74149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A871AA0-FA28-4CCE-9BEE-5F614200FEEB}"/>
              </a:ext>
            </a:extLst>
          </p:cNvPr>
          <p:cNvGrpSpPr/>
          <p:nvPr/>
        </p:nvGrpSpPr>
        <p:grpSpPr>
          <a:xfrm>
            <a:off x="3748260" y="8208346"/>
            <a:ext cx="28166417" cy="9582023"/>
            <a:chOff x="1484922" y="13975179"/>
            <a:chExt cx="35208022" cy="1197752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2BEBA59D-D660-9C7A-9CC0-9656CB995F4C}"/>
                    </a:ext>
                  </a:extLst>
                </p:cNvPr>
                <p:cNvSpPr txBox="1"/>
                <p:nvPr/>
              </p:nvSpPr>
              <p:spPr>
                <a:xfrm>
                  <a:off x="23441690" y="18136929"/>
                  <a:ext cx="711136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2BEBA59D-D660-9C7A-9CC0-9656CB995F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690" y="18136929"/>
                  <a:ext cx="711136" cy="59808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27F3F7AD-5CC7-6958-0311-27E0FB040EDA}"/>
                </a:ext>
              </a:extLst>
            </p:cNvPr>
            <p:cNvGrpSpPr/>
            <p:nvPr/>
          </p:nvGrpSpPr>
          <p:grpSpPr>
            <a:xfrm>
              <a:off x="11215024" y="14937343"/>
              <a:ext cx="8984262" cy="7324876"/>
              <a:chOff x="26065361" y="17237100"/>
              <a:chExt cx="8984262" cy="7324876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06DDDE9C-365F-3691-AABC-2D36CCD98278}"/>
                  </a:ext>
                </a:extLst>
              </p:cNvPr>
              <p:cNvGrpSpPr/>
              <p:nvPr/>
            </p:nvGrpSpPr>
            <p:grpSpPr>
              <a:xfrm>
                <a:off x="26065361" y="17237100"/>
                <a:ext cx="8984262" cy="7324876"/>
                <a:chOff x="26432895" y="15082907"/>
                <a:chExt cx="8984262" cy="732487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A76582E1-D12B-5D0A-6FAA-6DC945389FD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32895" y="19056822"/>
                      <a:ext cx="1120139" cy="5980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A76582E1-D12B-5D0A-6FAA-6DC945389F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32895" y="19056822"/>
                      <a:ext cx="1120139" cy="598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25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23D1126-61AC-80DF-50DC-CE699BA2B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49786" y="17931713"/>
                      <a:ext cx="1120139" cy="5980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509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09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23D1126-61AC-80DF-50DC-CE699BA2BF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9786" y="17931713"/>
                      <a:ext cx="1120139" cy="59808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25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FC01185A-22B4-6F25-C649-FD69EBBB5D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014410" y="20300886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FC01185A-22B4-6F25-C649-FD69EBBB5DC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014410" y="20300886"/>
                      <a:ext cx="1120139" cy="66693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746A201F-E7B0-F04F-3887-4287618CDF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972278" y="15082907"/>
                  <a:ext cx="14713" cy="267159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7F7CF054-0383-1105-EAAA-CEEDDB34CE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023410" y="15082907"/>
                  <a:ext cx="6627" cy="263642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1BF7FD09-C9FC-B62D-BEF6-70947D0CA5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519923" y="19788627"/>
                  <a:ext cx="963833" cy="196354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DA1A5975-DF3D-11B4-A1C3-A97126BAE9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559200" y="19788627"/>
                  <a:ext cx="963833" cy="196354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C1EBB9CC-6436-BFF9-318C-567A94BE58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519923" y="21752169"/>
                  <a:ext cx="1039277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451E29DE-8EE5-18C0-176E-54CB67B27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74078" y="19788626"/>
                  <a:ext cx="989443" cy="196354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3AD355AC-CE77-A935-4A71-75C3CF490F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936487" cy="196354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16C9DB9E-F8B9-443F-369F-BF79958ACF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444374" y="21752169"/>
                  <a:ext cx="1039277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32704A49-F706-5E4B-6A07-83B563795C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B45A4AB4-EF7E-3A20-9BC7-6525DB276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7754390"/>
                  <a:ext cx="1496608" cy="203423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3AA05424-A981-79FE-5057-936CFE686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9100142"/>
                  <a:ext cx="561808" cy="7326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9C345C1F-46FC-8EA2-79CA-C3F0E9B702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998503" y="19100142"/>
                  <a:ext cx="1287993" cy="265202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E536E784-CD97-D67F-6A3F-E19B204002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9074149"/>
                  <a:ext cx="1314381" cy="26780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8C5F5FF6-ACE3-5EEC-1FDC-994CA64C96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286496" y="21752169"/>
                  <a:ext cx="1068089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2F7105A8-4792-7F5B-CCB4-F9D757E4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53370" cy="137713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D4A82A35-7476-60D0-8BE2-88C0082033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030037" y="17719332"/>
                  <a:ext cx="1985873" cy="40328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87676CB1-7F92-002A-5DC3-42D448BA12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40309" y="19085525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3EFCA38F-1188-009C-6E44-B910228329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10540"/>
                  <a:ext cx="3005118" cy="1204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0833519-91EA-12B9-B933-3210A97DB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985873" cy="403283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36D3889F-A0AF-3580-E512-88B376EEB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022973" y="21767178"/>
                  <a:ext cx="1068089" cy="0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6084574E-4F87-7DD3-6CE8-8BAB5A6665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479415" y="17719332"/>
                  <a:ext cx="3107" cy="2081053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C3F2F635-DFE6-51D4-FD24-65DF2347AB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215207" y="17719332"/>
                  <a:ext cx="549714" cy="1093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5CEA5FA3-E51F-9785-AD6C-758FFC2562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172329" y="19784841"/>
                  <a:ext cx="571012" cy="15544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D06B4E3E-8719-AA4A-B7AF-54433C4A45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193909" y="19089402"/>
                  <a:ext cx="571012" cy="15544"/>
                </a:xfrm>
                <a:prstGeom prst="line">
                  <a:avLst/>
                </a:prstGeom>
                <a:ln w="762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1" name="TextBox 140">
                      <a:extLst>
                        <a:ext uri="{FF2B5EF4-FFF2-40B4-BE49-F238E27FC236}">
                          <a16:creationId xmlns:a16="http://schemas.microsoft.com/office/drawing/2014/main" id="{76BE6E06-1FCD-FBBF-2A53-90F8D69E23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499898" y="21734445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1" name="TextBox 140">
                      <a:extLst>
                        <a:ext uri="{FF2B5EF4-FFF2-40B4-BE49-F238E27FC236}">
                          <a16:creationId xmlns:a16="http://schemas.microsoft.com/office/drawing/2014/main" id="{76BE6E06-1FCD-FBBF-2A53-90F8D69E239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499898" y="21734445"/>
                      <a:ext cx="1120139" cy="66693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2" name="TextBox 141">
                      <a:extLst>
                        <a:ext uri="{FF2B5EF4-FFF2-40B4-BE49-F238E27FC236}">
                          <a16:creationId xmlns:a16="http://schemas.microsoft.com/office/drawing/2014/main" id="{77A95D27-6719-C3F9-31B3-FE5FF497E0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371445" y="21809703"/>
                      <a:ext cx="1120139" cy="5980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2" name="TextBox 141">
                      <a:extLst>
                        <a:ext uri="{FF2B5EF4-FFF2-40B4-BE49-F238E27FC236}">
                          <a16:creationId xmlns:a16="http://schemas.microsoft.com/office/drawing/2014/main" id="{77A95D27-6719-C3F9-31B3-FE5FF497E0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371445" y="21809703"/>
                      <a:ext cx="1120139" cy="598080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A4E91E4E-953F-7421-36CF-267E13F6B9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253263" y="21775227"/>
                      <a:ext cx="1120139" cy="5980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A4E91E4E-953F-7421-36CF-267E13F6B9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53263" y="21775227"/>
                      <a:ext cx="1120139" cy="59808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4" name="TextBox 143">
                      <a:extLst>
                        <a:ext uri="{FF2B5EF4-FFF2-40B4-BE49-F238E27FC236}">
                          <a16:creationId xmlns:a16="http://schemas.microsoft.com/office/drawing/2014/main" id="{56E42CAF-D70B-A214-7C85-3840AF99FE3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987199" y="21752172"/>
                      <a:ext cx="1120139" cy="59808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509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4" name="TextBox 143">
                      <a:extLst>
                        <a:ext uri="{FF2B5EF4-FFF2-40B4-BE49-F238E27FC236}">
                          <a16:creationId xmlns:a16="http://schemas.microsoft.com/office/drawing/2014/main" id="{56E42CAF-D70B-A214-7C85-3840AF99FE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987199" y="21752172"/>
                      <a:ext cx="1120139" cy="598080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51D39C81-BA02-3BDC-1C54-DEF5D41ED1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3962" y="15117458"/>
                  <a:ext cx="3112702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8" name="TextBox 147">
                      <a:extLst>
                        <a:ext uri="{FF2B5EF4-FFF2-40B4-BE49-F238E27FC236}">
                          <a16:creationId xmlns:a16="http://schemas.microsoft.com/office/drawing/2014/main" id="{C76FBAF7-9C9F-471C-C18F-F4AFCA2D7D2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911406" y="16168214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8" name="TextBox 147">
                      <a:extLst>
                        <a:ext uri="{FF2B5EF4-FFF2-40B4-BE49-F238E27FC236}">
                          <a16:creationId xmlns:a16="http://schemas.microsoft.com/office/drawing/2014/main" id="{C76FBAF7-9C9F-471C-C18F-F4AFCA2D7D2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911406" y="16168214"/>
                      <a:ext cx="1120139" cy="666930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9" name="TextBox 148">
                      <a:extLst>
                        <a:ext uri="{FF2B5EF4-FFF2-40B4-BE49-F238E27FC236}">
                          <a16:creationId xmlns:a16="http://schemas.microsoft.com/office/drawing/2014/main" id="{DBB82B29-59A2-7979-7AE2-3077D627870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479354" y="17760843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49" name="TextBox 148">
                      <a:extLst>
                        <a:ext uri="{FF2B5EF4-FFF2-40B4-BE49-F238E27FC236}">
                          <a16:creationId xmlns:a16="http://schemas.microsoft.com/office/drawing/2014/main" id="{DBB82B29-59A2-7979-7AE2-3077D627870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479354" y="17760843"/>
                      <a:ext cx="1120139" cy="66693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116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FAC4FD04-D12E-77D3-C347-3C464383B7E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632133" y="18960337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FAC4FD04-D12E-77D3-C347-3C464383B7E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632133" y="18960337"/>
                      <a:ext cx="1120139" cy="66693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930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1" name="TextBox 150">
                      <a:extLst>
                        <a:ext uri="{FF2B5EF4-FFF2-40B4-BE49-F238E27FC236}">
                          <a16:creationId xmlns:a16="http://schemas.microsoft.com/office/drawing/2014/main" id="{16BB997E-E22C-0D21-EB96-7584A621B8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039423" y="20479491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51" name="TextBox 150">
                      <a:extLst>
                        <a:ext uri="{FF2B5EF4-FFF2-40B4-BE49-F238E27FC236}">
                          <a16:creationId xmlns:a16="http://schemas.microsoft.com/office/drawing/2014/main" id="{16BB997E-E22C-0D21-EB96-7584A621B80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039423" y="20479491"/>
                      <a:ext cx="1120139" cy="66693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90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8A2ED67E-22DC-7FF9-B343-D8B7B4ADD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00965" y="20385651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8A2ED67E-22DC-7FF9-B343-D8B7B4ADD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00965" y="20385651"/>
                      <a:ext cx="1120139" cy="66693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119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3" name="TextBox 152">
                      <a:extLst>
                        <a:ext uri="{FF2B5EF4-FFF2-40B4-BE49-F238E27FC236}">
                          <a16:creationId xmlns:a16="http://schemas.microsoft.com/office/drawing/2014/main" id="{C990E4BF-6CB9-58C6-FAFC-69D9B6A5E4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297018" y="20047697"/>
                      <a:ext cx="1120139" cy="6669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67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867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509" dirty="0"/>
                    </a:p>
                  </p:txBody>
                </p:sp>
              </mc:Choice>
              <mc:Fallback>
                <p:sp>
                  <p:nvSpPr>
                    <p:cNvPr id="153" name="TextBox 152">
                      <a:extLst>
                        <a:ext uri="{FF2B5EF4-FFF2-40B4-BE49-F238E27FC236}">
                          <a16:creationId xmlns:a16="http://schemas.microsoft.com/office/drawing/2014/main" id="{C990E4BF-6CB9-58C6-FAFC-69D9B6A5E4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297018" y="20047697"/>
                      <a:ext cx="1120139" cy="666930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116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6F96188B-83BC-6C44-21C2-99BC1B652A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630969" y="21247026"/>
                <a:ext cx="1089544" cy="730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1" name="Parallelogram 230">
              <a:extLst>
                <a:ext uri="{FF2B5EF4-FFF2-40B4-BE49-F238E27FC236}">
                  <a16:creationId xmlns:a16="http://schemas.microsoft.com/office/drawing/2014/main" id="{AA8D5CC3-01F6-9C6A-CD46-5A38B8F8DAB9}"/>
                </a:ext>
              </a:extLst>
            </p:cNvPr>
            <p:cNvSpPr/>
            <p:nvPr/>
          </p:nvSpPr>
          <p:spPr>
            <a:xfrm>
              <a:off x="13350657" y="18975717"/>
              <a:ext cx="2433282" cy="657139"/>
            </a:xfrm>
            <a:prstGeom prst="parallelogram">
              <a:avLst>
                <a:gd name="adj" fmla="val 79237"/>
              </a:avLst>
            </a:prstGeom>
            <a:pattFill prst="dkUpDiag">
              <a:fgClr>
                <a:schemeClr val="accent2">
                  <a:lumMod val="60000"/>
                  <a:lumOff val="40000"/>
                </a:schemeClr>
              </a:fgClr>
              <a:bgClr>
                <a:schemeClr val="bg1"/>
              </a:bgClr>
            </a:patt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26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7C7B1F9C-306C-CB0F-AA78-9132A454C166}"/>
                </a:ext>
              </a:extLst>
            </p:cNvPr>
            <p:cNvSpPr/>
            <p:nvPr/>
          </p:nvSpPr>
          <p:spPr>
            <a:xfrm>
              <a:off x="15664626" y="17664081"/>
              <a:ext cx="1928659" cy="3955902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768642" h="3320716">
                  <a:moveTo>
                    <a:pt x="1768642" y="3320716"/>
                  </a:moveTo>
                  <a:cubicBezTo>
                    <a:pt x="1552074" y="3035969"/>
                    <a:pt x="1292675" y="2779201"/>
                    <a:pt x="1118937" y="2466474"/>
                  </a:cubicBezTo>
                  <a:cubicBezTo>
                    <a:pt x="1098884" y="2430379"/>
                    <a:pt x="1076240" y="2395607"/>
                    <a:pt x="1058779" y="2358190"/>
                  </a:cubicBezTo>
                  <a:cubicBezTo>
                    <a:pt x="1037715" y="2313053"/>
                    <a:pt x="1035504" y="2282745"/>
                    <a:pt x="1022684" y="2237874"/>
                  </a:cubicBezTo>
                  <a:cubicBezTo>
                    <a:pt x="1019200" y="2225680"/>
                    <a:pt x="1014663" y="2213811"/>
                    <a:pt x="1010653" y="2201779"/>
                  </a:cubicBezTo>
                  <a:cubicBezTo>
                    <a:pt x="1007948" y="2161202"/>
                    <a:pt x="992139" y="1914835"/>
                    <a:pt x="986590" y="1864895"/>
                  </a:cubicBezTo>
                  <a:cubicBezTo>
                    <a:pt x="984332" y="1844570"/>
                    <a:pt x="978994" y="1824700"/>
                    <a:pt x="974558" y="1804737"/>
                  </a:cubicBezTo>
                  <a:cubicBezTo>
                    <a:pt x="962436" y="1750190"/>
                    <a:pt x="958456" y="1744401"/>
                    <a:pt x="938463" y="1684421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09003" y="1356196"/>
                    <a:pt x="825183" y="1394184"/>
                    <a:pt x="770021" y="1311442"/>
                  </a:cubicBezTo>
                  <a:lnTo>
                    <a:pt x="745958" y="1275348"/>
                  </a:lnTo>
                  <a:cubicBezTo>
                    <a:pt x="737937" y="1263316"/>
                    <a:pt x="732120" y="1249478"/>
                    <a:pt x="721895" y="1239253"/>
                  </a:cubicBezTo>
                  <a:cubicBezTo>
                    <a:pt x="639480" y="1156838"/>
                    <a:pt x="678020" y="1185940"/>
                    <a:pt x="613611" y="1143000"/>
                  </a:cubicBezTo>
                  <a:cubicBezTo>
                    <a:pt x="605590" y="1130969"/>
                    <a:pt x="599070" y="1117788"/>
                    <a:pt x="589548" y="1106906"/>
                  </a:cubicBezTo>
                  <a:cubicBezTo>
                    <a:pt x="570874" y="1085564"/>
                    <a:pt x="545121" y="1070344"/>
                    <a:pt x="529390" y="1046748"/>
                  </a:cubicBezTo>
                  <a:cubicBezTo>
                    <a:pt x="521369" y="1034716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58898" y="385415"/>
                    <a:pt x="156411" y="372979"/>
                  </a:cubicBezTo>
                  <a:cubicBezTo>
                    <a:pt x="152939" y="355617"/>
                    <a:pt x="129427" y="212190"/>
                    <a:pt x="108284" y="180474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E172CB8B-DF47-B87B-14C9-D27C5DF29607}"/>
                </a:ext>
              </a:extLst>
            </p:cNvPr>
            <p:cNvSpPr/>
            <p:nvPr/>
          </p:nvSpPr>
          <p:spPr>
            <a:xfrm>
              <a:off x="14947104" y="18259327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A81C14B-D74D-6674-8311-D7CE9666CE9D}"/>
                </a:ext>
              </a:extLst>
            </p:cNvPr>
            <p:cNvSpPr/>
            <p:nvPr/>
          </p:nvSpPr>
          <p:spPr>
            <a:xfrm>
              <a:off x="15647895" y="16136391"/>
              <a:ext cx="861766" cy="1848526"/>
            </a:xfrm>
            <a:custGeom>
              <a:avLst/>
              <a:gdLst>
                <a:gd name="connsiteX0" fmla="*/ 0 w 769434"/>
                <a:gd name="connsiteY0" fmla="*/ 1650470 h 1650470"/>
                <a:gd name="connsiteX1" fmla="*/ 11151 w 769434"/>
                <a:gd name="connsiteY1" fmla="*/ 1338236 h 1650470"/>
                <a:gd name="connsiteX2" fmla="*/ 89210 w 769434"/>
                <a:gd name="connsiteY2" fmla="*/ 1226724 h 1650470"/>
                <a:gd name="connsiteX3" fmla="*/ 122664 w 769434"/>
                <a:gd name="connsiteY3" fmla="*/ 1204421 h 1650470"/>
                <a:gd name="connsiteX4" fmla="*/ 144966 w 769434"/>
                <a:gd name="connsiteY4" fmla="*/ 1170968 h 1650470"/>
                <a:gd name="connsiteX5" fmla="*/ 223024 w 769434"/>
                <a:gd name="connsiteY5" fmla="*/ 1126363 h 1650470"/>
                <a:gd name="connsiteX6" fmla="*/ 278781 w 769434"/>
                <a:gd name="connsiteY6" fmla="*/ 1070607 h 1650470"/>
                <a:gd name="connsiteX7" fmla="*/ 345688 w 769434"/>
                <a:gd name="connsiteY7" fmla="*/ 1014851 h 1650470"/>
                <a:gd name="connsiteX8" fmla="*/ 367990 w 769434"/>
                <a:gd name="connsiteY8" fmla="*/ 981397 h 1650470"/>
                <a:gd name="connsiteX9" fmla="*/ 446049 w 769434"/>
                <a:gd name="connsiteY9" fmla="*/ 892187 h 1650470"/>
                <a:gd name="connsiteX10" fmla="*/ 468351 w 769434"/>
                <a:gd name="connsiteY10" fmla="*/ 847582 h 1650470"/>
                <a:gd name="connsiteX11" fmla="*/ 524107 w 769434"/>
                <a:gd name="connsiteY11" fmla="*/ 769524 h 1650470"/>
                <a:gd name="connsiteX12" fmla="*/ 535259 w 769434"/>
                <a:gd name="connsiteY12" fmla="*/ 724919 h 1650470"/>
                <a:gd name="connsiteX13" fmla="*/ 557561 w 769434"/>
                <a:gd name="connsiteY13" fmla="*/ 669163 h 1650470"/>
                <a:gd name="connsiteX14" fmla="*/ 591015 w 769434"/>
                <a:gd name="connsiteY14" fmla="*/ 591104 h 1650470"/>
                <a:gd name="connsiteX15" fmla="*/ 602166 w 769434"/>
                <a:gd name="connsiteY15" fmla="*/ 546500 h 1650470"/>
                <a:gd name="connsiteX16" fmla="*/ 635620 w 769434"/>
                <a:gd name="connsiteY16" fmla="*/ 401534 h 1650470"/>
                <a:gd name="connsiteX17" fmla="*/ 646771 w 769434"/>
                <a:gd name="connsiteY17" fmla="*/ 368080 h 1650470"/>
                <a:gd name="connsiteX18" fmla="*/ 669073 w 769434"/>
                <a:gd name="connsiteY18" fmla="*/ 323475 h 1650470"/>
                <a:gd name="connsiteX19" fmla="*/ 680224 w 769434"/>
                <a:gd name="connsiteY19" fmla="*/ 290021 h 1650470"/>
                <a:gd name="connsiteX20" fmla="*/ 691376 w 769434"/>
                <a:gd name="connsiteY20" fmla="*/ 245417 h 1650470"/>
                <a:gd name="connsiteX21" fmla="*/ 713678 w 769434"/>
                <a:gd name="connsiteY21" fmla="*/ 211963 h 1650470"/>
                <a:gd name="connsiteX22" fmla="*/ 724829 w 769434"/>
                <a:gd name="connsiteY22" fmla="*/ 178509 h 1650470"/>
                <a:gd name="connsiteX23" fmla="*/ 747132 w 769434"/>
                <a:gd name="connsiteY23" fmla="*/ 33543 h 1650470"/>
                <a:gd name="connsiteX24" fmla="*/ 769434 w 769434"/>
                <a:gd name="connsiteY24" fmla="*/ 90 h 1650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69434" h="1650470">
                  <a:moveTo>
                    <a:pt x="0" y="1650470"/>
                  </a:moveTo>
                  <a:cubicBezTo>
                    <a:pt x="3717" y="1546392"/>
                    <a:pt x="-4001" y="1441272"/>
                    <a:pt x="11151" y="1338236"/>
                  </a:cubicBezTo>
                  <a:cubicBezTo>
                    <a:pt x="11779" y="1333965"/>
                    <a:pt x="77314" y="1238620"/>
                    <a:pt x="89210" y="1226724"/>
                  </a:cubicBezTo>
                  <a:cubicBezTo>
                    <a:pt x="98687" y="1217247"/>
                    <a:pt x="111513" y="1211855"/>
                    <a:pt x="122664" y="1204421"/>
                  </a:cubicBezTo>
                  <a:cubicBezTo>
                    <a:pt x="130098" y="1193270"/>
                    <a:pt x="135489" y="1180445"/>
                    <a:pt x="144966" y="1170968"/>
                  </a:cubicBezTo>
                  <a:cubicBezTo>
                    <a:pt x="160729" y="1155205"/>
                    <a:pt x="205530" y="1135110"/>
                    <a:pt x="223024" y="1126363"/>
                  </a:cubicBezTo>
                  <a:cubicBezTo>
                    <a:pt x="263915" y="1065028"/>
                    <a:pt x="223022" y="1117073"/>
                    <a:pt x="278781" y="1070607"/>
                  </a:cubicBezTo>
                  <a:cubicBezTo>
                    <a:pt x="364641" y="999056"/>
                    <a:pt x="262628" y="1070223"/>
                    <a:pt x="345688" y="1014851"/>
                  </a:cubicBezTo>
                  <a:cubicBezTo>
                    <a:pt x="353122" y="1003700"/>
                    <a:pt x="359410" y="991693"/>
                    <a:pt x="367990" y="981397"/>
                  </a:cubicBezTo>
                  <a:cubicBezTo>
                    <a:pt x="421728" y="916910"/>
                    <a:pt x="386379" y="981693"/>
                    <a:pt x="446049" y="892187"/>
                  </a:cubicBezTo>
                  <a:cubicBezTo>
                    <a:pt x="455270" y="878356"/>
                    <a:pt x="460104" y="862015"/>
                    <a:pt x="468351" y="847582"/>
                  </a:cubicBezTo>
                  <a:cubicBezTo>
                    <a:pt x="481390" y="824764"/>
                    <a:pt x="509757" y="788658"/>
                    <a:pt x="524107" y="769524"/>
                  </a:cubicBezTo>
                  <a:cubicBezTo>
                    <a:pt x="527824" y="754656"/>
                    <a:pt x="530412" y="739458"/>
                    <a:pt x="535259" y="724919"/>
                  </a:cubicBezTo>
                  <a:cubicBezTo>
                    <a:pt x="541589" y="705929"/>
                    <a:pt x="550533" y="687906"/>
                    <a:pt x="557561" y="669163"/>
                  </a:cubicBezTo>
                  <a:cubicBezTo>
                    <a:pt x="582172" y="603532"/>
                    <a:pt x="551854" y="669424"/>
                    <a:pt x="591015" y="591104"/>
                  </a:cubicBezTo>
                  <a:cubicBezTo>
                    <a:pt x="594732" y="576236"/>
                    <a:pt x="598841" y="561461"/>
                    <a:pt x="602166" y="546500"/>
                  </a:cubicBezTo>
                  <a:cubicBezTo>
                    <a:pt x="613963" y="493413"/>
                    <a:pt x="617396" y="456207"/>
                    <a:pt x="635620" y="401534"/>
                  </a:cubicBezTo>
                  <a:cubicBezTo>
                    <a:pt x="639337" y="390383"/>
                    <a:pt x="642141" y="378884"/>
                    <a:pt x="646771" y="368080"/>
                  </a:cubicBezTo>
                  <a:cubicBezTo>
                    <a:pt x="653319" y="352801"/>
                    <a:pt x="662525" y="338754"/>
                    <a:pt x="669073" y="323475"/>
                  </a:cubicBezTo>
                  <a:cubicBezTo>
                    <a:pt x="673703" y="312671"/>
                    <a:pt x="676995" y="301323"/>
                    <a:pt x="680224" y="290021"/>
                  </a:cubicBezTo>
                  <a:cubicBezTo>
                    <a:pt x="684434" y="275285"/>
                    <a:pt x="685339" y="259503"/>
                    <a:pt x="691376" y="245417"/>
                  </a:cubicBezTo>
                  <a:cubicBezTo>
                    <a:pt x="696655" y="233099"/>
                    <a:pt x="707685" y="223950"/>
                    <a:pt x="713678" y="211963"/>
                  </a:cubicBezTo>
                  <a:cubicBezTo>
                    <a:pt x="718935" y="201449"/>
                    <a:pt x="721112" y="189660"/>
                    <a:pt x="724829" y="178509"/>
                  </a:cubicBezTo>
                  <a:cubicBezTo>
                    <a:pt x="733816" y="97628"/>
                    <a:pt x="729574" y="94998"/>
                    <a:pt x="747132" y="33543"/>
                  </a:cubicBezTo>
                  <a:cubicBezTo>
                    <a:pt x="757697" y="-3436"/>
                    <a:pt x="747086" y="90"/>
                    <a:pt x="769434" y="9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D887626C-12C3-EBF1-B4B8-B9FB3169E6B6}"/>
                </a:ext>
              </a:extLst>
            </p:cNvPr>
            <p:cNvSpPr/>
            <p:nvPr/>
          </p:nvSpPr>
          <p:spPr>
            <a:xfrm>
              <a:off x="16497180" y="16186449"/>
              <a:ext cx="2797651" cy="5432874"/>
            </a:xfrm>
            <a:custGeom>
              <a:avLst/>
              <a:gdLst>
                <a:gd name="connsiteX0" fmla="*/ 0 w 2497903"/>
                <a:gd name="connsiteY0" fmla="*/ 0 h 4850780"/>
                <a:gd name="connsiteX1" fmla="*/ 66907 w 2497903"/>
                <a:gd name="connsiteY1" fmla="*/ 78058 h 4850780"/>
                <a:gd name="connsiteX2" fmla="*/ 122663 w 2497903"/>
                <a:gd name="connsiteY2" fmla="*/ 133814 h 4850780"/>
                <a:gd name="connsiteX3" fmla="*/ 167268 w 2497903"/>
                <a:gd name="connsiteY3" fmla="*/ 200722 h 4850780"/>
                <a:gd name="connsiteX4" fmla="*/ 178420 w 2497903"/>
                <a:gd name="connsiteY4" fmla="*/ 245326 h 4850780"/>
                <a:gd name="connsiteX5" fmla="*/ 200722 w 2497903"/>
                <a:gd name="connsiteY5" fmla="*/ 278780 h 4850780"/>
                <a:gd name="connsiteX6" fmla="*/ 223024 w 2497903"/>
                <a:gd name="connsiteY6" fmla="*/ 323385 h 4850780"/>
                <a:gd name="connsiteX7" fmla="*/ 234176 w 2497903"/>
                <a:gd name="connsiteY7" fmla="*/ 367990 h 4850780"/>
                <a:gd name="connsiteX8" fmla="*/ 267629 w 2497903"/>
                <a:gd name="connsiteY8" fmla="*/ 446048 h 4850780"/>
                <a:gd name="connsiteX9" fmla="*/ 278781 w 2497903"/>
                <a:gd name="connsiteY9" fmla="*/ 490653 h 4850780"/>
                <a:gd name="connsiteX10" fmla="*/ 301083 w 2497903"/>
                <a:gd name="connsiteY10" fmla="*/ 524107 h 4850780"/>
                <a:gd name="connsiteX11" fmla="*/ 323385 w 2497903"/>
                <a:gd name="connsiteY11" fmla="*/ 579863 h 4850780"/>
                <a:gd name="connsiteX12" fmla="*/ 334537 w 2497903"/>
                <a:gd name="connsiteY12" fmla="*/ 613317 h 4850780"/>
                <a:gd name="connsiteX13" fmla="*/ 356839 w 2497903"/>
                <a:gd name="connsiteY13" fmla="*/ 646770 h 4850780"/>
                <a:gd name="connsiteX14" fmla="*/ 379141 w 2497903"/>
                <a:gd name="connsiteY14" fmla="*/ 691375 h 4850780"/>
                <a:gd name="connsiteX15" fmla="*/ 401444 w 2497903"/>
                <a:gd name="connsiteY15" fmla="*/ 724829 h 4850780"/>
                <a:gd name="connsiteX16" fmla="*/ 423746 w 2497903"/>
                <a:gd name="connsiteY16" fmla="*/ 769434 h 4850780"/>
                <a:gd name="connsiteX17" fmla="*/ 468351 w 2497903"/>
                <a:gd name="connsiteY17" fmla="*/ 825190 h 4850780"/>
                <a:gd name="connsiteX18" fmla="*/ 479502 w 2497903"/>
                <a:gd name="connsiteY18" fmla="*/ 858644 h 4850780"/>
                <a:gd name="connsiteX19" fmla="*/ 535259 w 2497903"/>
                <a:gd name="connsiteY19" fmla="*/ 925551 h 4850780"/>
                <a:gd name="connsiteX20" fmla="*/ 591015 w 2497903"/>
                <a:gd name="connsiteY20" fmla="*/ 992458 h 4850780"/>
                <a:gd name="connsiteX21" fmla="*/ 669073 w 2497903"/>
                <a:gd name="connsiteY21" fmla="*/ 1092819 h 4850780"/>
                <a:gd name="connsiteX22" fmla="*/ 669073 w 2497903"/>
                <a:gd name="connsiteY22" fmla="*/ 1092819 h 4850780"/>
                <a:gd name="connsiteX23" fmla="*/ 735981 w 2497903"/>
                <a:gd name="connsiteY23" fmla="*/ 1193180 h 4850780"/>
                <a:gd name="connsiteX24" fmla="*/ 758283 w 2497903"/>
                <a:gd name="connsiteY24" fmla="*/ 1226634 h 4850780"/>
                <a:gd name="connsiteX25" fmla="*/ 802888 w 2497903"/>
                <a:gd name="connsiteY25" fmla="*/ 1304692 h 4850780"/>
                <a:gd name="connsiteX26" fmla="*/ 836341 w 2497903"/>
                <a:gd name="connsiteY26" fmla="*/ 1371600 h 4850780"/>
                <a:gd name="connsiteX27" fmla="*/ 869795 w 2497903"/>
                <a:gd name="connsiteY27" fmla="*/ 1471961 h 4850780"/>
                <a:gd name="connsiteX28" fmla="*/ 880946 w 2497903"/>
                <a:gd name="connsiteY28" fmla="*/ 1505414 h 4850780"/>
                <a:gd name="connsiteX29" fmla="*/ 892098 w 2497903"/>
                <a:gd name="connsiteY29" fmla="*/ 1538868 h 4850780"/>
                <a:gd name="connsiteX30" fmla="*/ 914400 w 2497903"/>
                <a:gd name="connsiteY30" fmla="*/ 1683834 h 4850780"/>
                <a:gd name="connsiteX31" fmla="*/ 947854 w 2497903"/>
                <a:gd name="connsiteY31" fmla="*/ 1784195 h 4850780"/>
                <a:gd name="connsiteX32" fmla="*/ 981307 w 2497903"/>
                <a:gd name="connsiteY32" fmla="*/ 1884556 h 4850780"/>
                <a:gd name="connsiteX33" fmla="*/ 1070517 w 2497903"/>
                <a:gd name="connsiteY33" fmla="*/ 2118731 h 4850780"/>
                <a:gd name="connsiteX34" fmla="*/ 1427356 w 2497903"/>
                <a:gd name="connsiteY34" fmla="*/ 2843561 h 4850780"/>
                <a:gd name="connsiteX35" fmla="*/ 1750741 w 2497903"/>
                <a:gd name="connsiteY35" fmla="*/ 3200400 h 4850780"/>
                <a:gd name="connsiteX36" fmla="*/ 1839951 w 2497903"/>
                <a:gd name="connsiteY36" fmla="*/ 3445726 h 4850780"/>
                <a:gd name="connsiteX37" fmla="*/ 1962615 w 2497903"/>
                <a:gd name="connsiteY37" fmla="*/ 3802566 h 4850780"/>
                <a:gd name="connsiteX38" fmla="*/ 2029522 w 2497903"/>
                <a:gd name="connsiteY38" fmla="*/ 3947531 h 4850780"/>
                <a:gd name="connsiteX39" fmla="*/ 2074127 w 2497903"/>
                <a:gd name="connsiteY39" fmla="*/ 4047892 h 4850780"/>
                <a:gd name="connsiteX40" fmla="*/ 2118732 w 2497903"/>
                <a:gd name="connsiteY40" fmla="*/ 4148253 h 4850780"/>
                <a:gd name="connsiteX41" fmla="*/ 2152185 w 2497903"/>
                <a:gd name="connsiteY41" fmla="*/ 4215161 h 4850780"/>
                <a:gd name="connsiteX42" fmla="*/ 2174488 w 2497903"/>
                <a:gd name="connsiteY42" fmla="*/ 4293219 h 4850780"/>
                <a:gd name="connsiteX43" fmla="*/ 2219093 w 2497903"/>
                <a:gd name="connsiteY43" fmla="*/ 4371278 h 4850780"/>
                <a:gd name="connsiteX44" fmla="*/ 2241395 w 2497903"/>
                <a:gd name="connsiteY44" fmla="*/ 4438185 h 4850780"/>
                <a:gd name="connsiteX45" fmla="*/ 2252546 w 2497903"/>
                <a:gd name="connsiteY45" fmla="*/ 4471639 h 4850780"/>
                <a:gd name="connsiteX46" fmla="*/ 2297151 w 2497903"/>
                <a:gd name="connsiteY46" fmla="*/ 4516244 h 4850780"/>
                <a:gd name="connsiteX47" fmla="*/ 2319454 w 2497903"/>
                <a:gd name="connsiteY47" fmla="*/ 4538546 h 4850780"/>
                <a:gd name="connsiteX48" fmla="*/ 2341756 w 2497903"/>
                <a:gd name="connsiteY48" fmla="*/ 4572000 h 4850780"/>
                <a:gd name="connsiteX49" fmla="*/ 2386361 w 2497903"/>
                <a:gd name="connsiteY49" fmla="*/ 4616605 h 4850780"/>
                <a:gd name="connsiteX50" fmla="*/ 2430966 w 2497903"/>
                <a:gd name="connsiteY50" fmla="*/ 4672361 h 4850780"/>
                <a:gd name="connsiteX51" fmla="*/ 2442117 w 2497903"/>
                <a:gd name="connsiteY51" fmla="*/ 4705814 h 4850780"/>
                <a:gd name="connsiteX52" fmla="*/ 2464420 w 2497903"/>
                <a:gd name="connsiteY52" fmla="*/ 4739268 h 4850780"/>
                <a:gd name="connsiteX53" fmla="*/ 2486722 w 2497903"/>
                <a:gd name="connsiteY53" fmla="*/ 4806175 h 4850780"/>
                <a:gd name="connsiteX54" fmla="*/ 2497873 w 2497903"/>
                <a:gd name="connsiteY54" fmla="*/ 4850780 h 485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497903" h="4850780">
                  <a:moveTo>
                    <a:pt x="0" y="0"/>
                  </a:moveTo>
                  <a:cubicBezTo>
                    <a:pt x="22302" y="26019"/>
                    <a:pt x="43750" y="52796"/>
                    <a:pt x="66907" y="78058"/>
                  </a:cubicBezTo>
                  <a:cubicBezTo>
                    <a:pt x="84668" y="97433"/>
                    <a:pt x="110908" y="110305"/>
                    <a:pt x="122663" y="133814"/>
                  </a:cubicBezTo>
                  <a:cubicBezTo>
                    <a:pt x="149668" y="187823"/>
                    <a:pt x="133212" y="166664"/>
                    <a:pt x="167268" y="200722"/>
                  </a:cubicBezTo>
                  <a:cubicBezTo>
                    <a:pt x="170985" y="215590"/>
                    <a:pt x="172383" y="231240"/>
                    <a:pt x="178420" y="245326"/>
                  </a:cubicBezTo>
                  <a:cubicBezTo>
                    <a:pt x="183699" y="257644"/>
                    <a:pt x="194073" y="267144"/>
                    <a:pt x="200722" y="278780"/>
                  </a:cubicBezTo>
                  <a:cubicBezTo>
                    <a:pt x="208969" y="293213"/>
                    <a:pt x="217187" y="307820"/>
                    <a:pt x="223024" y="323385"/>
                  </a:cubicBezTo>
                  <a:cubicBezTo>
                    <a:pt x="228405" y="337735"/>
                    <a:pt x="228795" y="353640"/>
                    <a:pt x="234176" y="367990"/>
                  </a:cubicBezTo>
                  <a:cubicBezTo>
                    <a:pt x="269861" y="463148"/>
                    <a:pt x="245475" y="368513"/>
                    <a:pt x="267629" y="446048"/>
                  </a:cubicBezTo>
                  <a:cubicBezTo>
                    <a:pt x="271839" y="460784"/>
                    <a:pt x="272744" y="476566"/>
                    <a:pt x="278781" y="490653"/>
                  </a:cubicBezTo>
                  <a:cubicBezTo>
                    <a:pt x="284060" y="502971"/>
                    <a:pt x="295090" y="512120"/>
                    <a:pt x="301083" y="524107"/>
                  </a:cubicBezTo>
                  <a:cubicBezTo>
                    <a:pt x="310035" y="542011"/>
                    <a:pt x="316357" y="561121"/>
                    <a:pt x="323385" y="579863"/>
                  </a:cubicBezTo>
                  <a:cubicBezTo>
                    <a:pt x="327512" y="590869"/>
                    <a:pt x="329280" y="602803"/>
                    <a:pt x="334537" y="613317"/>
                  </a:cubicBezTo>
                  <a:cubicBezTo>
                    <a:pt x="340531" y="625304"/>
                    <a:pt x="350190" y="635134"/>
                    <a:pt x="356839" y="646770"/>
                  </a:cubicBezTo>
                  <a:cubicBezTo>
                    <a:pt x="365086" y="661203"/>
                    <a:pt x="370894" y="676942"/>
                    <a:pt x="379141" y="691375"/>
                  </a:cubicBezTo>
                  <a:cubicBezTo>
                    <a:pt x="385790" y="703011"/>
                    <a:pt x="394795" y="713193"/>
                    <a:pt x="401444" y="724829"/>
                  </a:cubicBezTo>
                  <a:cubicBezTo>
                    <a:pt x="409691" y="739262"/>
                    <a:pt x="414525" y="755603"/>
                    <a:pt x="423746" y="769434"/>
                  </a:cubicBezTo>
                  <a:cubicBezTo>
                    <a:pt x="436948" y="789238"/>
                    <a:pt x="453483" y="806605"/>
                    <a:pt x="468351" y="825190"/>
                  </a:cubicBezTo>
                  <a:cubicBezTo>
                    <a:pt x="472068" y="836341"/>
                    <a:pt x="473670" y="848438"/>
                    <a:pt x="479502" y="858644"/>
                  </a:cubicBezTo>
                  <a:cubicBezTo>
                    <a:pt x="511925" y="915383"/>
                    <a:pt x="503966" y="887999"/>
                    <a:pt x="535259" y="925551"/>
                  </a:cubicBezTo>
                  <a:cubicBezTo>
                    <a:pt x="601523" y="1005068"/>
                    <a:pt x="540578" y="942023"/>
                    <a:pt x="591015" y="992458"/>
                  </a:cubicBezTo>
                  <a:cubicBezTo>
                    <a:pt x="625071" y="1060572"/>
                    <a:pt x="601563" y="1025309"/>
                    <a:pt x="669073" y="1092819"/>
                  </a:cubicBezTo>
                  <a:lnTo>
                    <a:pt x="669073" y="1092819"/>
                  </a:lnTo>
                  <a:lnTo>
                    <a:pt x="735981" y="1193180"/>
                  </a:lnTo>
                  <a:cubicBezTo>
                    <a:pt x="743415" y="1204331"/>
                    <a:pt x="752290" y="1214647"/>
                    <a:pt x="758283" y="1226634"/>
                  </a:cubicBezTo>
                  <a:cubicBezTo>
                    <a:pt x="786578" y="1283226"/>
                    <a:pt x="771364" y="1257408"/>
                    <a:pt x="802888" y="1304692"/>
                  </a:cubicBezTo>
                  <a:cubicBezTo>
                    <a:pt x="843551" y="1426684"/>
                    <a:pt x="778702" y="1241914"/>
                    <a:pt x="836341" y="1371600"/>
                  </a:cubicBezTo>
                  <a:cubicBezTo>
                    <a:pt x="836348" y="1371615"/>
                    <a:pt x="864217" y="1455226"/>
                    <a:pt x="869795" y="1471961"/>
                  </a:cubicBezTo>
                  <a:lnTo>
                    <a:pt x="880946" y="1505414"/>
                  </a:lnTo>
                  <a:lnTo>
                    <a:pt x="892098" y="1538868"/>
                  </a:lnTo>
                  <a:cubicBezTo>
                    <a:pt x="894456" y="1555372"/>
                    <a:pt x="909243" y="1663206"/>
                    <a:pt x="914400" y="1683834"/>
                  </a:cubicBezTo>
                  <a:cubicBezTo>
                    <a:pt x="914407" y="1683861"/>
                    <a:pt x="942274" y="1767455"/>
                    <a:pt x="947854" y="1784195"/>
                  </a:cubicBezTo>
                  <a:lnTo>
                    <a:pt x="981307" y="1884556"/>
                  </a:lnTo>
                  <a:cubicBezTo>
                    <a:pt x="1007721" y="1963800"/>
                    <a:pt x="1038005" y="2041787"/>
                    <a:pt x="1070517" y="2118731"/>
                  </a:cubicBezTo>
                  <a:cubicBezTo>
                    <a:pt x="1219066" y="2470296"/>
                    <a:pt x="1244059" y="2595570"/>
                    <a:pt x="1427356" y="2843561"/>
                  </a:cubicBezTo>
                  <a:cubicBezTo>
                    <a:pt x="1691747" y="3201267"/>
                    <a:pt x="1554019" y="3161053"/>
                    <a:pt x="1750741" y="3200400"/>
                  </a:cubicBezTo>
                  <a:cubicBezTo>
                    <a:pt x="1776034" y="3352147"/>
                    <a:pt x="1742873" y="3186850"/>
                    <a:pt x="1839951" y="3445726"/>
                  </a:cubicBezTo>
                  <a:cubicBezTo>
                    <a:pt x="1884115" y="3563496"/>
                    <a:pt x="1918165" y="3684904"/>
                    <a:pt x="1962615" y="3802566"/>
                  </a:cubicBezTo>
                  <a:cubicBezTo>
                    <a:pt x="1981423" y="3852352"/>
                    <a:pt x="2008870" y="3898481"/>
                    <a:pt x="2029522" y="3947531"/>
                  </a:cubicBezTo>
                  <a:cubicBezTo>
                    <a:pt x="2075019" y="4055588"/>
                    <a:pt x="2027976" y="3978668"/>
                    <a:pt x="2074127" y="4047892"/>
                  </a:cubicBezTo>
                  <a:cubicBezTo>
                    <a:pt x="2100667" y="4127514"/>
                    <a:pt x="2083388" y="4095240"/>
                    <a:pt x="2118732" y="4148253"/>
                  </a:cubicBezTo>
                  <a:cubicBezTo>
                    <a:pt x="2146233" y="4258260"/>
                    <a:pt x="2109579" y="4144152"/>
                    <a:pt x="2152185" y="4215161"/>
                  </a:cubicBezTo>
                  <a:cubicBezTo>
                    <a:pt x="2161175" y="4230145"/>
                    <a:pt x="2169624" y="4280249"/>
                    <a:pt x="2174488" y="4293219"/>
                  </a:cubicBezTo>
                  <a:cubicBezTo>
                    <a:pt x="2186615" y="4325560"/>
                    <a:pt x="2200604" y="4343545"/>
                    <a:pt x="2219093" y="4371278"/>
                  </a:cubicBezTo>
                  <a:lnTo>
                    <a:pt x="2241395" y="4438185"/>
                  </a:lnTo>
                  <a:cubicBezTo>
                    <a:pt x="2245112" y="4449336"/>
                    <a:pt x="2244234" y="4463327"/>
                    <a:pt x="2252546" y="4471639"/>
                  </a:cubicBezTo>
                  <a:lnTo>
                    <a:pt x="2297151" y="4516244"/>
                  </a:lnTo>
                  <a:cubicBezTo>
                    <a:pt x="2304585" y="4523678"/>
                    <a:pt x="2313622" y="4529798"/>
                    <a:pt x="2319454" y="4538546"/>
                  </a:cubicBezTo>
                  <a:cubicBezTo>
                    <a:pt x="2326888" y="4549697"/>
                    <a:pt x="2333034" y="4561824"/>
                    <a:pt x="2341756" y="4572000"/>
                  </a:cubicBezTo>
                  <a:cubicBezTo>
                    <a:pt x="2355440" y="4587965"/>
                    <a:pt x="2374697" y="4599109"/>
                    <a:pt x="2386361" y="4616605"/>
                  </a:cubicBezTo>
                  <a:cubicBezTo>
                    <a:pt x="2414495" y="4658806"/>
                    <a:pt x="2399186" y="4640581"/>
                    <a:pt x="2430966" y="4672361"/>
                  </a:cubicBezTo>
                  <a:cubicBezTo>
                    <a:pt x="2434683" y="4683512"/>
                    <a:pt x="2436860" y="4695301"/>
                    <a:pt x="2442117" y="4705814"/>
                  </a:cubicBezTo>
                  <a:cubicBezTo>
                    <a:pt x="2448111" y="4717801"/>
                    <a:pt x="2458977" y="4727021"/>
                    <a:pt x="2464420" y="4739268"/>
                  </a:cubicBezTo>
                  <a:cubicBezTo>
                    <a:pt x="2473968" y="4760751"/>
                    <a:pt x="2479288" y="4783873"/>
                    <a:pt x="2486722" y="4806175"/>
                  </a:cubicBezTo>
                  <a:cubicBezTo>
                    <a:pt x="2499048" y="4843155"/>
                    <a:pt x="2497873" y="4827875"/>
                    <a:pt x="2497873" y="485078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09" name="Oval 208">
              <a:extLst>
                <a:ext uri="{FF2B5EF4-FFF2-40B4-BE49-F238E27FC236}">
                  <a16:creationId xmlns:a16="http://schemas.microsoft.com/office/drawing/2014/main" id="{2F3F1530-E31F-7DB4-DE6D-4A5333766EC2}"/>
                </a:ext>
              </a:extLst>
            </p:cNvPr>
            <p:cNvSpPr/>
            <p:nvPr/>
          </p:nvSpPr>
          <p:spPr>
            <a:xfrm>
              <a:off x="16407122" y="16074649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5D653778-EBE0-DC35-C099-A0CE2810FCE7}"/>
                </a:ext>
              </a:extLst>
            </p:cNvPr>
            <p:cNvCxnSpPr>
              <a:cxnSpLocks/>
            </p:cNvCxnSpPr>
            <p:nvPr/>
          </p:nvCxnSpPr>
          <p:spPr>
            <a:xfrm>
              <a:off x="15647894" y="18035904"/>
              <a:ext cx="0" cy="866984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A422B2FA-7427-6AB2-C19D-3807ECC887DA}"/>
                </a:ext>
              </a:extLst>
            </p:cNvPr>
            <p:cNvCxnSpPr>
              <a:cxnSpLocks/>
            </p:cNvCxnSpPr>
            <p:nvPr/>
          </p:nvCxnSpPr>
          <p:spPr>
            <a:xfrm>
              <a:off x="15037152" y="18427973"/>
              <a:ext cx="0" cy="474921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95B123E1-E458-FB53-7D6C-8D147E4F3D77}"/>
                    </a:ext>
                  </a:extLst>
                </p:cNvPr>
                <p:cNvSpPr txBox="1"/>
                <p:nvPr/>
              </p:nvSpPr>
              <p:spPr>
                <a:xfrm>
                  <a:off x="14498064" y="18404475"/>
                  <a:ext cx="711136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95B123E1-E458-FB53-7D6C-8D147E4F3D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98064" y="18404475"/>
                  <a:ext cx="711136" cy="59808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5F250E94-C627-1821-8052-280A64A3ED22}"/>
                    </a:ext>
                  </a:extLst>
                </p:cNvPr>
                <p:cNvSpPr txBox="1"/>
                <p:nvPr/>
              </p:nvSpPr>
              <p:spPr>
                <a:xfrm>
                  <a:off x="14921179" y="18115675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5F250E94-C627-1821-8052-280A64A3E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21179" y="18115675"/>
                  <a:ext cx="1120139" cy="598080"/>
                </a:xfrm>
                <a:prstGeom prst="rect">
                  <a:avLst/>
                </a:prstGeom>
                <a:blipFill>
                  <a:blip r:embed="rId17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7A71C6DA-5701-8784-883E-0BDA2B097A94}"/>
                </a:ext>
              </a:extLst>
            </p:cNvPr>
            <p:cNvSpPr/>
            <p:nvPr/>
          </p:nvSpPr>
          <p:spPr>
            <a:xfrm>
              <a:off x="12816508" y="18360409"/>
              <a:ext cx="2197401" cy="3261301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15CB9122-FDB5-5607-CEC0-3B1E045CCEDF}"/>
                </a:ext>
              </a:extLst>
            </p:cNvPr>
            <p:cNvSpPr/>
            <p:nvPr/>
          </p:nvSpPr>
          <p:spPr>
            <a:xfrm>
              <a:off x="14884275" y="18370345"/>
              <a:ext cx="885296" cy="3251358"/>
            </a:xfrm>
            <a:custGeom>
              <a:avLst/>
              <a:gdLst>
                <a:gd name="connsiteX0" fmla="*/ 790443 w 790443"/>
                <a:gd name="connsiteY0" fmla="*/ 2902998 h 2902998"/>
                <a:gd name="connsiteX1" fmla="*/ 719422 w 790443"/>
                <a:gd name="connsiteY1" fmla="*/ 2805344 h 2902998"/>
                <a:gd name="connsiteX2" fmla="*/ 692789 w 790443"/>
                <a:gd name="connsiteY2" fmla="*/ 2769833 h 2902998"/>
                <a:gd name="connsiteX3" fmla="*/ 630645 w 790443"/>
                <a:gd name="connsiteY3" fmla="*/ 2672179 h 2902998"/>
                <a:gd name="connsiteX4" fmla="*/ 595135 w 790443"/>
                <a:gd name="connsiteY4" fmla="*/ 2610035 h 2902998"/>
                <a:gd name="connsiteX5" fmla="*/ 577379 w 790443"/>
                <a:gd name="connsiteY5" fmla="*/ 2574524 h 2902998"/>
                <a:gd name="connsiteX6" fmla="*/ 524113 w 790443"/>
                <a:gd name="connsiteY6" fmla="*/ 2494625 h 2902998"/>
                <a:gd name="connsiteX7" fmla="*/ 506358 w 790443"/>
                <a:gd name="connsiteY7" fmla="*/ 2467992 h 2902998"/>
                <a:gd name="connsiteX8" fmla="*/ 488603 w 790443"/>
                <a:gd name="connsiteY8" fmla="*/ 2432482 h 2902998"/>
                <a:gd name="connsiteX9" fmla="*/ 435337 w 790443"/>
                <a:gd name="connsiteY9" fmla="*/ 2343705 h 2902998"/>
                <a:gd name="connsiteX10" fmla="*/ 426459 w 790443"/>
                <a:gd name="connsiteY10" fmla="*/ 2308194 h 2902998"/>
                <a:gd name="connsiteX11" fmla="*/ 408704 w 790443"/>
                <a:gd name="connsiteY11" fmla="*/ 2254928 h 2902998"/>
                <a:gd name="connsiteX12" fmla="*/ 399826 w 790443"/>
                <a:gd name="connsiteY12" fmla="*/ 2219418 h 2902998"/>
                <a:gd name="connsiteX13" fmla="*/ 382071 w 790443"/>
                <a:gd name="connsiteY13" fmla="*/ 2166152 h 2902998"/>
                <a:gd name="connsiteX14" fmla="*/ 373193 w 790443"/>
                <a:gd name="connsiteY14" fmla="*/ 2139519 h 2902998"/>
                <a:gd name="connsiteX15" fmla="*/ 364315 w 790443"/>
                <a:gd name="connsiteY15" fmla="*/ 2068497 h 2902998"/>
                <a:gd name="connsiteX16" fmla="*/ 355438 w 790443"/>
                <a:gd name="connsiteY16" fmla="*/ 1882066 h 2902998"/>
                <a:gd name="connsiteX17" fmla="*/ 293294 w 790443"/>
                <a:gd name="connsiteY17" fmla="*/ 1784412 h 2902998"/>
                <a:gd name="connsiteX18" fmla="*/ 266661 w 790443"/>
                <a:gd name="connsiteY18" fmla="*/ 1748901 h 2902998"/>
                <a:gd name="connsiteX19" fmla="*/ 240028 w 790443"/>
                <a:gd name="connsiteY19" fmla="*/ 1722268 h 2902998"/>
                <a:gd name="connsiteX20" fmla="*/ 213395 w 790443"/>
                <a:gd name="connsiteY20" fmla="*/ 1677880 h 2902998"/>
                <a:gd name="connsiteX21" fmla="*/ 186762 w 790443"/>
                <a:gd name="connsiteY21" fmla="*/ 1642369 h 2902998"/>
                <a:gd name="connsiteX22" fmla="*/ 160129 w 790443"/>
                <a:gd name="connsiteY22" fmla="*/ 1589103 h 2902998"/>
                <a:gd name="connsiteX23" fmla="*/ 142373 w 790443"/>
                <a:gd name="connsiteY23" fmla="*/ 1544715 h 2902998"/>
                <a:gd name="connsiteX24" fmla="*/ 124618 w 790443"/>
                <a:gd name="connsiteY24" fmla="*/ 1518082 h 2902998"/>
                <a:gd name="connsiteX25" fmla="*/ 89107 w 790443"/>
                <a:gd name="connsiteY25" fmla="*/ 1447060 h 2902998"/>
                <a:gd name="connsiteX26" fmla="*/ 71352 w 790443"/>
                <a:gd name="connsiteY26" fmla="*/ 1393794 h 2902998"/>
                <a:gd name="connsiteX27" fmla="*/ 35841 w 790443"/>
                <a:gd name="connsiteY27" fmla="*/ 1331651 h 2902998"/>
                <a:gd name="connsiteX28" fmla="*/ 26964 w 790443"/>
                <a:gd name="connsiteY28" fmla="*/ 1296140 h 2902998"/>
                <a:gd name="connsiteX29" fmla="*/ 9208 w 790443"/>
                <a:gd name="connsiteY29" fmla="*/ 1242874 h 2902998"/>
                <a:gd name="connsiteX30" fmla="*/ 331 w 790443"/>
                <a:gd name="connsiteY30" fmla="*/ 1189608 h 2902998"/>
                <a:gd name="connsiteX31" fmla="*/ 18086 w 790443"/>
                <a:gd name="connsiteY31" fmla="*/ 1020932 h 2902998"/>
                <a:gd name="connsiteX32" fmla="*/ 26964 w 790443"/>
                <a:gd name="connsiteY32" fmla="*/ 985422 h 2902998"/>
                <a:gd name="connsiteX33" fmla="*/ 44719 w 790443"/>
                <a:gd name="connsiteY33" fmla="*/ 949911 h 2902998"/>
                <a:gd name="connsiteX34" fmla="*/ 53597 w 790443"/>
                <a:gd name="connsiteY34" fmla="*/ 923278 h 2902998"/>
                <a:gd name="connsiteX35" fmla="*/ 71352 w 790443"/>
                <a:gd name="connsiteY35" fmla="*/ 896645 h 2902998"/>
                <a:gd name="connsiteX36" fmla="*/ 80230 w 790443"/>
                <a:gd name="connsiteY36" fmla="*/ 870012 h 2902998"/>
                <a:gd name="connsiteX37" fmla="*/ 106863 w 790443"/>
                <a:gd name="connsiteY37" fmla="*/ 843379 h 2902998"/>
                <a:gd name="connsiteX38" fmla="*/ 133496 w 790443"/>
                <a:gd name="connsiteY38" fmla="*/ 798991 h 2902998"/>
                <a:gd name="connsiteX39" fmla="*/ 151251 w 790443"/>
                <a:gd name="connsiteY39" fmla="*/ 772358 h 2902998"/>
                <a:gd name="connsiteX40" fmla="*/ 186762 w 790443"/>
                <a:gd name="connsiteY40" fmla="*/ 736847 h 2902998"/>
                <a:gd name="connsiteX41" fmla="*/ 204517 w 790443"/>
                <a:gd name="connsiteY41" fmla="*/ 719091 h 2902998"/>
                <a:gd name="connsiteX42" fmla="*/ 240028 w 790443"/>
                <a:gd name="connsiteY42" fmla="*/ 665825 h 2902998"/>
                <a:gd name="connsiteX43" fmla="*/ 248906 w 790443"/>
                <a:gd name="connsiteY43" fmla="*/ 639192 h 2902998"/>
                <a:gd name="connsiteX44" fmla="*/ 302172 w 790443"/>
                <a:gd name="connsiteY44" fmla="*/ 568171 h 2902998"/>
                <a:gd name="connsiteX45" fmla="*/ 319927 w 790443"/>
                <a:gd name="connsiteY45" fmla="*/ 514905 h 2902998"/>
                <a:gd name="connsiteX46" fmla="*/ 337682 w 790443"/>
                <a:gd name="connsiteY46" fmla="*/ 488272 h 2902998"/>
                <a:gd name="connsiteX47" fmla="*/ 355438 w 790443"/>
                <a:gd name="connsiteY47" fmla="*/ 435006 h 2902998"/>
                <a:gd name="connsiteX48" fmla="*/ 346560 w 790443"/>
                <a:gd name="connsiteY48" fmla="*/ 355107 h 2902998"/>
                <a:gd name="connsiteX49" fmla="*/ 319927 w 790443"/>
                <a:gd name="connsiteY49" fmla="*/ 301841 h 2902998"/>
                <a:gd name="connsiteX50" fmla="*/ 311049 w 790443"/>
                <a:gd name="connsiteY50" fmla="*/ 275208 h 2902998"/>
                <a:gd name="connsiteX51" fmla="*/ 293294 w 790443"/>
                <a:gd name="connsiteY51" fmla="*/ 248575 h 2902998"/>
                <a:gd name="connsiteX52" fmla="*/ 284416 w 790443"/>
                <a:gd name="connsiteY52" fmla="*/ 221942 h 2902998"/>
                <a:gd name="connsiteX53" fmla="*/ 266661 w 790443"/>
                <a:gd name="connsiteY53" fmla="*/ 195309 h 2902998"/>
                <a:gd name="connsiteX54" fmla="*/ 257783 w 790443"/>
                <a:gd name="connsiteY54" fmla="*/ 168676 h 2902998"/>
                <a:gd name="connsiteX55" fmla="*/ 222273 w 790443"/>
                <a:gd name="connsiteY55" fmla="*/ 79899 h 2902998"/>
                <a:gd name="connsiteX56" fmla="*/ 177884 w 790443"/>
                <a:gd name="connsiteY56" fmla="*/ 26633 h 2902998"/>
                <a:gd name="connsiteX57" fmla="*/ 133496 w 790443"/>
                <a:gd name="connsiteY57" fmla="*/ 0 h 2902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790443" h="2902998">
                  <a:moveTo>
                    <a:pt x="790443" y="2902998"/>
                  </a:moveTo>
                  <a:cubicBezTo>
                    <a:pt x="671561" y="2764304"/>
                    <a:pt x="777029" y="2897517"/>
                    <a:pt x="719422" y="2805344"/>
                  </a:cubicBezTo>
                  <a:cubicBezTo>
                    <a:pt x="711580" y="2792797"/>
                    <a:pt x="700244" y="2782614"/>
                    <a:pt x="692789" y="2769833"/>
                  </a:cubicBezTo>
                  <a:cubicBezTo>
                    <a:pt x="635214" y="2671133"/>
                    <a:pt x="683796" y="2725330"/>
                    <a:pt x="630645" y="2672179"/>
                  </a:cubicBezTo>
                  <a:cubicBezTo>
                    <a:pt x="577003" y="2564892"/>
                    <a:pt x="645317" y="2697853"/>
                    <a:pt x="595135" y="2610035"/>
                  </a:cubicBezTo>
                  <a:cubicBezTo>
                    <a:pt x="588569" y="2598544"/>
                    <a:pt x="584188" y="2585872"/>
                    <a:pt x="577379" y="2574524"/>
                  </a:cubicBezTo>
                  <a:cubicBezTo>
                    <a:pt x="577354" y="2574482"/>
                    <a:pt x="533004" y="2507962"/>
                    <a:pt x="524113" y="2494625"/>
                  </a:cubicBezTo>
                  <a:cubicBezTo>
                    <a:pt x="518195" y="2485747"/>
                    <a:pt x="511130" y="2477535"/>
                    <a:pt x="506358" y="2467992"/>
                  </a:cubicBezTo>
                  <a:cubicBezTo>
                    <a:pt x="500440" y="2456155"/>
                    <a:pt x="495412" y="2443830"/>
                    <a:pt x="488603" y="2432482"/>
                  </a:cubicBezTo>
                  <a:cubicBezTo>
                    <a:pt x="467951" y="2398063"/>
                    <a:pt x="448867" y="2379785"/>
                    <a:pt x="435337" y="2343705"/>
                  </a:cubicBezTo>
                  <a:cubicBezTo>
                    <a:pt x="431053" y="2332281"/>
                    <a:pt x="429965" y="2319881"/>
                    <a:pt x="426459" y="2308194"/>
                  </a:cubicBezTo>
                  <a:cubicBezTo>
                    <a:pt x="421081" y="2290268"/>
                    <a:pt x="413243" y="2273085"/>
                    <a:pt x="408704" y="2254928"/>
                  </a:cubicBezTo>
                  <a:cubicBezTo>
                    <a:pt x="405745" y="2243091"/>
                    <a:pt x="403332" y="2231104"/>
                    <a:pt x="399826" y="2219418"/>
                  </a:cubicBezTo>
                  <a:cubicBezTo>
                    <a:pt x="394448" y="2201492"/>
                    <a:pt x="387989" y="2183907"/>
                    <a:pt x="382071" y="2166152"/>
                  </a:cubicBezTo>
                  <a:lnTo>
                    <a:pt x="373193" y="2139519"/>
                  </a:lnTo>
                  <a:cubicBezTo>
                    <a:pt x="370234" y="2115845"/>
                    <a:pt x="365956" y="2092299"/>
                    <a:pt x="364315" y="2068497"/>
                  </a:cubicBezTo>
                  <a:cubicBezTo>
                    <a:pt x="360035" y="2006430"/>
                    <a:pt x="360605" y="1944065"/>
                    <a:pt x="355438" y="1882066"/>
                  </a:cubicBezTo>
                  <a:cubicBezTo>
                    <a:pt x="352589" y="1847875"/>
                    <a:pt x="303517" y="1798043"/>
                    <a:pt x="293294" y="1784412"/>
                  </a:cubicBezTo>
                  <a:cubicBezTo>
                    <a:pt x="284416" y="1772575"/>
                    <a:pt x="277123" y="1759363"/>
                    <a:pt x="266661" y="1748901"/>
                  </a:cubicBezTo>
                  <a:cubicBezTo>
                    <a:pt x="257783" y="1740023"/>
                    <a:pt x="247561" y="1732312"/>
                    <a:pt x="240028" y="1722268"/>
                  </a:cubicBezTo>
                  <a:cubicBezTo>
                    <a:pt x="229675" y="1708464"/>
                    <a:pt x="222966" y="1692237"/>
                    <a:pt x="213395" y="1677880"/>
                  </a:cubicBezTo>
                  <a:cubicBezTo>
                    <a:pt x="205188" y="1665569"/>
                    <a:pt x="195640" y="1654206"/>
                    <a:pt x="186762" y="1642369"/>
                  </a:cubicBezTo>
                  <a:cubicBezTo>
                    <a:pt x="164448" y="1575429"/>
                    <a:pt x="194547" y="1657939"/>
                    <a:pt x="160129" y="1589103"/>
                  </a:cubicBezTo>
                  <a:cubicBezTo>
                    <a:pt x="153002" y="1574850"/>
                    <a:pt x="149500" y="1558968"/>
                    <a:pt x="142373" y="1544715"/>
                  </a:cubicBezTo>
                  <a:cubicBezTo>
                    <a:pt x="137601" y="1535172"/>
                    <a:pt x="129389" y="1527625"/>
                    <a:pt x="124618" y="1518082"/>
                  </a:cubicBezTo>
                  <a:cubicBezTo>
                    <a:pt x="81187" y="1431217"/>
                    <a:pt x="130241" y="1508759"/>
                    <a:pt x="89107" y="1447060"/>
                  </a:cubicBezTo>
                  <a:cubicBezTo>
                    <a:pt x="83189" y="1429305"/>
                    <a:pt x="81733" y="1409367"/>
                    <a:pt x="71352" y="1393794"/>
                  </a:cubicBezTo>
                  <a:cubicBezTo>
                    <a:pt x="46256" y="1356150"/>
                    <a:pt x="58369" y="1376704"/>
                    <a:pt x="35841" y="1331651"/>
                  </a:cubicBezTo>
                  <a:cubicBezTo>
                    <a:pt x="32882" y="1319814"/>
                    <a:pt x="30470" y="1307827"/>
                    <a:pt x="26964" y="1296140"/>
                  </a:cubicBezTo>
                  <a:cubicBezTo>
                    <a:pt x="21586" y="1278213"/>
                    <a:pt x="9208" y="1242874"/>
                    <a:pt x="9208" y="1242874"/>
                  </a:cubicBezTo>
                  <a:cubicBezTo>
                    <a:pt x="6249" y="1225119"/>
                    <a:pt x="331" y="1207608"/>
                    <a:pt x="331" y="1189608"/>
                  </a:cubicBezTo>
                  <a:cubicBezTo>
                    <a:pt x="331" y="1010812"/>
                    <a:pt x="-3928" y="1097978"/>
                    <a:pt x="18086" y="1020932"/>
                  </a:cubicBezTo>
                  <a:cubicBezTo>
                    <a:pt x="21438" y="1009200"/>
                    <a:pt x="22680" y="996846"/>
                    <a:pt x="26964" y="985422"/>
                  </a:cubicBezTo>
                  <a:cubicBezTo>
                    <a:pt x="31611" y="973031"/>
                    <a:pt x="39506" y="962075"/>
                    <a:pt x="44719" y="949911"/>
                  </a:cubicBezTo>
                  <a:cubicBezTo>
                    <a:pt x="48405" y="941310"/>
                    <a:pt x="49412" y="931648"/>
                    <a:pt x="53597" y="923278"/>
                  </a:cubicBezTo>
                  <a:cubicBezTo>
                    <a:pt x="58369" y="913735"/>
                    <a:pt x="66580" y="906188"/>
                    <a:pt x="71352" y="896645"/>
                  </a:cubicBezTo>
                  <a:cubicBezTo>
                    <a:pt x="75537" y="888275"/>
                    <a:pt x="75039" y="877798"/>
                    <a:pt x="80230" y="870012"/>
                  </a:cubicBezTo>
                  <a:cubicBezTo>
                    <a:pt x="87194" y="859566"/>
                    <a:pt x="97985" y="852257"/>
                    <a:pt x="106863" y="843379"/>
                  </a:cubicBezTo>
                  <a:cubicBezTo>
                    <a:pt x="122279" y="797126"/>
                    <a:pt x="105641" y="833809"/>
                    <a:pt x="133496" y="798991"/>
                  </a:cubicBezTo>
                  <a:cubicBezTo>
                    <a:pt x="140161" y="790660"/>
                    <a:pt x="144307" y="780459"/>
                    <a:pt x="151251" y="772358"/>
                  </a:cubicBezTo>
                  <a:cubicBezTo>
                    <a:pt x="162145" y="759648"/>
                    <a:pt x="174925" y="748684"/>
                    <a:pt x="186762" y="736847"/>
                  </a:cubicBezTo>
                  <a:cubicBezTo>
                    <a:pt x="192680" y="730928"/>
                    <a:pt x="199874" y="726055"/>
                    <a:pt x="204517" y="719091"/>
                  </a:cubicBezTo>
                  <a:cubicBezTo>
                    <a:pt x="216354" y="701336"/>
                    <a:pt x="233280" y="686069"/>
                    <a:pt x="240028" y="665825"/>
                  </a:cubicBezTo>
                  <a:cubicBezTo>
                    <a:pt x="242987" y="656947"/>
                    <a:pt x="244361" y="647372"/>
                    <a:pt x="248906" y="639192"/>
                  </a:cubicBezTo>
                  <a:cubicBezTo>
                    <a:pt x="274004" y="594016"/>
                    <a:pt x="275232" y="595110"/>
                    <a:pt x="302172" y="568171"/>
                  </a:cubicBezTo>
                  <a:cubicBezTo>
                    <a:pt x="308090" y="550416"/>
                    <a:pt x="309546" y="530478"/>
                    <a:pt x="319927" y="514905"/>
                  </a:cubicBezTo>
                  <a:cubicBezTo>
                    <a:pt x="325845" y="506027"/>
                    <a:pt x="333349" y="498022"/>
                    <a:pt x="337682" y="488272"/>
                  </a:cubicBezTo>
                  <a:cubicBezTo>
                    <a:pt x="345283" y="471169"/>
                    <a:pt x="355438" y="435006"/>
                    <a:pt x="355438" y="435006"/>
                  </a:cubicBezTo>
                  <a:cubicBezTo>
                    <a:pt x="352479" y="408373"/>
                    <a:pt x="350966" y="381539"/>
                    <a:pt x="346560" y="355107"/>
                  </a:cubicBezTo>
                  <a:cubicBezTo>
                    <a:pt x="340982" y="321637"/>
                    <a:pt x="335264" y="332514"/>
                    <a:pt x="319927" y="301841"/>
                  </a:cubicBezTo>
                  <a:cubicBezTo>
                    <a:pt x="315742" y="293471"/>
                    <a:pt x="315234" y="283578"/>
                    <a:pt x="311049" y="275208"/>
                  </a:cubicBezTo>
                  <a:cubicBezTo>
                    <a:pt x="306277" y="265665"/>
                    <a:pt x="298066" y="258118"/>
                    <a:pt x="293294" y="248575"/>
                  </a:cubicBezTo>
                  <a:cubicBezTo>
                    <a:pt x="289109" y="240205"/>
                    <a:pt x="288601" y="230312"/>
                    <a:pt x="284416" y="221942"/>
                  </a:cubicBezTo>
                  <a:cubicBezTo>
                    <a:pt x="279644" y="212399"/>
                    <a:pt x="271433" y="204852"/>
                    <a:pt x="266661" y="195309"/>
                  </a:cubicBezTo>
                  <a:cubicBezTo>
                    <a:pt x="262476" y="186939"/>
                    <a:pt x="261142" y="177410"/>
                    <a:pt x="257783" y="168676"/>
                  </a:cubicBezTo>
                  <a:cubicBezTo>
                    <a:pt x="246342" y="138929"/>
                    <a:pt x="237898" y="107678"/>
                    <a:pt x="222273" y="79899"/>
                  </a:cubicBezTo>
                  <a:cubicBezTo>
                    <a:pt x="210942" y="59755"/>
                    <a:pt x="195063" y="42094"/>
                    <a:pt x="177884" y="26633"/>
                  </a:cubicBezTo>
                  <a:cubicBezTo>
                    <a:pt x="165058" y="15090"/>
                    <a:pt x="133496" y="0"/>
                    <a:pt x="133496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E450F4FB-C17C-7685-4B27-826CA1457E02}"/>
                </a:ext>
              </a:extLst>
            </p:cNvPr>
            <p:cNvSpPr/>
            <p:nvPr/>
          </p:nvSpPr>
          <p:spPr>
            <a:xfrm>
              <a:off x="15053679" y="17763832"/>
              <a:ext cx="596579" cy="556807"/>
            </a:xfrm>
            <a:custGeom>
              <a:avLst/>
              <a:gdLst>
                <a:gd name="connsiteX0" fmla="*/ 0 w 532660"/>
                <a:gd name="connsiteY0" fmla="*/ 497149 h 497149"/>
                <a:gd name="connsiteX1" fmla="*/ 88777 w 532660"/>
                <a:gd name="connsiteY1" fmla="*/ 435006 h 497149"/>
                <a:gd name="connsiteX2" fmla="*/ 106532 w 532660"/>
                <a:gd name="connsiteY2" fmla="*/ 417250 h 497149"/>
                <a:gd name="connsiteX3" fmla="*/ 142043 w 532660"/>
                <a:gd name="connsiteY3" fmla="*/ 399495 h 497149"/>
                <a:gd name="connsiteX4" fmla="*/ 186431 w 532660"/>
                <a:gd name="connsiteY4" fmla="*/ 372862 h 497149"/>
                <a:gd name="connsiteX5" fmla="*/ 221942 w 532660"/>
                <a:gd name="connsiteY5" fmla="*/ 346229 h 497149"/>
                <a:gd name="connsiteX6" fmla="*/ 248575 w 532660"/>
                <a:gd name="connsiteY6" fmla="*/ 328473 h 497149"/>
                <a:gd name="connsiteX7" fmla="*/ 266330 w 532660"/>
                <a:gd name="connsiteY7" fmla="*/ 301840 h 497149"/>
                <a:gd name="connsiteX8" fmla="*/ 284086 w 532660"/>
                <a:gd name="connsiteY8" fmla="*/ 284085 h 497149"/>
                <a:gd name="connsiteX9" fmla="*/ 292963 w 532660"/>
                <a:gd name="connsiteY9" fmla="*/ 248574 h 497149"/>
                <a:gd name="connsiteX10" fmla="*/ 310719 w 532660"/>
                <a:gd name="connsiteY10" fmla="*/ 221941 h 497149"/>
                <a:gd name="connsiteX11" fmla="*/ 328474 w 532660"/>
                <a:gd name="connsiteY11" fmla="*/ 168675 h 497149"/>
                <a:gd name="connsiteX12" fmla="*/ 355107 w 532660"/>
                <a:gd name="connsiteY12" fmla="*/ 142042 h 497149"/>
                <a:gd name="connsiteX13" fmla="*/ 372862 w 532660"/>
                <a:gd name="connsiteY13" fmla="*/ 115409 h 497149"/>
                <a:gd name="connsiteX14" fmla="*/ 399495 w 532660"/>
                <a:gd name="connsiteY14" fmla="*/ 97654 h 497149"/>
                <a:gd name="connsiteX15" fmla="*/ 443884 w 532660"/>
                <a:gd name="connsiteY15" fmla="*/ 71021 h 497149"/>
                <a:gd name="connsiteX16" fmla="*/ 497150 w 532660"/>
                <a:gd name="connsiteY16" fmla="*/ 26633 h 497149"/>
                <a:gd name="connsiteX17" fmla="*/ 532660 w 532660"/>
                <a:gd name="connsiteY17" fmla="*/ 0 h 49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2660" h="497149">
                  <a:moveTo>
                    <a:pt x="0" y="497149"/>
                  </a:moveTo>
                  <a:cubicBezTo>
                    <a:pt x="29592" y="476435"/>
                    <a:pt x="63236" y="460549"/>
                    <a:pt x="88777" y="435006"/>
                  </a:cubicBezTo>
                  <a:cubicBezTo>
                    <a:pt x="94695" y="429087"/>
                    <a:pt x="99568" y="421893"/>
                    <a:pt x="106532" y="417250"/>
                  </a:cubicBezTo>
                  <a:cubicBezTo>
                    <a:pt x="117543" y="409909"/>
                    <a:pt x="130206" y="405413"/>
                    <a:pt x="142043" y="399495"/>
                  </a:cubicBezTo>
                  <a:cubicBezTo>
                    <a:pt x="183593" y="357943"/>
                    <a:pt x="132652" y="403592"/>
                    <a:pt x="186431" y="372862"/>
                  </a:cubicBezTo>
                  <a:cubicBezTo>
                    <a:pt x="199278" y="365521"/>
                    <a:pt x="209902" y="354829"/>
                    <a:pt x="221942" y="346229"/>
                  </a:cubicBezTo>
                  <a:cubicBezTo>
                    <a:pt x="230624" y="340027"/>
                    <a:pt x="239697" y="334392"/>
                    <a:pt x="248575" y="328473"/>
                  </a:cubicBezTo>
                  <a:cubicBezTo>
                    <a:pt x="254493" y="319595"/>
                    <a:pt x="259665" y="310171"/>
                    <a:pt x="266330" y="301840"/>
                  </a:cubicBezTo>
                  <a:cubicBezTo>
                    <a:pt x="271559" y="295304"/>
                    <a:pt x="280343" y="291571"/>
                    <a:pt x="284086" y="284085"/>
                  </a:cubicBezTo>
                  <a:cubicBezTo>
                    <a:pt x="289543" y="273172"/>
                    <a:pt x="288157" y="259789"/>
                    <a:pt x="292963" y="248574"/>
                  </a:cubicBezTo>
                  <a:cubicBezTo>
                    <a:pt x="297166" y="238767"/>
                    <a:pt x="304800" y="230819"/>
                    <a:pt x="310719" y="221941"/>
                  </a:cubicBezTo>
                  <a:cubicBezTo>
                    <a:pt x="316637" y="204186"/>
                    <a:pt x="315240" y="181909"/>
                    <a:pt x="328474" y="168675"/>
                  </a:cubicBezTo>
                  <a:cubicBezTo>
                    <a:pt x="337352" y="159797"/>
                    <a:pt x="347070" y="151687"/>
                    <a:pt x="355107" y="142042"/>
                  </a:cubicBezTo>
                  <a:cubicBezTo>
                    <a:pt x="361937" y="133845"/>
                    <a:pt x="365317" y="122954"/>
                    <a:pt x="372862" y="115409"/>
                  </a:cubicBezTo>
                  <a:cubicBezTo>
                    <a:pt x="380407" y="107864"/>
                    <a:pt x="391163" y="104319"/>
                    <a:pt x="399495" y="97654"/>
                  </a:cubicBezTo>
                  <a:cubicBezTo>
                    <a:pt x="434313" y="69800"/>
                    <a:pt x="397633" y="86439"/>
                    <a:pt x="443884" y="71021"/>
                  </a:cubicBezTo>
                  <a:cubicBezTo>
                    <a:pt x="507157" y="7748"/>
                    <a:pt x="435345" y="76078"/>
                    <a:pt x="497150" y="26633"/>
                  </a:cubicBezTo>
                  <a:cubicBezTo>
                    <a:pt x="534541" y="-3280"/>
                    <a:pt x="495595" y="18532"/>
                    <a:pt x="532660" y="0"/>
                  </a:cubicBezTo>
                </a:path>
              </a:pathLst>
            </a:custGeom>
            <a:noFill/>
            <a:ln w="571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D841E3BC-1148-2275-5444-E9C42649D63D}"/>
                </a:ext>
              </a:extLst>
            </p:cNvPr>
            <p:cNvSpPr/>
            <p:nvPr/>
          </p:nvSpPr>
          <p:spPr>
            <a:xfrm>
              <a:off x="15565371" y="17658228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E168E10F-9139-CD97-480D-84B4705E2660}"/>
                    </a:ext>
                  </a:extLst>
                </p:cNvPr>
                <p:cNvSpPr txBox="1"/>
                <p:nvPr/>
              </p:nvSpPr>
              <p:spPr>
                <a:xfrm>
                  <a:off x="1709183" y="23375078"/>
                  <a:ext cx="14841227" cy="25776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i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				</a:t>
                  </a:r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Haploid effective population size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i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				    </a:t>
                  </a:r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Branch length in the units of number of generations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i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				</a:t>
                  </a:r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Substitution rate per generation</a:t>
                  </a:r>
                </a:p>
                <a:p>
                  <a:endPara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E168E10F-9139-CD97-480D-84B4705E26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9183" y="23375078"/>
                  <a:ext cx="14841227" cy="2577629"/>
                </a:xfrm>
                <a:prstGeom prst="rect">
                  <a:avLst/>
                </a:prstGeom>
                <a:blipFill>
                  <a:blip r:embed="rId18"/>
                  <a:stretch>
                    <a:fillRect l="-427" t="-36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0F183F7A-4CF6-E37C-AF4E-2AC103A2E377}"/>
                </a:ext>
              </a:extLst>
            </p:cNvPr>
            <p:cNvGrpSpPr/>
            <p:nvPr/>
          </p:nvGrpSpPr>
          <p:grpSpPr>
            <a:xfrm>
              <a:off x="1484922" y="14937346"/>
              <a:ext cx="9873078" cy="7271939"/>
              <a:chOff x="9476775" y="15464003"/>
              <a:chExt cx="8661380" cy="640673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AEC1CD09-69AE-FED9-53B5-7D7D86FF6890}"/>
                  </a:ext>
                </a:extLst>
              </p:cNvPr>
              <p:cNvGrpSpPr/>
              <p:nvPr/>
            </p:nvGrpSpPr>
            <p:grpSpPr>
              <a:xfrm>
                <a:off x="9476775" y="15464003"/>
                <a:ext cx="8661380" cy="6406737"/>
                <a:chOff x="16497732" y="9281963"/>
                <a:chExt cx="8661380" cy="6406737"/>
              </a:xfrm>
            </p:grpSpPr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C2EC489-2A42-1B7C-9CCB-1ADD2DFB14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398166" y="11585780"/>
                  <a:ext cx="1011513" cy="199938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C53475FC-066F-E698-8B7C-0FA6BD7A33DB}"/>
                    </a:ext>
                  </a:extLst>
                </p:cNvPr>
                <p:cNvGrpSpPr/>
                <p:nvPr/>
              </p:nvGrpSpPr>
              <p:grpSpPr>
                <a:xfrm>
                  <a:off x="16497732" y="9281963"/>
                  <a:ext cx="8661380" cy="6406737"/>
                  <a:chOff x="16497732" y="9281963"/>
                  <a:chExt cx="8661380" cy="6406737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C931FC61-C9E8-7495-CCCA-DC40A0CEA20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497732" y="12145091"/>
                        <a:ext cx="1120139" cy="52692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C931FC61-C9E8-7495-CCCA-DC40A0CEA20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497732" y="12145091"/>
                        <a:ext cx="1120139" cy="526922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56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67D4D371-54BC-5B0B-CC26-01DE1C6362F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038973" y="12530480"/>
                        <a:ext cx="1120139" cy="52692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509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67D4D371-54BC-5B0B-CC26-01DE1C6362F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038973" y="12530480"/>
                        <a:ext cx="1120139" cy="526922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526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939F9942-91AB-3E77-8592-C54343BDB4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499069" y="9669411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939F9942-91AB-3E77-8592-C54343BDB4A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499069" y="9669411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9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0" name="TextBox 19">
                        <a:extLst>
                          <a:ext uri="{FF2B5EF4-FFF2-40B4-BE49-F238E27FC236}">
                            <a16:creationId xmlns:a16="http://schemas.microsoft.com/office/drawing/2014/main" id="{5B3CCCFB-5385-CDAF-163D-219DCCDF21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794135" y="12079101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0" name="TextBox 19">
                        <a:extLst>
                          <a:ext uri="{FF2B5EF4-FFF2-40B4-BE49-F238E27FC236}">
                            <a16:creationId xmlns:a16="http://schemas.microsoft.com/office/drawing/2014/main" id="{5B3CCCFB-5385-CDAF-163D-219DCCDF21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794135" y="12079101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b="-1162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E56B8643-CFEC-D10C-D946-00A51B8659E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083738" y="11829807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E56B8643-CFEC-D10C-D946-00A51B8659E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083738" y="11829807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b="-909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TextBox 23">
                        <a:extLst>
                          <a:ext uri="{FF2B5EF4-FFF2-40B4-BE49-F238E27FC236}">
                            <a16:creationId xmlns:a16="http://schemas.microsoft.com/office/drawing/2014/main" id="{854AB462-8F33-AD03-F2B1-A88500D63C8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325133" y="15092834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4" name="TextBox 23">
                        <a:extLst>
                          <a:ext uri="{FF2B5EF4-FFF2-40B4-BE49-F238E27FC236}">
                            <a16:creationId xmlns:a16="http://schemas.microsoft.com/office/drawing/2014/main" id="{854AB462-8F33-AD03-F2B1-A88500D63C8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325133" y="15092834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TextBox 24">
                        <a:extLst>
                          <a:ext uri="{FF2B5EF4-FFF2-40B4-BE49-F238E27FC236}">
                            <a16:creationId xmlns:a16="http://schemas.microsoft.com/office/drawing/2014/main" id="{4F417009-120D-39C5-379C-286BD23FEC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950972" y="15135141"/>
                        <a:ext cx="1120139" cy="5269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5" name="TextBox 24">
                        <a:extLst>
                          <a:ext uri="{FF2B5EF4-FFF2-40B4-BE49-F238E27FC236}">
                            <a16:creationId xmlns:a16="http://schemas.microsoft.com/office/drawing/2014/main" id="{4F417009-120D-39C5-379C-286BD23FEC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950972" y="15135141"/>
                        <a:ext cx="1120139" cy="526921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A49FEFDA-6400-5749-EE8D-F5ED86467DD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1601914" y="15148020"/>
                        <a:ext cx="1120139" cy="5269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A49FEFDA-6400-5749-EE8D-F5ED86467D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1601914" y="15148020"/>
                        <a:ext cx="1120139" cy="526921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6FB9EC57-A73F-88CE-FE0B-EFB445AA2A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3022750" y="15161779"/>
                        <a:ext cx="1120139" cy="5269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6FB9EC57-A73F-88CE-FE0B-EFB445AA2A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3022750" y="15161779"/>
                        <a:ext cx="1120139" cy="526921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5" name="TextBox 34">
                        <a:extLst>
                          <a:ext uri="{FF2B5EF4-FFF2-40B4-BE49-F238E27FC236}">
                            <a16:creationId xmlns:a16="http://schemas.microsoft.com/office/drawing/2014/main" id="{C858B074-F88B-A419-1ED1-21F6EA51E5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812689" y="13957926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35" name="TextBox 34">
                        <a:extLst>
                          <a:ext uri="{FF2B5EF4-FFF2-40B4-BE49-F238E27FC236}">
                            <a16:creationId xmlns:a16="http://schemas.microsoft.com/office/drawing/2014/main" id="{C858B074-F88B-A419-1ED1-21F6EA51E5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812689" y="13957926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 b="-9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7" name="TextBox 36">
                        <a:extLst>
                          <a:ext uri="{FF2B5EF4-FFF2-40B4-BE49-F238E27FC236}">
                            <a16:creationId xmlns:a16="http://schemas.microsoft.com/office/drawing/2014/main" id="{9240EA6A-69BF-E234-A664-0F02F551FF2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830833" y="14179571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37" name="TextBox 36">
                        <a:extLst>
                          <a:ext uri="{FF2B5EF4-FFF2-40B4-BE49-F238E27FC236}">
                            <a16:creationId xmlns:a16="http://schemas.microsoft.com/office/drawing/2014/main" id="{9240EA6A-69BF-E234-A664-0F02F551FF2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830833" y="14179571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29"/>
                        <a:stretch>
                          <a:fillRect b="-909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7" name="TextBox 46">
                        <a:extLst>
                          <a:ext uri="{FF2B5EF4-FFF2-40B4-BE49-F238E27FC236}">
                            <a16:creationId xmlns:a16="http://schemas.microsoft.com/office/drawing/2014/main" id="{B811E268-7B3A-AF8A-257B-6903491C00F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838098" y="14337995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47" name="TextBox 46">
                        <a:extLst>
                          <a:ext uri="{FF2B5EF4-FFF2-40B4-BE49-F238E27FC236}">
                            <a16:creationId xmlns:a16="http://schemas.microsoft.com/office/drawing/2014/main" id="{B811E268-7B3A-AF8A-257B-6903491C00F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838098" y="14337995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30"/>
                        <a:stretch>
                          <a:fillRect b="-9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8" name="TextBox 47">
                        <a:extLst>
                          <a:ext uri="{FF2B5EF4-FFF2-40B4-BE49-F238E27FC236}">
                            <a16:creationId xmlns:a16="http://schemas.microsoft.com/office/drawing/2014/main" id="{2762AA1D-78C2-1FC7-8A0F-3E34AB36B48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3953566" y="14379731"/>
                        <a:ext cx="1120139" cy="58758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67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48" name="TextBox 47">
                        <a:extLst>
                          <a:ext uri="{FF2B5EF4-FFF2-40B4-BE49-F238E27FC236}">
                            <a16:creationId xmlns:a16="http://schemas.microsoft.com/office/drawing/2014/main" id="{2762AA1D-78C2-1FC7-8A0F-3E34AB36B48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3953566" y="14379731"/>
                        <a:ext cx="1120139" cy="587580"/>
                      </a:xfrm>
                      <a:prstGeom prst="rect">
                        <a:avLst/>
                      </a:prstGeom>
                      <a:blipFill>
                        <a:blip r:embed="rId31"/>
                        <a:stretch>
                          <a:fillRect b="-9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1DEAF26C-A878-E0E9-E8BD-4375E8404BE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409799" y="11620740"/>
                    <a:ext cx="0" cy="1766422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35DF0A54-3F6A-7D43-CE93-76FD3A4701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170399" y="11586775"/>
                    <a:ext cx="479147" cy="0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77915849-AC29-B27E-B21C-C62B2B4627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170225" y="13391537"/>
                    <a:ext cx="479147" cy="0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5EF4F526-A59A-7096-0CAE-12B496A96E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953741" y="11593562"/>
                    <a:ext cx="479147" cy="0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2">
                    <a:extLst>
                      <a:ext uri="{FF2B5EF4-FFF2-40B4-BE49-F238E27FC236}">
                        <a16:creationId xmlns:a16="http://schemas.microsoft.com/office/drawing/2014/main" id="{4756B8FB-4E38-AC2A-C5F6-F987488FB8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953567" y="14485724"/>
                    <a:ext cx="479147" cy="0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B1D0E504-9ADF-B3C1-1E15-9F2E186593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203662" y="11593562"/>
                    <a:ext cx="0" cy="2892162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2945EDBD-9A4A-6482-DBE7-61E4409671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8277952" y="13387162"/>
                    <a:ext cx="1828800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DBBB3F21-B055-71A3-1227-F3822C9ACC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625354" y="11586775"/>
                    <a:ext cx="2641793" cy="6787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Straight Connector 56">
                    <a:extLst>
                      <a:ext uri="{FF2B5EF4-FFF2-40B4-BE49-F238E27FC236}">
                        <a16:creationId xmlns:a16="http://schemas.microsoft.com/office/drawing/2014/main" id="{D027536B-8A5F-2399-F6B7-60BFF1C27A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958236" y="14480009"/>
                    <a:ext cx="1775014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Straight Connector 57">
                    <a:extLst>
                      <a:ext uri="{FF2B5EF4-FFF2-40B4-BE49-F238E27FC236}">
                        <a16:creationId xmlns:a16="http://schemas.microsoft.com/office/drawing/2014/main" id="{B6151E3E-7A3A-AC85-53CC-B2512DC4F0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437623" y="13387162"/>
                    <a:ext cx="840329" cy="174409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CB8F9C79-712B-58DE-E5A1-3CCCF0FE93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8277952" y="11571156"/>
                    <a:ext cx="1356931" cy="1837468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0622B9C9-6386-721D-395B-97AED44EE5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047844" y="11574012"/>
                    <a:ext cx="1356931" cy="1837468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FA02F619-BC8F-1904-A31C-0CC9799035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8353915" y="13396044"/>
                    <a:ext cx="840329" cy="174409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3D32B1D7-27C5-1BD8-0BCC-5A89CC0A5D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187657" y="13416280"/>
                    <a:ext cx="860187" cy="1728678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" name="Straight Connector 62">
                    <a:extLst>
                      <a:ext uri="{FF2B5EF4-FFF2-40B4-BE49-F238E27FC236}">
                        <a16:creationId xmlns:a16="http://schemas.microsoft.com/office/drawing/2014/main" id="{02ED2101-2CBE-028B-36F6-9B399DE8B6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0073583" y="13402275"/>
                    <a:ext cx="860187" cy="1728678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Straight Connector 63">
                    <a:extLst>
                      <a:ext uri="{FF2B5EF4-FFF2-40B4-BE49-F238E27FC236}">
                        <a16:creationId xmlns:a16="http://schemas.microsoft.com/office/drawing/2014/main" id="{2C47EEFD-AE59-BFB6-1C79-A851465B9E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409798" y="15139326"/>
                    <a:ext cx="957398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2E354A31-A94D-BC2A-0BC2-9D0BD7035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985167" y="15131256"/>
                    <a:ext cx="957398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8E510F09-A4B6-A0FE-E7FB-C45DAB1AF5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601914" y="15138336"/>
                    <a:ext cx="957398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66">
                    <a:extLst>
                      <a:ext uri="{FF2B5EF4-FFF2-40B4-BE49-F238E27FC236}">
                        <a16:creationId xmlns:a16="http://schemas.microsoft.com/office/drawing/2014/main" id="{31E0712F-C195-ACE6-54EE-D1E7DF276A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081574" y="15132921"/>
                    <a:ext cx="957398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904DB82D-5691-25C9-33F5-143D28E371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617750" y="9293142"/>
                    <a:ext cx="16173" cy="2290645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2809FF35-2DEA-68D8-449A-6F9E8374C0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2291025" y="9281963"/>
                    <a:ext cx="8790" cy="2308205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C5E246F7-5789-7ADA-5010-DB69033316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2268960" y="11571156"/>
                    <a:ext cx="1779474" cy="3596037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Straight Connector 70">
                    <a:extLst>
                      <a:ext uri="{FF2B5EF4-FFF2-40B4-BE49-F238E27FC236}">
                        <a16:creationId xmlns:a16="http://schemas.microsoft.com/office/drawing/2014/main" id="{64B0CBD6-C591-17CB-65A2-783E8DE384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657489" y="13567925"/>
                    <a:ext cx="754868" cy="1571401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71ECE8FF-FFEA-057A-692A-62250391B6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2554886" y="14469705"/>
                    <a:ext cx="300620" cy="67925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72">
                    <a:extLst>
                      <a:ext uri="{FF2B5EF4-FFF2-40B4-BE49-F238E27FC236}">
                        <a16:creationId xmlns:a16="http://schemas.microsoft.com/office/drawing/2014/main" id="{432CF4C8-3A1F-6219-5476-163D5E32DE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2862623" y="14511440"/>
                    <a:ext cx="293460" cy="624637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Straight Connector 73">
                    <a:extLst>
                      <a:ext uri="{FF2B5EF4-FFF2-40B4-BE49-F238E27FC236}">
                        <a16:creationId xmlns:a16="http://schemas.microsoft.com/office/drawing/2014/main" id="{C1DDCB46-CB12-113B-A9FB-13F5F2A24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617750" y="9301129"/>
                    <a:ext cx="2641793" cy="6787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AA0535BF-18CF-E623-651C-6F412251DB9B}"/>
                  </a:ext>
                </a:extLst>
              </p:cNvPr>
              <p:cNvSpPr/>
              <p:nvPr/>
            </p:nvSpPr>
            <p:spPr>
              <a:xfrm>
                <a:off x="15671040" y="20111303"/>
                <a:ext cx="180098" cy="16864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F6A5B086-009B-DB15-ABD9-B7B102D21D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00284" y="20222251"/>
                <a:ext cx="0" cy="443387"/>
              </a:xfrm>
              <a:prstGeom prst="line">
                <a:avLst/>
              </a:prstGeom>
              <a:ln w="38100">
                <a:prstDash val="sys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52711FB9-1E8A-526E-2D01-FE60E4FF6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04375" y="17118556"/>
                <a:ext cx="0" cy="651812"/>
              </a:xfrm>
              <a:prstGeom prst="line">
                <a:avLst/>
              </a:prstGeom>
              <a:ln w="38100">
                <a:prstDash val="sys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5" name="TextBox 234">
                    <a:extLst>
                      <a:ext uri="{FF2B5EF4-FFF2-40B4-BE49-F238E27FC236}">
                        <a16:creationId xmlns:a16="http://schemas.microsoft.com/office/drawing/2014/main" id="{BF5A9CF7-8261-A8DE-B9B8-5050A7801DC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2337" y="17217355"/>
                    <a:ext cx="711134" cy="5269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35" name="TextBox 234">
                    <a:extLst>
                      <a:ext uri="{FF2B5EF4-FFF2-40B4-BE49-F238E27FC236}">
                        <a16:creationId xmlns:a16="http://schemas.microsoft.com/office/drawing/2014/main" id="{BF5A9CF7-8261-A8DE-B9B8-5050A7801D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2337" y="17217355"/>
                    <a:ext cx="711134" cy="526921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6527D773-A1A8-0EB6-938B-EB6AF835EAA9}"/>
                      </a:ext>
                    </a:extLst>
                  </p:cNvPr>
                  <p:cNvSpPr txBox="1"/>
                  <p:nvPr/>
                </p:nvSpPr>
                <p:spPr>
                  <a:xfrm>
                    <a:off x="15761093" y="20018977"/>
                    <a:ext cx="1120139" cy="5269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6527D773-A1A8-0EB6-938B-EB6AF835EA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61093" y="20018977"/>
                    <a:ext cx="1120139" cy="52692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5A9F4E1B-EDD1-65E4-6820-7E4D02FA54C9}"/>
                  </a:ext>
                </a:extLst>
              </p:cNvPr>
              <p:cNvSpPr/>
              <p:nvPr/>
            </p:nvSpPr>
            <p:spPr>
              <a:xfrm>
                <a:off x="15120088" y="20246347"/>
                <a:ext cx="650623" cy="1060274"/>
              </a:xfrm>
              <a:custGeom>
                <a:avLst/>
                <a:gdLst>
                  <a:gd name="connsiteX0" fmla="*/ 0 w 580913"/>
                  <a:gd name="connsiteY0" fmla="*/ 946673 h 946673"/>
                  <a:gd name="connsiteX1" fmla="*/ 75303 w 580913"/>
                  <a:gd name="connsiteY1" fmla="*/ 828339 h 946673"/>
                  <a:gd name="connsiteX2" fmla="*/ 86061 w 580913"/>
                  <a:gd name="connsiteY2" fmla="*/ 785309 h 946673"/>
                  <a:gd name="connsiteX3" fmla="*/ 96819 w 580913"/>
                  <a:gd name="connsiteY3" fmla="*/ 753036 h 946673"/>
                  <a:gd name="connsiteX4" fmla="*/ 376518 w 580913"/>
                  <a:gd name="connsiteY4" fmla="*/ 247426 h 946673"/>
                  <a:gd name="connsiteX5" fmla="*/ 537882 w 580913"/>
                  <a:gd name="connsiteY5" fmla="*/ 96819 h 946673"/>
                  <a:gd name="connsiteX6" fmla="*/ 570155 w 580913"/>
                  <a:gd name="connsiteY6" fmla="*/ 32273 h 946673"/>
                  <a:gd name="connsiteX7" fmla="*/ 580913 w 580913"/>
                  <a:gd name="connsiteY7" fmla="*/ 0 h 946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0913" h="946673">
                    <a:moveTo>
                      <a:pt x="0" y="946673"/>
                    </a:moveTo>
                    <a:cubicBezTo>
                      <a:pt x="27365" y="908362"/>
                      <a:pt x="58576" y="872945"/>
                      <a:pt x="75303" y="828339"/>
                    </a:cubicBezTo>
                    <a:cubicBezTo>
                      <a:pt x="80494" y="814496"/>
                      <a:pt x="81999" y="799525"/>
                      <a:pt x="86061" y="785309"/>
                    </a:cubicBezTo>
                    <a:cubicBezTo>
                      <a:pt x="89176" y="774406"/>
                      <a:pt x="93835" y="763976"/>
                      <a:pt x="96819" y="753036"/>
                    </a:cubicBezTo>
                    <a:cubicBezTo>
                      <a:pt x="149885" y="558463"/>
                      <a:pt x="148792" y="410088"/>
                      <a:pt x="376518" y="247426"/>
                    </a:cubicBezTo>
                    <a:cubicBezTo>
                      <a:pt x="458984" y="188522"/>
                      <a:pt x="470486" y="188723"/>
                      <a:pt x="537882" y="96819"/>
                    </a:cubicBezTo>
                    <a:cubicBezTo>
                      <a:pt x="552107" y="77421"/>
                      <a:pt x="560385" y="54255"/>
                      <a:pt x="570155" y="32273"/>
                    </a:cubicBezTo>
                    <a:cubicBezTo>
                      <a:pt x="574760" y="21911"/>
                      <a:pt x="580913" y="0"/>
                      <a:pt x="580913" y="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38" name="Freeform 237">
                <a:extLst>
                  <a:ext uri="{FF2B5EF4-FFF2-40B4-BE49-F238E27FC236}">
                    <a16:creationId xmlns:a16="http://schemas.microsoft.com/office/drawing/2014/main" id="{E5A88CE0-ED82-AF0B-0710-4BFEA3B19BF9}"/>
                  </a:ext>
                </a:extLst>
              </p:cNvPr>
              <p:cNvSpPr/>
              <p:nvPr/>
            </p:nvSpPr>
            <p:spPr>
              <a:xfrm>
                <a:off x="15794805" y="20222251"/>
                <a:ext cx="819302" cy="1072323"/>
              </a:xfrm>
              <a:custGeom>
                <a:avLst/>
                <a:gdLst>
                  <a:gd name="connsiteX0" fmla="*/ 0 w 731520"/>
                  <a:gd name="connsiteY0" fmla="*/ 0 h 957431"/>
                  <a:gd name="connsiteX1" fmla="*/ 86061 w 731520"/>
                  <a:gd name="connsiteY1" fmla="*/ 53788 h 957431"/>
                  <a:gd name="connsiteX2" fmla="*/ 129092 w 731520"/>
                  <a:gd name="connsiteY2" fmla="*/ 75304 h 957431"/>
                  <a:gd name="connsiteX3" fmla="*/ 172122 w 731520"/>
                  <a:gd name="connsiteY3" fmla="*/ 118334 h 957431"/>
                  <a:gd name="connsiteX4" fmla="*/ 236668 w 731520"/>
                  <a:gd name="connsiteY4" fmla="*/ 172123 h 957431"/>
                  <a:gd name="connsiteX5" fmla="*/ 268941 w 731520"/>
                  <a:gd name="connsiteY5" fmla="*/ 225911 h 957431"/>
                  <a:gd name="connsiteX6" fmla="*/ 290457 w 731520"/>
                  <a:gd name="connsiteY6" fmla="*/ 311972 h 957431"/>
                  <a:gd name="connsiteX7" fmla="*/ 311972 w 731520"/>
                  <a:gd name="connsiteY7" fmla="*/ 484094 h 957431"/>
                  <a:gd name="connsiteX8" fmla="*/ 333487 w 731520"/>
                  <a:gd name="connsiteY8" fmla="*/ 548640 h 957431"/>
                  <a:gd name="connsiteX9" fmla="*/ 398033 w 731520"/>
                  <a:gd name="connsiteY9" fmla="*/ 613186 h 957431"/>
                  <a:gd name="connsiteX10" fmla="*/ 419548 w 731520"/>
                  <a:gd name="connsiteY10" fmla="*/ 645459 h 957431"/>
                  <a:gd name="connsiteX11" fmla="*/ 451821 w 731520"/>
                  <a:gd name="connsiteY11" fmla="*/ 666974 h 957431"/>
                  <a:gd name="connsiteX12" fmla="*/ 505610 w 731520"/>
                  <a:gd name="connsiteY12" fmla="*/ 710005 h 957431"/>
                  <a:gd name="connsiteX13" fmla="*/ 559398 w 731520"/>
                  <a:gd name="connsiteY13" fmla="*/ 753035 h 957431"/>
                  <a:gd name="connsiteX14" fmla="*/ 580913 w 731520"/>
                  <a:gd name="connsiteY14" fmla="*/ 774551 h 957431"/>
                  <a:gd name="connsiteX15" fmla="*/ 613186 w 731520"/>
                  <a:gd name="connsiteY15" fmla="*/ 796066 h 957431"/>
                  <a:gd name="connsiteX16" fmla="*/ 645459 w 731520"/>
                  <a:gd name="connsiteY16" fmla="*/ 860612 h 957431"/>
                  <a:gd name="connsiteX17" fmla="*/ 688490 w 731520"/>
                  <a:gd name="connsiteY17" fmla="*/ 914400 h 957431"/>
                  <a:gd name="connsiteX18" fmla="*/ 731520 w 731520"/>
                  <a:gd name="connsiteY18" fmla="*/ 957431 h 957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31520" h="957431">
                    <a:moveTo>
                      <a:pt x="0" y="0"/>
                    </a:moveTo>
                    <a:cubicBezTo>
                      <a:pt x="28687" y="17929"/>
                      <a:pt x="56840" y="36742"/>
                      <a:pt x="86061" y="53788"/>
                    </a:cubicBezTo>
                    <a:cubicBezTo>
                      <a:pt x="99913" y="61868"/>
                      <a:pt x="116263" y="65682"/>
                      <a:pt x="129092" y="75304"/>
                    </a:cubicBezTo>
                    <a:cubicBezTo>
                      <a:pt x="145320" y="87475"/>
                      <a:pt x="156721" y="105133"/>
                      <a:pt x="172122" y="118334"/>
                    </a:cubicBezTo>
                    <a:cubicBezTo>
                      <a:pt x="276961" y="208197"/>
                      <a:pt x="124760" y="60215"/>
                      <a:pt x="236668" y="172123"/>
                    </a:cubicBezTo>
                    <a:cubicBezTo>
                      <a:pt x="267144" y="263546"/>
                      <a:pt x="224640" y="152075"/>
                      <a:pt x="268941" y="225911"/>
                    </a:cubicBezTo>
                    <a:cubicBezTo>
                      <a:pt x="278865" y="242452"/>
                      <a:pt x="288143" y="300402"/>
                      <a:pt x="290457" y="311972"/>
                    </a:cubicBezTo>
                    <a:cubicBezTo>
                      <a:pt x="295574" y="368268"/>
                      <a:pt x="296814" y="428514"/>
                      <a:pt x="311972" y="484094"/>
                    </a:cubicBezTo>
                    <a:cubicBezTo>
                      <a:pt x="317939" y="505974"/>
                      <a:pt x="317450" y="532603"/>
                      <a:pt x="333487" y="548640"/>
                    </a:cubicBezTo>
                    <a:cubicBezTo>
                      <a:pt x="355002" y="570155"/>
                      <a:pt x="381155" y="587869"/>
                      <a:pt x="398033" y="613186"/>
                    </a:cubicBezTo>
                    <a:cubicBezTo>
                      <a:pt x="405205" y="623944"/>
                      <a:pt x="410406" y="636317"/>
                      <a:pt x="419548" y="645459"/>
                    </a:cubicBezTo>
                    <a:cubicBezTo>
                      <a:pt x="428690" y="654601"/>
                      <a:pt x="441725" y="658897"/>
                      <a:pt x="451821" y="666974"/>
                    </a:cubicBezTo>
                    <a:cubicBezTo>
                      <a:pt x="528465" y="728289"/>
                      <a:pt x="406279" y="643785"/>
                      <a:pt x="505610" y="710005"/>
                    </a:cubicBezTo>
                    <a:cubicBezTo>
                      <a:pt x="548463" y="774285"/>
                      <a:pt x="501662" y="718393"/>
                      <a:pt x="559398" y="753035"/>
                    </a:cubicBezTo>
                    <a:cubicBezTo>
                      <a:pt x="568095" y="758253"/>
                      <a:pt x="572993" y="768215"/>
                      <a:pt x="580913" y="774551"/>
                    </a:cubicBezTo>
                    <a:cubicBezTo>
                      <a:pt x="591009" y="782628"/>
                      <a:pt x="602428" y="788894"/>
                      <a:pt x="613186" y="796066"/>
                    </a:cubicBezTo>
                    <a:cubicBezTo>
                      <a:pt x="674845" y="888556"/>
                      <a:pt x="600920" y="771535"/>
                      <a:pt x="645459" y="860612"/>
                    </a:cubicBezTo>
                    <a:cubicBezTo>
                      <a:pt x="667536" y="904765"/>
                      <a:pt x="661804" y="881044"/>
                      <a:pt x="688490" y="914400"/>
                    </a:cubicBezTo>
                    <a:cubicBezTo>
                      <a:pt x="723109" y="957673"/>
                      <a:pt x="693073" y="938206"/>
                      <a:pt x="731520" y="957431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AAB1A186-B50B-D2C2-DC09-60B06B7CA070}"/>
                  </a:ext>
                </a:extLst>
              </p:cNvPr>
              <p:cNvSpPr/>
              <p:nvPr/>
            </p:nvSpPr>
            <p:spPr>
              <a:xfrm>
                <a:off x="14035718" y="16258273"/>
                <a:ext cx="1735873" cy="3927832"/>
              </a:xfrm>
              <a:custGeom>
                <a:avLst/>
                <a:gdLst>
                  <a:gd name="connsiteX0" fmla="*/ 0 w 1549887"/>
                  <a:gd name="connsiteY0" fmla="*/ 0 h 3506993"/>
                  <a:gd name="connsiteX1" fmla="*/ 64546 w 1549887"/>
                  <a:gd name="connsiteY1" fmla="*/ 75304 h 3506993"/>
                  <a:gd name="connsiteX2" fmla="*/ 107576 w 1549887"/>
                  <a:gd name="connsiteY2" fmla="*/ 118334 h 3506993"/>
                  <a:gd name="connsiteX3" fmla="*/ 193637 w 1549887"/>
                  <a:gd name="connsiteY3" fmla="*/ 247426 h 3506993"/>
                  <a:gd name="connsiteX4" fmla="*/ 258183 w 1549887"/>
                  <a:gd name="connsiteY4" fmla="*/ 333487 h 3506993"/>
                  <a:gd name="connsiteX5" fmla="*/ 279698 w 1549887"/>
                  <a:gd name="connsiteY5" fmla="*/ 376518 h 3506993"/>
                  <a:gd name="connsiteX6" fmla="*/ 333487 w 1549887"/>
                  <a:gd name="connsiteY6" fmla="*/ 473337 h 3506993"/>
                  <a:gd name="connsiteX7" fmla="*/ 355002 w 1549887"/>
                  <a:gd name="connsiteY7" fmla="*/ 527125 h 3506993"/>
                  <a:gd name="connsiteX8" fmla="*/ 365760 w 1549887"/>
                  <a:gd name="connsiteY8" fmla="*/ 559398 h 3506993"/>
                  <a:gd name="connsiteX9" fmla="*/ 408790 w 1549887"/>
                  <a:gd name="connsiteY9" fmla="*/ 645459 h 3506993"/>
                  <a:gd name="connsiteX10" fmla="*/ 430306 w 1549887"/>
                  <a:gd name="connsiteY10" fmla="*/ 688490 h 3506993"/>
                  <a:gd name="connsiteX11" fmla="*/ 441063 w 1549887"/>
                  <a:gd name="connsiteY11" fmla="*/ 720763 h 3506993"/>
                  <a:gd name="connsiteX12" fmla="*/ 451821 w 1549887"/>
                  <a:gd name="connsiteY12" fmla="*/ 763793 h 3506993"/>
                  <a:gd name="connsiteX13" fmla="*/ 494851 w 1549887"/>
                  <a:gd name="connsiteY13" fmla="*/ 849854 h 3506993"/>
                  <a:gd name="connsiteX14" fmla="*/ 537882 w 1549887"/>
                  <a:gd name="connsiteY14" fmla="*/ 946673 h 3506993"/>
                  <a:gd name="connsiteX15" fmla="*/ 559397 w 1549887"/>
                  <a:gd name="connsiteY15" fmla="*/ 978946 h 3506993"/>
                  <a:gd name="connsiteX16" fmla="*/ 591670 w 1549887"/>
                  <a:gd name="connsiteY16" fmla="*/ 1054250 h 3506993"/>
                  <a:gd name="connsiteX17" fmla="*/ 613186 w 1549887"/>
                  <a:gd name="connsiteY17" fmla="*/ 1086523 h 3506993"/>
                  <a:gd name="connsiteX18" fmla="*/ 634701 w 1549887"/>
                  <a:gd name="connsiteY18" fmla="*/ 1129553 h 3506993"/>
                  <a:gd name="connsiteX19" fmla="*/ 666974 w 1549887"/>
                  <a:gd name="connsiteY19" fmla="*/ 1161826 h 3506993"/>
                  <a:gd name="connsiteX20" fmla="*/ 699247 w 1549887"/>
                  <a:gd name="connsiteY20" fmla="*/ 1204857 h 3506993"/>
                  <a:gd name="connsiteX21" fmla="*/ 763793 w 1549887"/>
                  <a:gd name="connsiteY21" fmla="*/ 1301676 h 3506993"/>
                  <a:gd name="connsiteX22" fmla="*/ 828338 w 1549887"/>
                  <a:gd name="connsiteY22" fmla="*/ 1387737 h 3506993"/>
                  <a:gd name="connsiteX23" fmla="*/ 871369 w 1549887"/>
                  <a:gd name="connsiteY23" fmla="*/ 1473798 h 3506993"/>
                  <a:gd name="connsiteX24" fmla="*/ 957430 w 1549887"/>
                  <a:gd name="connsiteY24" fmla="*/ 1602890 h 3506993"/>
                  <a:gd name="connsiteX25" fmla="*/ 968188 w 1549887"/>
                  <a:gd name="connsiteY25" fmla="*/ 1645920 h 3506993"/>
                  <a:gd name="connsiteX26" fmla="*/ 1000461 w 1549887"/>
                  <a:gd name="connsiteY26" fmla="*/ 1688951 h 3506993"/>
                  <a:gd name="connsiteX27" fmla="*/ 1021976 w 1549887"/>
                  <a:gd name="connsiteY27" fmla="*/ 1721224 h 3506993"/>
                  <a:gd name="connsiteX28" fmla="*/ 1054249 w 1549887"/>
                  <a:gd name="connsiteY28" fmla="*/ 1785770 h 3506993"/>
                  <a:gd name="connsiteX29" fmla="*/ 1075764 w 1549887"/>
                  <a:gd name="connsiteY29" fmla="*/ 1850316 h 3506993"/>
                  <a:gd name="connsiteX30" fmla="*/ 1086522 w 1549887"/>
                  <a:gd name="connsiteY30" fmla="*/ 1882589 h 3506993"/>
                  <a:gd name="connsiteX31" fmla="*/ 1108037 w 1549887"/>
                  <a:gd name="connsiteY31" fmla="*/ 1914861 h 3506993"/>
                  <a:gd name="connsiteX32" fmla="*/ 1129553 w 1549887"/>
                  <a:gd name="connsiteY32" fmla="*/ 1936377 h 3506993"/>
                  <a:gd name="connsiteX33" fmla="*/ 1161826 w 1549887"/>
                  <a:gd name="connsiteY33" fmla="*/ 1979407 h 3506993"/>
                  <a:gd name="connsiteX34" fmla="*/ 1194098 w 1549887"/>
                  <a:gd name="connsiteY34" fmla="*/ 2043953 h 3506993"/>
                  <a:gd name="connsiteX35" fmla="*/ 1215614 w 1549887"/>
                  <a:gd name="connsiteY35" fmla="*/ 2108499 h 3506993"/>
                  <a:gd name="connsiteX36" fmla="*/ 1258644 w 1549887"/>
                  <a:gd name="connsiteY36" fmla="*/ 2183803 h 3506993"/>
                  <a:gd name="connsiteX37" fmla="*/ 1280160 w 1549887"/>
                  <a:gd name="connsiteY37" fmla="*/ 2269864 h 3506993"/>
                  <a:gd name="connsiteX38" fmla="*/ 1290917 w 1549887"/>
                  <a:gd name="connsiteY38" fmla="*/ 2302137 h 3506993"/>
                  <a:gd name="connsiteX39" fmla="*/ 1301675 w 1549887"/>
                  <a:gd name="connsiteY39" fmla="*/ 2355925 h 3506993"/>
                  <a:gd name="connsiteX40" fmla="*/ 1323190 w 1549887"/>
                  <a:gd name="connsiteY40" fmla="*/ 2431229 h 3506993"/>
                  <a:gd name="connsiteX41" fmla="*/ 1333948 w 1549887"/>
                  <a:gd name="connsiteY41" fmla="*/ 2474259 h 3506993"/>
                  <a:gd name="connsiteX42" fmla="*/ 1355463 w 1549887"/>
                  <a:gd name="connsiteY42" fmla="*/ 2528047 h 3506993"/>
                  <a:gd name="connsiteX43" fmla="*/ 1376978 w 1549887"/>
                  <a:gd name="connsiteY43" fmla="*/ 2635624 h 3506993"/>
                  <a:gd name="connsiteX44" fmla="*/ 1398494 w 1549887"/>
                  <a:gd name="connsiteY44" fmla="*/ 2743200 h 3506993"/>
                  <a:gd name="connsiteX45" fmla="*/ 1409251 w 1549887"/>
                  <a:gd name="connsiteY45" fmla="*/ 2786231 h 3506993"/>
                  <a:gd name="connsiteX46" fmla="*/ 1420009 w 1549887"/>
                  <a:gd name="connsiteY46" fmla="*/ 2872292 h 3506993"/>
                  <a:gd name="connsiteX47" fmla="*/ 1430767 w 1549887"/>
                  <a:gd name="connsiteY47" fmla="*/ 2926080 h 3506993"/>
                  <a:gd name="connsiteX48" fmla="*/ 1452282 w 1549887"/>
                  <a:gd name="connsiteY48" fmla="*/ 3130476 h 3506993"/>
                  <a:gd name="connsiteX49" fmla="*/ 1463040 w 1549887"/>
                  <a:gd name="connsiteY49" fmla="*/ 3173506 h 3506993"/>
                  <a:gd name="connsiteX50" fmla="*/ 1484555 w 1549887"/>
                  <a:gd name="connsiteY50" fmla="*/ 3205779 h 3506993"/>
                  <a:gd name="connsiteX51" fmla="*/ 1495313 w 1549887"/>
                  <a:gd name="connsiteY51" fmla="*/ 3238052 h 3506993"/>
                  <a:gd name="connsiteX52" fmla="*/ 1516828 w 1549887"/>
                  <a:gd name="connsiteY52" fmla="*/ 3367144 h 3506993"/>
                  <a:gd name="connsiteX53" fmla="*/ 1527586 w 1549887"/>
                  <a:gd name="connsiteY53" fmla="*/ 3399417 h 3506993"/>
                  <a:gd name="connsiteX54" fmla="*/ 1538343 w 1549887"/>
                  <a:gd name="connsiteY54" fmla="*/ 3442447 h 3506993"/>
                  <a:gd name="connsiteX55" fmla="*/ 1549101 w 1549887"/>
                  <a:gd name="connsiteY55" fmla="*/ 3474720 h 3506993"/>
                  <a:gd name="connsiteX56" fmla="*/ 1549101 w 1549887"/>
                  <a:gd name="connsiteY56" fmla="*/ 3506993 h 3506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549887" h="3506993">
                    <a:moveTo>
                      <a:pt x="0" y="0"/>
                    </a:moveTo>
                    <a:cubicBezTo>
                      <a:pt x="21515" y="25101"/>
                      <a:pt x="42307" y="50841"/>
                      <a:pt x="64546" y="75304"/>
                    </a:cubicBezTo>
                    <a:cubicBezTo>
                      <a:pt x="78191" y="90313"/>
                      <a:pt x="94590" y="102751"/>
                      <a:pt x="107576" y="118334"/>
                    </a:cubicBezTo>
                    <a:cubicBezTo>
                      <a:pt x="288736" y="335727"/>
                      <a:pt x="108238" y="119328"/>
                      <a:pt x="193637" y="247426"/>
                    </a:cubicBezTo>
                    <a:cubicBezTo>
                      <a:pt x="213528" y="277262"/>
                      <a:pt x="242147" y="301414"/>
                      <a:pt x="258183" y="333487"/>
                    </a:cubicBezTo>
                    <a:cubicBezTo>
                      <a:pt x="265355" y="347831"/>
                      <a:pt x="271910" y="362499"/>
                      <a:pt x="279698" y="376518"/>
                    </a:cubicBezTo>
                    <a:cubicBezTo>
                      <a:pt x="309869" y="430827"/>
                      <a:pt x="310560" y="421752"/>
                      <a:pt x="333487" y="473337"/>
                    </a:cubicBezTo>
                    <a:cubicBezTo>
                      <a:pt x="341330" y="490983"/>
                      <a:pt x="348222" y="509044"/>
                      <a:pt x="355002" y="527125"/>
                    </a:cubicBezTo>
                    <a:cubicBezTo>
                      <a:pt x="358984" y="537743"/>
                      <a:pt x="361068" y="549075"/>
                      <a:pt x="365760" y="559398"/>
                    </a:cubicBezTo>
                    <a:cubicBezTo>
                      <a:pt x="379032" y="588596"/>
                      <a:pt x="394447" y="616772"/>
                      <a:pt x="408790" y="645459"/>
                    </a:cubicBezTo>
                    <a:cubicBezTo>
                      <a:pt x="415962" y="659803"/>
                      <a:pt x="425235" y="673276"/>
                      <a:pt x="430306" y="688490"/>
                    </a:cubicBezTo>
                    <a:cubicBezTo>
                      <a:pt x="433892" y="699248"/>
                      <a:pt x="437948" y="709860"/>
                      <a:pt x="441063" y="720763"/>
                    </a:cubicBezTo>
                    <a:cubicBezTo>
                      <a:pt x="445125" y="734979"/>
                      <a:pt x="446135" y="750145"/>
                      <a:pt x="451821" y="763793"/>
                    </a:cubicBezTo>
                    <a:cubicBezTo>
                      <a:pt x="464157" y="793399"/>
                      <a:pt x="482939" y="820075"/>
                      <a:pt x="494851" y="849854"/>
                    </a:cubicBezTo>
                    <a:cubicBezTo>
                      <a:pt x="510220" y="888275"/>
                      <a:pt x="517782" y="911497"/>
                      <a:pt x="537882" y="946673"/>
                    </a:cubicBezTo>
                    <a:cubicBezTo>
                      <a:pt x="544297" y="957899"/>
                      <a:pt x="552982" y="967720"/>
                      <a:pt x="559397" y="978946"/>
                    </a:cubicBezTo>
                    <a:cubicBezTo>
                      <a:pt x="648955" y="1135672"/>
                      <a:pt x="531316" y="933542"/>
                      <a:pt x="591670" y="1054250"/>
                    </a:cubicBezTo>
                    <a:cubicBezTo>
                      <a:pt x="597452" y="1065814"/>
                      <a:pt x="606771" y="1075297"/>
                      <a:pt x="613186" y="1086523"/>
                    </a:cubicBezTo>
                    <a:cubicBezTo>
                      <a:pt x="621142" y="1100446"/>
                      <a:pt x="625380" y="1116504"/>
                      <a:pt x="634701" y="1129553"/>
                    </a:cubicBezTo>
                    <a:cubicBezTo>
                      <a:pt x="643544" y="1141933"/>
                      <a:pt x="657073" y="1150275"/>
                      <a:pt x="666974" y="1161826"/>
                    </a:cubicBezTo>
                    <a:cubicBezTo>
                      <a:pt x="678642" y="1175439"/>
                      <a:pt x="689041" y="1190115"/>
                      <a:pt x="699247" y="1204857"/>
                    </a:cubicBezTo>
                    <a:cubicBezTo>
                      <a:pt x="721325" y="1236748"/>
                      <a:pt x="740521" y="1270646"/>
                      <a:pt x="763793" y="1301676"/>
                    </a:cubicBezTo>
                    <a:cubicBezTo>
                      <a:pt x="785308" y="1330363"/>
                      <a:pt x="812301" y="1355664"/>
                      <a:pt x="828338" y="1387737"/>
                    </a:cubicBezTo>
                    <a:cubicBezTo>
                      <a:pt x="842682" y="1416424"/>
                      <a:pt x="854370" y="1446600"/>
                      <a:pt x="871369" y="1473798"/>
                    </a:cubicBezTo>
                    <a:cubicBezTo>
                      <a:pt x="934660" y="1575063"/>
                      <a:pt x="904860" y="1532796"/>
                      <a:pt x="957430" y="1602890"/>
                    </a:cubicBezTo>
                    <a:cubicBezTo>
                      <a:pt x="961016" y="1617233"/>
                      <a:pt x="961576" y="1632696"/>
                      <a:pt x="968188" y="1645920"/>
                    </a:cubicBezTo>
                    <a:cubicBezTo>
                      <a:pt x="976206" y="1661957"/>
                      <a:pt x="990040" y="1674361"/>
                      <a:pt x="1000461" y="1688951"/>
                    </a:cubicBezTo>
                    <a:cubicBezTo>
                      <a:pt x="1007976" y="1699472"/>
                      <a:pt x="1015697" y="1709922"/>
                      <a:pt x="1021976" y="1721224"/>
                    </a:cubicBezTo>
                    <a:cubicBezTo>
                      <a:pt x="1033658" y="1742252"/>
                      <a:pt x="1044997" y="1763565"/>
                      <a:pt x="1054249" y="1785770"/>
                    </a:cubicBezTo>
                    <a:cubicBezTo>
                      <a:pt x="1062972" y="1806705"/>
                      <a:pt x="1068592" y="1828801"/>
                      <a:pt x="1075764" y="1850316"/>
                    </a:cubicBezTo>
                    <a:cubicBezTo>
                      <a:pt x="1079350" y="1861074"/>
                      <a:pt x="1080232" y="1873154"/>
                      <a:pt x="1086522" y="1882589"/>
                    </a:cubicBezTo>
                    <a:cubicBezTo>
                      <a:pt x="1093694" y="1893346"/>
                      <a:pt x="1099960" y="1904765"/>
                      <a:pt x="1108037" y="1914861"/>
                    </a:cubicBezTo>
                    <a:cubicBezTo>
                      <a:pt x="1114373" y="1922781"/>
                      <a:pt x="1123060" y="1928585"/>
                      <a:pt x="1129553" y="1936377"/>
                    </a:cubicBezTo>
                    <a:cubicBezTo>
                      <a:pt x="1141031" y="1950151"/>
                      <a:pt x="1151068" y="1965064"/>
                      <a:pt x="1161826" y="1979407"/>
                    </a:cubicBezTo>
                    <a:cubicBezTo>
                      <a:pt x="1201050" y="2097086"/>
                      <a:pt x="1138497" y="1918852"/>
                      <a:pt x="1194098" y="2043953"/>
                    </a:cubicBezTo>
                    <a:cubicBezTo>
                      <a:pt x="1203309" y="2064678"/>
                      <a:pt x="1203034" y="2089629"/>
                      <a:pt x="1215614" y="2108499"/>
                    </a:cubicBezTo>
                    <a:cubicBezTo>
                      <a:pt x="1231353" y="2132109"/>
                      <a:pt x="1249544" y="2156504"/>
                      <a:pt x="1258644" y="2183803"/>
                    </a:cubicBezTo>
                    <a:cubicBezTo>
                      <a:pt x="1267995" y="2211855"/>
                      <a:pt x="1270810" y="2241811"/>
                      <a:pt x="1280160" y="2269864"/>
                    </a:cubicBezTo>
                    <a:cubicBezTo>
                      <a:pt x="1283746" y="2280622"/>
                      <a:pt x="1288167" y="2291136"/>
                      <a:pt x="1290917" y="2302137"/>
                    </a:cubicBezTo>
                    <a:cubicBezTo>
                      <a:pt x="1295352" y="2319876"/>
                      <a:pt x="1297240" y="2338186"/>
                      <a:pt x="1301675" y="2355925"/>
                    </a:cubicBezTo>
                    <a:cubicBezTo>
                      <a:pt x="1308007" y="2381251"/>
                      <a:pt x="1316321" y="2406043"/>
                      <a:pt x="1323190" y="2431229"/>
                    </a:cubicBezTo>
                    <a:cubicBezTo>
                      <a:pt x="1327080" y="2445493"/>
                      <a:pt x="1329273" y="2460233"/>
                      <a:pt x="1333948" y="2474259"/>
                    </a:cubicBezTo>
                    <a:cubicBezTo>
                      <a:pt x="1340055" y="2492578"/>
                      <a:pt x="1350487" y="2509389"/>
                      <a:pt x="1355463" y="2528047"/>
                    </a:cubicBezTo>
                    <a:cubicBezTo>
                      <a:pt x="1364885" y="2563381"/>
                      <a:pt x="1368108" y="2600147"/>
                      <a:pt x="1376978" y="2635624"/>
                    </a:cubicBezTo>
                    <a:cubicBezTo>
                      <a:pt x="1401961" y="2735552"/>
                      <a:pt x="1372124" y="2611348"/>
                      <a:pt x="1398494" y="2743200"/>
                    </a:cubicBezTo>
                    <a:cubicBezTo>
                      <a:pt x="1401394" y="2757698"/>
                      <a:pt x="1406820" y="2771647"/>
                      <a:pt x="1409251" y="2786231"/>
                    </a:cubicBezTo>
                    <a:cubicBezTo>
                      <a:pt x="1414004" y="2814748"/>
                      <a:pt x="1415613" y="2843718"/>
                      <a:pt x="1420009" y="2872292"/>
                    </a:cubicBezTo>
                    <a:cubicBezTo>
                      <a:pt x="1422789" y="2890364"/>
                      <a:pt x="1427181" y="2908151"/>
                      <a:pt x="1430767" y="2926080"/>
                    </a:cubicBezTo>
                    <a:cubicBezTo>
                      <a:pt x="1438255" y="3023436"/>
                      <a:pt x="1436143" y="3049782"/>
                      <a:pt x="1452282" y="3130476"/>
                    </a:cubicBezTo>
                    <a:cubicBezTo>
                      <a:pt x="1455182" y="3144974"/>
                      <a:pt x="1457216" y="3159917"/>
                      <a:pt x="1463040" y="3173506"/>
                    </a:cubicBezTo>
                    <a:cubicBezTo>
                      <a:pt x="1468133" y="3185390"/>
                      <a:pt x="1478773" y="3194215"/>
                      <a:pt x="1484555" y="3205779"/>
                    </a:cubicBezTo>
                    <a:cubicBezTo>
                      <a:pt x="1489626" y="3215921"/>
                      <a:pt x="1492563" y="3227051"/>
                      <a:pt x="1495313" y="3238052"/>
                    </a:cubicBezTo>
                    <a:cubicBezTo>
                      <a:pt x="1514554" y="3315017"/>
                      <a:pt x="1498614" y="3276078"/>
                      <a:pt x="1516828" y="3367144"/>
                    </a:cubicBezTo>
                    <a:cubicBezTo>
                      <a:pt x="1519052" y="3378263"/>
                      <a:pt x="1524471" y="3388514"/>
                      <a:pt x="1527586" y="3399417"/>
                    </a:cubicBezTo>
                    <a:cubicBezTo>
                      <a:pt x="1531648" y="3413633"/>
                      <a:pt x="1534281" y="3428231"/>
                      <a:pt x="1538343" y="3442447"/>
                    </a:cubicBezTo>
                    <a:cubicBezTo>
                      <a:pt x="1541458" y="3453350"/>
                      <a:pt x="1547237" y="3463535"/>
                      <a:pt x="1549101" y="3474720"/>
                    </a:cubicBezTo>
                    <a:cubicBezTo>
                      <a:pt x="1550870" y="3485331"/>
                      <a:pt x="1549101" y="3496235"/>
                      <a:pt x="1549101" y="3506993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81FF144D-5AE5-E919-922F-7CC9B732DEF2}"/>
                  </a:ext>
                </a:extLst>
              </p:cNvPr>
              <p:cNvSpPr/>
              <p:nvPr/>
            </p:nvSpPr>
            <p:spPr>
              <a:xfrm>
                <a:off x="13928555" y="16134874"/>
                <a:ext cx="180098" cy="16864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08A545E8-60B7-ECFF-DC83-41D159023753}"/>
                  </a:ext>
                </a:extLst>
              </p:cNvPr>
              <p:cNvSpPr/>
              <p:nvPr/>
            </p:nvSpPr>
            <p:spPr>
              <a:xfrm>
                <a:off x="10936661" y="17111997"/>
                <a:ext cx="2648103" cy="4184295"/>
              </a:xfrm>
              <a:custGeom>
                <a:avLst/>
                <a:gdLst>
                  <a:gd name="connsiteX0" fmla="*/ 0 w 2364378"/>
                  <a:gd name="connsiteY0" fmla="*/ 3735978 h 3735978"/>
                  <a:gd name="connsiteX1" fmla="*/ 13063 w 2364378"/>
                  <a:gd name="connsiteY1" fmla="*/ 3644538 h 3735978"/>
                  <a:gd name="connsiteX2" fmla="*/ 39189 w 2364378"/>
                  <a:gd name="connsiteY2" fmla="*/ 3592286 h 3735978"/>
                  <a:gd name="connsiteX3" fmla="*/ 52252 w 2364378"/>
                  <a:gd name="connsiteY3" fmla="*/ 3553098 h 3735978"/>
                  <a:gd name="connsiteX4" fmla="*/ 78378 w 2364378"/>
                  <a:gd name="connsiteY4" fmla="*/ 3513909 h 3735978"/>
                  <a:gd name="connsiteX5" fmla="*/ 104503 w 2364378"/>
                  <a:gd name="connsiteY5" fmla="*/ 3448595 h 3735978"/>
                  <a:gd name="connsiteX6" fmla="*/ 130629 w 2364378"/>
                  <a:gd name="connsiteY6" fmla="*/ 3409406 h 3735978"/>
                  <a:gd name="connsiteX7" fmla="*/ 169818 w 2364378"/>
                  <a:gd name="connsiteY7" fmla="*/ 3344092 h 3735978"/>
                  <a:gd name="connsiteX8" fmla="*/ 182880 w 2364378"/>
                  <a:gd name="connsiteY8" fmla="*/ 3304903 h 3735978"/>
                  <a:gd name="connsiteX9" fmla="*/ 209006 w 2364378"/>
                  <a:gd name="connsiteY9" fmla="*/ 3239589 h 3735978"/>
                  <a:gd name="connsiteX10" fmla="*/ 235132 w 2364378"/>
                  <a:gd name="connsiteY10" fmla="*/ 3200400 h 3735978"/>
                  <a:gd name="connsiteX11" fmla="*/ 261258 w 2364378"/>
                  <a:gd name="connsiteY11" fmla="*/ 3122023 h 3735978"/>
                  <a:gd name="connsiteX12" fmla="*/ 274320 w 2364378"/>
                  <a:gd name="connsiteY12" fmla="*/ 3082835 h 3735978"/>
                  <a:gd name="connsiteX13" fmla="*/ 287383 w 2364378"/>
                  <a:gd name="connsiteY13" fmla="*/ 3043646 h 3735978"/>
                  <a:gd name="connsiteX14" fmla="*/ 300446 w 2364378"/>
                  <a:gd name="connsiteY14" fmla="*/ 2991395 h 3735978"/>
                  <a:gd name="connsiteX15" fmla="*/ 326572 w 2364378"/>
                  <a:gd name="connsiteY15" fmla="*/ 2952206 h 3735978"/>
                  <a:gd name="connsiteX16" fmla="*/ 339635 w 2364378"/>
                  <a:gd name="connsiteY16" fmla="*/ 2913018 h 3735978"/>
                  <a:gd name="connsiteX17" fmla="*/ 404949 w 2364378"/>
                  <a:gd name="connsiteY17" fmla="*/ 2834640 h 3735978"/>
                  <a:gd name="connsiteX18" fmla="*/ 444138 w 2364378"/>
                  <a:gd name="connsiteY18" fmla="*/ 2808515 h 3735978"/>
                  <a:gd name="connsiteX19" fmla="*/ 522515 w 2364378"/>
                  <a:gd name="connsiteY19" fmla="*/ 2730138 h 3735978"/>
                  <a:gd name="connsiteX20" fmla="*/ 561703 w 2364378"/>
                  <a:gd name="connsiteY20" fmla="*/ 2677886 h 3735978"/>
                  <a:gd name="connsiteX21" fmla="*/ 587829 w 2364378"/>
                  <a:gd name="connsiteY21" fmla="*/ 2625635 h 3735978"/>
                  <a:gd name="connsiteX22" fmla="*/ 653143 w 2364378"/>
                  <a:gd name="connsiteY22" fmla="*/ 2534195 h 3735978"/>
                  <a:gd name="connsiteX23" fmla="*/ 692332 w 2364378"/>
                  <a:gd name="connsiteY23" fmla="*/ 2508069 h 3735978"/>
                  <a:gd name="connsiteX24" fmla="*/ 757646 w 2364378"/>
                  <a:gd name="connsiteY24" fmla="*/ 2416629 h 3735978"/>
                  <a:gd name="connsiteX25" fmla="*/ 809898 w 2364378"/>
                  <a:gd name="connsiteY25" fmla="*/ 2338252 h 3735978"/>
                  <a:gd name="connsiteX26" fmla="*/ 849086 w 2364378"/>
                  <a:gd name="connsiteY26" fmla="*/ 2246812 h 3735978"/>
                  <a:gd name="connsiteX27" fmla="*/ 862149 w 2364378"/>
                  <a:gd name="connsiteY27" fmla="*/ 2207623 h 3735978"/>
                  <a:gd name="connsiteX28" fmla="*/ 914400 w 2364378"/>
                  <a:gd name="connsiteY28" fmla="*/ 2129246 h 3735978"/>
                  <a:gd name="connsiteX29" fmla="*/ 940526 w 2364378"/>
                  <a:gd name="connsiteY29" fmla="*/ 2090058 h 3735978"/>
                  <a:gd name="connsiteX30" fmla="*/ 979715 w 2364378"/>
                  <a:gd name="connsiteY30" fmla="*/ 2050869 h 3735978"/>
                  <a:gd name="connsiteX31" fmla="*/ 1031966 w 2364378"/>
                  <a:gd name="connsiteY31" fmla="*/ 1959429 h 3735978"/>
                  <a:gd name="connsiteX32" fmla="*/ 1071155 w 2364378"/>
                  <a:gd name="connsiteY32" fmla="*/ 1907178 h 3735978"/>
                  <a:gd name="connsiteX33" fmla="*/ 1084218 w 2364378"/>
                  <a:gd name="connsiteY33" fmla="*/ 1867989 h 3735978"/>
                  <a:gd name="connsiteX34" fmla="*/ 1110343 w 2364378"/>
                  <a:gd name="connsiteY34" fmla="*/ 1737360 h 3735978"/>
                  <a:gd name="connsiteX35" fmla="*/ 1136469 w 2364378"/>
                  <a:gd name="connsiteY35" fmla="*/ 1672046 h 3735978"/>
                  <a:gd name="connsiteX36" fmla="*/ 1227909 w 2364378"/>
                  <a:gd name="connsiteY36" fmla="*/ 1528355 h 3735978"/>
                  <a:gd name="connsiteX37" fmla="*/ 1240972 w 2364378"/>
                  <a:gd name="connsiteY37" fmla="*/ 1489166 h 3735978"/>
                  <a:gd name="connsiteX38" fmla="*/ 1280160 w 2364378"/>
                  <a:gd name="connsiteY38" fmla="*/ 1436915 h 3735978"/>
                  <a:gd name="connsiteX39" fmla="*/ 1319349 w 2364378"/>
                  <a:gd name="connsiteY39" fmla="*/ 1371600 h 3735978"/>
                  <a:gd name="connsiteX40" fmla="*/ 1436915 w 2364378"/>
                  <a:gd name="connsiteY40" fmla="*/ 1227909 h 3735978"/>
                  <a:gd name="connsiteX41" fmla="*/ 1476103 w 2364378"/>
                  <a:gd name="connsiteY41" fmla="*/ 1201783 h 3735978"/>
                  <a:gd name="connsiteX42" fmla="*/ 1541418 w 2364378"/>
                  <a:gd name="connsiteY42" fmla="*/ 1123406 h 3735978"/>
                  <a:gd name="connsiteX43" fmla="*/ 1593669 w 2364378"/>
                  <a:gd name="connsiteY43" fmla="*/ 1045029 h 3735978"/>
                  <a:gd name="connsiteX44" fmla="*/ 1619795 w 2364378"/>
                  <a:gd name="connsiteY44" fmla="*/ 1005840 h 3735978"/>
                  <a:gd name="connsiteX45" fmla="*/ 1645920 w 2364378"/>
                  <a:gd name="connsiteY45" fmla="*/ 966652 h 3735978"/>
                  <a:gd name="connsiteX46" fmla="*/ 1685109 w 2364378"/>
                  <a:gd name="connsiteY46" fmla="*/ 927463 h 3735978"/>
                  <a:gd name="connsiteX47" fmla="*/ 1711235 w 2364378"/>
                  <a:gd name="connsiteY47" fmla="*/ 875212 h 3735978"/>
                  <a:gd name="connsiteX48" fmla="*/ 1763486 w 2364378"/>
                  <a:gd name="connsiteY48" fmla="*/ 796835 h 3735978"/>
                  <a:gd name="connsiteX49" fmla="*/ 1802675 w 2364378"/>
                  <a:gd name="connsiteY49" fmla="*/ 718458 h 3735978"/>
                  <a:gd name="connsiteX50" fmla="*/ 1854926 w 2364378"/>
                  <a:gd name="connsiteY50" fmla="*/ 640080 h 3735978"/>
                  <a:gd name="connsiteX51" fmla="*/ 1867989 w 2364378"/>
                  <a:gd name="connsiteY51" fmla="*/ 600892 h 3735978"/>
                  <a:gd name="connsiteX52" fmla="*/ 1920240 w 2364378"/>
                  <a:gd name="connsiteY52" fmla="*/ 561703 h 3735978"/>
                  <a:gd name="connsiteX53" fmla="*/ 1998618 w 2364378"/>
                  <a:gd name="connsiteY53" fmla="*/ 496389 h 3735978"/>
                  <a:gd name="connsiteX54" fmla="*/ 2050869 w 2364378"/>
                  <a:gd name="connsiteY54" fmla="*/ 418012 h 3735978"/>
                  <a:gd name="connsiteX55" fmla="*/ 2076995 w 2364378"/>
                  <a:gd name="connsiteY55" fmla="*/ 378823 h 3735978"/>
                  <a:gd name="connsiteX56" fmla="*/ 2090058 w 2364378"/>
                  <a:gd name="connsiteY56" fmla="*/ 339635 h 3735978"/>
                  <a:gd name="connsiteX57" fmla="*/ 2129246 w 2364378"/>
                  <a:gd name="connsiteY57" fmla="*/ 300446 h 3735978"/>
                  <a:gd name="connsiteX58" fmla="*/ 2168435 w 2364378"/>
                  <a:gd name="connsiteY58" fmla="*/ 222069 h 3735978"/>
                  <a:gd name="connsiteX59" fmla="*/ 2207623 w 2364378"/>
                  <a:gd name="connsiteY59" fmla="*/ 143692 h 3735978"/>
                  <a:gd name="connsiteX60" fmla="*/ 2286000 w 2364378"/>
                  <a:gd name="connsiteY60" fmla="*/ 91440 h 3735978"/>
                  <a:gd name="connsiteX61" fmla="*/ 2312126 w 2364378"/>
                  <a:gd name="connsiteY61" fmla="*/ 52252 h 3735978"/>
                  <a:gd name="connsiteX62" fmla="*/ 2364378 w 2364378"/>
                  <a:gd name="connsiteY62" fmla="*/ 0 h 3735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2364378" h="3735978">
                    <a:moveTo>
                      <a:pt x="0" y="3735978"/>
                    </a:moveTo>
                    <a:cubicBezTo>
                      <a:pt x="4354" y="3705498"/>
                      <a:pt x="4962" y="3674243"/>
                      <a:pt x="13063" y="3644538"/>
                    </a:cubicBezTo>
                    <a:cubicBezTo>
                      <a:pt x="18187" y="3625751"/>
                      <a:pt x="31518" y="3610185"/>
                      <a:pt x="39189" y="3592286"/>
                    </a:cubicBezTo>
                    <a:cubicBezTo>
                      <a:pt x="44613" y="3579630"/>
                      <a:pt x="46094" y="3565414"/>
                      <a:pt x="52252" y="3553098"/>
                    </a:cubicBezTo>
                    <a:cubicBezTo>
                      <a:pt x="59273" y="3539056"/>
                      <a:pt x="71357" y="3527951"/>
                      <a:pt x="78378" y="3513909"/>
                    </a:cubicBezTo>
                    <a:cubicBezTo>
                      <a:pt x="88864" y="3492936"/>
                      <a:pt x="94017" y="3469568"/>
                      <a:pt x="104503" y="3448595"/>
                    </a:cubicBezTo>
                    <a:cubicBezTo>
                      <a:pt x="111524" y="3434553"/>
                      <a:pt x="122308" y="3422719"/>
                      <a:pt x="130629" y="3409406"/>
                    </a:cubicBezTo>
                    <a:cubicBezTo>
                      <a:pt x="144086" y="3387876"/>
                      <a:pt x="158464" y="3366801"/>
                      <a:pt x="169818" y="3344092"/>
                    </a:cubicBezTo>
                    <a:cubicBezTo>
                      <a:pt x="175976" y="3331776"/>
                      <a:pt x="178045" y="3317796"/>
                      <a:pt x="182880" y="3304903"/>
                    </a:cubicBezTo>
                    <a:cubicBezTo>
                      <a:pt x="191113" y="3282947"/>
                      <a:pt x="198519" y="3260562"/>
                      <a:pt x="209006" y="3239589"/>
                    </a:cubicBezTo>
                    <a:cubicBezTo>
                      <a:pt x="216027" y="3225547"/>
                      <a:pt x="228756" y="3214747"/>
                      <a:pt x="235132" y="3200400"/>
                    </a:cubicBezTo>
                    <a:cubicBezTo>
                      <a:pt x="246317" y="3175235"/>
                      <a:pt x="252550" y="3148149"/>
                      <a:pt x="261258" y="3122023"/>
                    </a:cubicBezTo>
                    <a:lnTo>
                      <a:pt x="274320" y="3082835"/>
                    </a:lnTo>
                    <a:cubicBezTo>
                      <a:pt x="278674" y="3069772"/>
                      <a:pt x="284043" y="3057004"/>
                      <a:pt x="287383" y="3043646"/>
                    </a:cubicBezTo>
                    <a:cubicBezTo>
                      <a:pt x="291737" y="3026229"/>
                      <a:pt x="293374" y="3007896"/>
                      <a:pt x="300446" y="2991395"/>
                    </a:cubicBezTo>
                    <a:cubicBezTo>
                      <a:pt x="306631" y="2976965"/>
                      <a:pt x="319551" y="2966248"/>
                      <a:pt x="326572" y="2952206"/>
                    </a:cubicBezTo>
                    <a:cubicBezTo>
                      <a:pt x="332730" y="2939890"/>
                      <a:pt x="333477" y="2925334"/>
                      <a:pt x="339635" y="2913018"/>
                    </a:cubicBezTo>
                    <a:cubicBezTo>
                      <a:pt x="354315" y="2883658"/>
                      <a:pt x="380184" y="2855277"/>
                      <a:pt x="404949" y="2834640"/>
                    </a:cubicBezTo>
                    <a:cubicBezTo>
                      <a:pt x="417010" y="2824589"/>
                      <a:pt x="432404" y="2818945"/>
                      <a:pt x="444138" y="2808515"/>
                    </a:cubicBezTo>
                    <a:cubicBezTo>
                      <a:pt x="471753" y="2783969"/>
                      <a:pt x="500347" y="2759696"/>
                      <a:pt x="522515" y="2730138"/>
                    </a:cubicBezTo>
                    <a:cubicBezTo>
                      <a:pt x="535578" y="2712721"/>
                      <a:pt x="550164" y="2696348"/>
                      <a:pt x="561703" y="2677886"/>
                    </a:cubicBezTo>
                    <a:cubicBezTo>
                      <a:pt x="572024" y="2661373"/>
                      <a:pt x="578168" y="2642542"/>
                      <a:pt x="587829" y="2625635"/>
                    </a:cubicBezTo>
                    <a:cubicBezTo>
                      <a:pt x="597718" y="2608329"/>
                      <a:pt x="643798" y="2543540"/>
                      <a:pt x="653143" y="2534195"/>
                    </a:cubicBezTo>
                    <a:cubicBezTo>
                      <a:pt x="664244" y="2523094"/>
                      <a:pt x="679269" y="2516778"/>
                      <a:pt x="692332" y="2508069"/>
                    </a:cubicBezTo>
                    <a:cubicBezTo>
                      <a:pt x="777260" y="2380678"/>
                      <a:pt x="644243" y="2578632"/>
                      <a:pt x="757646" y="2416629"/>
                    </a:cubicBezTo>
                    <a:cubicBezTo>
                      <a:pt x="775652" y="2390906"/>
                      <a:pt x="809898" y="2338252"/>
                      <a:pt x="809898" y="2338252"/>
                    </a:cubicBezTo>
                    <a:cubicBezTo>
                      <a:pt x="837082" y="2229507"/>
                      <a:pt x="803981" y="2337020"/>
                      <a:pt x="849086" y="2246812"/>
                    </a:cubicBezTo>
                    <a:cubicBezTo>
                      <a:pt x="855244" y="2234496"/>
                      <a:pt x="855462" y="2219660"/>
                      <a:pt x="862149" y="2207623"/>
                    </a:cubicBezTo>
                    <a:cubicBezTo>
                      <a:pt x="877398" y="2180175"/>
                      <a:pt x="896983" y="2155372"/>
                      <a:pt x="914400" y="2129246"/>
                    </a:cubicBezTo>
                    <a:cubicBezTo>
                      <a:pt x="923109" y="2116183"/>
                      <a:pt x="929425" y="2101159"/>
                      <a:pt x="940526" y="2090058"/>
                    </a:cubicBezTo>
                    <a:cubicBezTo>
                      <a:pt x="953589" y="2076995"/>
                      <a:pt x="967888" y="2065061"/>
                      <a:pt x="979715" y="2050869"/>
                    </a:cubicBezTo>
                    <a:cubicBezTo>
                      <a:pt x="1015667" y="2007726"/>
                      <a:pt x="1000028" y="2010529"/>
                      <a:pt x="1031966" y="1959429"/>
                    </a:cubicBezTo>
                    <a:cubicBezTo>
                      <a:pt x="1043505" y="1940967"/>
                      <a:pt x="1058092" y="1924595"/>
                      <a:pt x="1071155" y="1907178"/>
                    </a:cubicBezTo>
                    <a:cubicBezTo>
                      <a:pt x="1075509" y="1894115"/>
                      <a:pt x="1081122" y="1881406"/>
                      <a:pt x="1084218" y="1867989"/>
                    </a:cubicBezTo>
                    <a:cubicBezTo>
                      <a:pt x="1094203" y="1824721"/>
                      <a:pt x="1093851" y="1778589"/>
                      <a:pt x="1110343" y="1737360"/>
                    </a:cubicBezTo>
                    <a:cubicBezTo>
                      <a:pt x="1119052" y="1715589"/>
                      <a:pt x="1125241" y="1692631"/>
                      <a:pt x="1136469" y="1672046"/>
                    </a:cubicBezTo>
                    <a:cubicBezTo>
                      <a:pt x="1198579" y="1558179"/>
                      <a:pt x="1175981" y="1632209"/>
                      <a:pt x="1227909" y="1528355"/>
                    </a:cubicBezTo>
                    <a:cubicBezTo>
                      <a:pt x="1234067" y="1516039"/>
                      <a:pt x="1234140" y="1501121"/>
                      <a:pt x="1240972" y="1489166"/>
                    </a:cubicBezTo>
                    <a:cubicBezTo>
                      <a:pt x="1251773" y="1470263"/>
                      <a:pt x="1268084" y="1455030"/>
                      <a:pt x="1280160" y="1436915"/>
                    </a:cubicBezTo>
                    <a:cubicBezTo>
                      <a:pt x="1294244" y="1415789"/>
                      <a:pt x="1304897" y="1392475"/>
                      <a:pt x="1319349" y="1371600"/>
                    </a:cubicBezTo>
                    <a:cubicBezTo>
                      <a:pt x="1347562" y="1330847"/>
                      <a:pt x="1392922" y="1264570"/>
                      <a:pt x="1436915" y="1227909"/>
                    </a:cubicBezTo>
                    <a:cubicBezTo>
                      <a:pt x="1448976" y="1217858"/>
                      <a:pt x="1463040" y="1210492"/>
                      <a:pt x="1476103" y="1201783"/>
                    </a:cubicBezTo>
                    <a:cubicBezTo>
                      <a:pt x="1569472" y="1061733"/>
                      <a:pt x="1424060" y="1274295"/>
                      <a:pt x="1541418" y="1123406"/>
                    </a:cubicBezTo>
                    <a:cubicBezTo>
                      <a:pt x="1560695" y="1098621"/>
                      <a:pt x="1576252" y="1071155"/>
                      <a:pt x="1593669" y="1045029"/>
                    </a:cubicBezTo>
                    <a:lnTo>
                      <a:pt x="1619795" y="1005840"/>
                    </a:lnTo>
                    <a:cubicBezTo>
                      <a:pt x="1628503" y="992777"/>
                      <a:pt x="1634819" y="977753"/>
                      <a:pt x="1645920" y="966652"/>
                    </a:cubicBezTo>
                    <a:cubicBezTo>
                      <a:pt x="1658983" y="953589"/>
                      <a:pt x="1674371" y="942496"/>
                      <a:pt x="1685109" y="927463"/>
                    </a:cubicBezTo>
                    <a:cubicBezTo>
                      <a:pt x="1696427" y="911617"/>
                      <a:pt x="1701216" y="891910"/>
                      <a:pt x="1711235" y="875212"/>
                    </a:cubicBezTo>
                    <a:cubicBezTo>
                      <a:pt x="1727390" y="848288"/>
                      <a:pt x="1763486" y="796835"/>
                      <a:pt x="1763486" y="796835"/>
                    </a:cubicBezTo>
                    <a:cubicBezTo>
                      <a:pt x="1796320" y="698332"/>
                      <a:pt x="1752029" y="819749"/>
                      <a:pt x="1802675" y="718458"/>
                    </a:cubicBezTo>
                    <a:cubicBezTo>
                      <a:pt x="1840486" y="642837"/>
                      <a:pt x="1780636" y="714372"/>
                      <a:pt x="1854926" y="640080"/>
                    </a:cubicBezTo>
                    <a:cubicBezTo>
                      <a:pt x="1859280" y="627017"/>
                      <a:pt x="1859174" y="611470"/>
                      <a:pt x="1867989" y="600892"/>
                    </a:cubicBezTo>
                    <a:cubicBezTo>
                      <a:pt x="1881927" y="584167"/>
                      <a:pt x="1902524" y="574357"/>
                      <a:pt x="1920240" y="561703"/>
                    </a:cubicBezTo>
                    <a:cubicBezTo>
                      <a:pt x="1957980" y="534746"/>
                      <a:pt x="1968120" y="535600"/>
                      <a:pt x="1998618" y="496389"/>
                    </a:cubicBezTo>
                    <a:cubicBezTo>
                      <a:pt x="2017895" y="471604"/>
                      <a:pt x="2033452" y="444138"/>
                      <a:pt x="2050869" y="418012"/>
                    </a:cubicBezTo>
                    <a:cubicBezTo>
                      <a:pt x="2059578" y="404949"/>
                      <a:pt x="2072030" y="393717"/>
                      <a:pt x="2076995" y="378823"/>
                    </a:cubicBezTo>
                    <a:cubicBezTo>
                      <a:pt x="2081349" y="365760"/>
                      <a:pt x="2082420" y="351092"/>
                      <a:pt x="2090058" y="339635"/>
                    </a:cubicBezTo>
                    <a:cubicBezTo>
                      <a:pt x="2100305" y="324264"/>
                      <a:pt x="2116183" y="313509"/>
                      <a:pt x="2129246" y="300446"/>
                    </a:cubicBezTo>
                    <a:cubicBezTo>
                      <a:pt x="2162081" y="201943"/>
                      <a:pt x="2117788" y="323363"/>
                      <a:pt x="2168435" y="222069"/>
                    </a:cubicBezTo>
                    <a:cubicBezTo>
                      <a:pt x="2186035" y="186869"/>
                      <a:pt x="2174347" y="172808"/>
                      <a:pt x="2207623" y="143692"/>
                    </a:cubicBezTo>
                    <a:cubicBezTo>
                      <a:pt x="2231253" y="123015"/>
                      <a:pt x="2286000" y="91440"/>
                      <a:pt x="2286000" y="91440"/>
                    </a:cubicBezTo>
                    <a:cubicBezTo>
                      <a:pt x="2294709" y="78377"/>
                      <a:pt x="2302075" y="64313"/>
                      <a:pt x="2312126" y="52252"/>
                    </a:cubicBezTo>
                    <a:lnTo>
                      <a:pt x="2364378" y="0"/>
                    </a:ln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1B618380-FCAE-3DF5-23CA-D936F26C2EF7}"/>
                  </a:ext>
                </a:extLst>
              </p:cNvPr>
              <p:cNvSpPr/>
              <p:nvPr/>
            </p:nvSpPr>
            <p:spPr>
              <a:xfrm>
                <a:off x="12750834" y="17111997"/>
                <a:ext cx="1271336" cy="4198925"/>
              </a:xfrm>
              <a:custGeom>
                <a:avLst/>
                <a:gdLst>
                  <a:gd name="connsiteX0" fmla="*/ 679268 w 1135121"/>
                  <a:gd name="connsiteY0" fmla="*/ 3749040 h 3749040"/>
                  <a:gd name="connsiteX1" fmla="*/ 613954 w 1135121"/>
                  <a:gd name="connsiteY1" fmla="*/ 3657600 h 3749040"/>
                  <a:gd name="connsiteX2" fmla="*/ 522514 w 1135121"/>
                  <a:gd name="connsiteY2" fmla="*/ 3540035 h 3749040"/>
                  <a:gd name="connsiteX3" fmla="*/ 483325 w 1135121"/>
                  <a:gd name="connsiteY3" fmla="*/ 3448595 h 3749040"/>
                  <a:gd name="connsiteX4" fmla="*/ 444137 w 1135121"/>
                  <a:gd name="connsiteY4" fmla="*/ 3357155 h 3749040"/>
                  <a:gd name="connsiteX5" fmla="*/ 431074 w 1135121"/>
                  <a:gd name="connsiteY5" fmla="*/ 3291840 h 3749040"/>
                  <a:gd name="connsiteX6" fmla="*/ 378823 w 1135121"/>
                  <a:gd name="connsiteY6" fmla="*/ 3030583 h 3749040"/>
                  <a:gd name="connsiteX7" fmla="*/ 365760 w 1135121"/>
                  <a:gd name="connsiteY7" fmla="*/ 2991395 h 3749040"/>
                  <a:gd name="connsiteX8" fmla="*/ 339634 w 1135121"/>
                  <a:gd name="connsiteY8" fmla="*/ 2886892 h 3749040"/>
                  <a:gd name="connsiteX9" fmla="*/ 313508 w 1135121"/>
                  <a:gd name="connsiteY9" fmla="*/ 2808515 h 3749040"/>
                  <a:gd name="connsiteX10" fmla="*/ 261257 w 1135121"/>
                  <a:gd name="connsiteY10" fmla="*/ 2730138 h 3749040"/>
                  <a:gd name="connsiteX11" fmla="*/ 209005 w 1135121"/>
                  <a:gd name="connsiteY11" fmla="*/ 2651760 h 3749040"/>
                  <a:gd name="connsiteX12" fmla="*/ 156754 w 1135121"/>
                  <a:gd name="connsiteY12" fmla="*/ 2573383 h 3749040"/>
                  <a:gd name="connsiteX13" fmla="*/ 117565 w 1135121"/>
                  <a:gd name="connsiteY13" fmla="*/ 2495006 h 3749040"/>
                  <a:gd name="connsiteX14" fmla="*/ 78377 w 1135121"/>
                  <a:gd name="connsiteY14" fmla="*/ 2377440 h 3749040"/>
                  <a:gd name="connsiteX15" fmla="*/ 52251 w 1135121"/>
                  <a:gd name="connsiteY15" fmla="*/ 2299063 h 3749040"/>
                  <a:gd name="connsiteX16" fmla="*/ 26125 w 1135121"/>
                  <a:gd name="connsiteY16" fmla="*/ 2194560 h 3749040"/>
                  <a:gd name="connsiteX17" fmla="*/ 13063 w 1135121"/>
                  <a:gd name="connsiteY17" fmla="*/ 2155372 h 3749040"/>
                  <a:gd name="connsiteX18" fmla="*/ 0 w 1135121"/>
                  <a:gd name="connsiteY18" fmla="*/ 2076995 h 3749040"/>
                  <a:gd name="connsiteX19" fmla="*/ 13063 w 1135121"/>
                  <a:gd name="connsiteY19" fmla="*/ 1946366 h 3749040"/>
                  <a:gd name="connsiteX20" fmla="*/ 65314 w 1135121"/>
                  <a:gd name="connsiteY20" fmla="*/ 1815738 h 3749040"/>
                  <a:gd name="connsiteX21" fmla="*/ 91440 w 1135121"/>
                  <a:gd name="connsiteY21" fmla="*/ 1750423 h 3749040"/>
                  <a:gd name="connsiteX22" fmla="*/ 117565 w 1135121"/>
                  <a:gd name="connsiteY22" fmla="*/ 1711235 h 3749040"/>
                  <a:gd name="connsiteX23" fmla="*/ 130628 w 1135121"/>
                  <a:gd name="connsiteY23" fmla="*/ 1672046 h 3749040"/>
                  <a:gd name="connsiteX24" fmla="*/ 156754 w 1135121"/>
                  <a:gd name="connsiteY24" fmla="*/ 1619795 h 3749040"/>
                  <a:gd name="connsiteX25" fmla="*/ 195943 w 1135121"/>
                  <a:gd name="connsiteY25" fmla="*/ 1541418 h 3749040"/>
                  <a:gd name="connsiteX26" fmla="*/ 248194 w 1135121"/>
                  <a:gd name="connsiteY26" fmla="*/ 1423852 h 3749040"/>
                  <a:gd name="connsiteX27" fmla="*/ 365760 w 1135121"/>
                  <a:gd name="connsiteY27" fmla="*/ 1345475 h 3749040"/>
                  <a:gd name="connsiteX28" fmla="*/ 444137 w 1135121"/>
                  <a:gd name="connsiteY28" fmla="*/ 1293223 h 3749040"/>
                  <a:gd name="connsiteX29" fmla="*/ 483325 w 1135121"/>
                  <a:gd name="connsiteY29" fmla="*/ 1267098 h 3749040"/>
                  <a:gd name="connsiteX30" fmla="*/ 509451 w 1135121"/>
                  <a:gd name="connsiteY30" fmla="*/ 1227909 h 3749040"/>
                  <a:gd name="connsiteX31" fmla="*/ 548640 w 1135121"/>
                  <a:gd name="connsiteY31" fmla="*/ 1188720 h 3749040"/>
                  <a:gd name="connsiteX32" fmla="*/ 561703 w 1135121"/>
                  <a:gd name="connsiteY32" fmla="*/ 1149532 h 3749040"/>
                  <a:gd name="connsiteX33" fmla="*/ 613954 w 1135121"/>
                  <a:gd name="connsiteY33" fmla="*/ 1071155 h 3749040"/>
                  <a:gd name="connsiteX34" fmla="*/ 640080 w 1135121"/>
                  <a:gd name="connsiteY34" fmla="*/ 1031966 h 3749040"/>
                  <a:gd name="connsiteX35" fmla="*/ 718457 w 1135121"/>
                  <a:gd name="connsiteY35" fmla="*/ 966652 h 3749040"/>
                  <a:gd name="connsiteX36" fmla="*/ 757645 w 1135121"/>
                  <a:gd name="connsiteY36" fmla="*/ 927463 h 3749040"/>
                  <a:gd name="connsiteX37" fmla="*/ 836023 w 1135121"/>
                  <a:gd name="connsiteY37" fmla="*/ 875212 h 3749040"/>
                  <a:gd name="connsiteX38" fmla="*/ 914400 w 1135121"/>
                  <a:gd name="connsiteY38" fmla="*/ 809898 h 3749040"/>
                  <a:gd name="connsiteX39" fmla="*/ 979714 w 1135121"/>
                  <a:gd name="connsiteY39" fmla="*/ 731520 h 3749040"/>
                  <a:gd name="connsiteX40" fmla="*/ 1018903 w 1135121"/>
                  <a:gd name="connsiteY40" fmla="*/ 705395 h 3749040"/>
                  <a:gd name="connsiteX41" fmla="*/ 1097280 w 1135121"/>
                  <a:gd name="connsiteY41" fmla="*/ 640080 h 3749040"/>
                  <a:gd name="connsiteX42" fmla="*/ 1110343 w 1135121"/>
                  <a:gd name="connsiteY42" fmla="*/ 431075 h 3749040"/>
                  <a:gd name="connsiteX43" fmla="*/ 1005840 w 1135121"/>
                  <a:gd name="connsiteY43" fmla="*/ 339635 h 3749040"/>
                  <a:gd name="connsiteX44" fmla="*/ 914400 w 1135121"/>
                  <a:gd name="connsiteY44" fmla="*/ 222069 h 3749040"/>
                  <a:gd name="connsiteX45" fmla="*/ 875211 w 1135121"/>
                  <a:gd name="connsiteY45" fmla="*/ 104503 h 3749040"/>
                  <a:gd name="connsiteX46" fmla="*/ 862148 w 1135121"/>
                  <a:gd name="connsiteY46" fmla="*/ 65315 h 3749040"/>
                  <a:gd name="connsiteX47" fmla="*/ 822960 w 1135121"/>
                  <a:gd name="connsiteY47" fmla="*/ 52252 h 3749040"/>
                  <a:gd name="connsiteX48" fmla="*/ 770708 w 1135121"/>
                  <a:gd name="connsiteY48" fmla="*/ 0 h 3749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135121" h="3749040">
                    <a:moveTo>
                      <a:pt x="679268" y="3749040"/>
                    </a:moveTo>
                    <a:cubicBezTo>
                      <a:pt x="657497" y="3718560"/>
                      <a:pt x="637353" y="3686849"/>
                      <a:pt x="613954" y="3657600"/>
                    </a:cubicBezTo>
                    <a:cubicBezTo>
                      <a:pt x="556610" y="3585921"/>
                      <a:pt x="578132" y="3651271"/>
                      <a:pt x="522514" y="3540035"/>
                    </a:cubicBezTo>
                    <a:cubicBezTo>
                      <a:pt x="435878" y="3366763"/>
                      <a:pt x="540978" y="3583121"/>
                      <a:pt x="483325" y="3448595"/>
                    </a:cubicBezTo>
                    <a:cubicBezTo>
                      <a:pt x="460898" y="3396264"/>
                      <a:pt x="456389" y="3406164"/>
                      <a:pt x="444137" y="3357155"/>
                    </a:cubicBezTo>
                    <a:cubicBezTo>
                      <a:pt x="438752" y="3335615"/>
                      <a:pt x="434933" y="3313705"/>
                      <a:pt x="431074" y="3291840"/>
                    </a:cubicBezTo>
                    <a:cubicBezTo>
                      <a:pt x="416606" y="3209857"/>
                      <a:pt x="405892" y="3111787"/>
                      <a:pt x="378823" y="3030583"/>
                    </a:cubicBezTo>
                    <a:cubicBezTo>
                      <a:pt x="374469" y="3017520"/>
                      <a:pt x="369383" y="3004679"/>
                      <a:pt x="365760" y="2991395"/>
                    </a:cubicBezTo>
                    <a:cubicBezTo>
                      <a:pt x="356312" y="2956754"/>
                      <a:pt x="350989" y="2920956"/>
                      <a:pt x="339634" y="2886892"/>
                    </a:cubicBezTo>
                    <a:cubicBezTo>
                      <a:pt x="330925" y="2860766"/>
                      <a:pt x="328784" y="2831429"/>
                      <a:pt x="313508" y="2808515"/>
                    </a:cubicBezTo>
                    <a:lnTo>
                      <a:pt x="261257" y="2730138"/>
                    </a:lnTo>
                    <a:cubicBezTo>
                      <a:pt x="236274" y="2655189"/>
                      <a:pt x="266085" y="2725149"/>
                      <a:pt x="209005" y="2651760"/>
                    </a:cubicBezTo>
                    <a:cubicBezTo>
                      <a:pt x="189728" y="2626975"/>
                      <a:pt x="166683" y="2603171"/>
                      <a:pt x="156754" y="2573383"/>
                    </a:cubicBezTo>
                    <a:cubicBezTo>
                      <a:pt x="138726" y="2519301"/>
                      <a:pt x="151329" y="2545652"/>
                      <a:pt x="117565" y="2495006"/>
                    </a:cubicBezTo>
                    <a:lnTo>
                      <a:pt x="78377" y="2377440"/>
                    </a:lnTo>
                    <a:lnTo>
                      <a:pt x="52251" y="2299063"/>
                    </a:lnTo>
                    <a:cubicBezTo>
                      <a:pt x="43542" y="2264229"/>
                      <a:pt x="37479" y="2228624"/>
                      <a:pt x="26125" y="2194560"/>
                    </a:cubicBezTo>
                    <a:cubicBezTo>
                      <a:pt x="21771" y="2181497"/>
                      <a:pt x="16050" y="2168813"/>
                      <a:pt x="13063" y="2155372"/>
                    </a:cubicBezTo>
                    <a:cubicBezTo>
                      <a:pt x="7317" y="2129517"/>
                      <a:pt x="4354" y="2103121"/>
                      <a:pt x="0" y="2076995"/>
                    </a:cubicBezTo>
                    <a:cubicBezTo>
                      <a:pt x="4354" y="2033452"/>
                      <a:pt x="4999" y="1989377"/>
                      <a:pt x="13063" y="1946366"/>
                    </a:cubicBezTo>
                    <a:cubicBezTo>
                      <a:pt x="25324" y="1880971"/>
                      <a:pt x="41029" y="1870378"/>
                      <a:pt x="65314" y="1815738"/>
                    </a:cubicBezTo>
                    <a:cubicBezTo>
                      <a:pt x="74838" y="1794310"/>
                      <a:pt x="80953" y="1771396"/>
                      <a:pt x="91440" y="1750423"/>
                    </a:cubicBezTo>
                    <a:cubicBezTo>
                      <a:pt x="98461" y="1736381"/>
                      <a:pt x="110544" y="1725277"/>
                      <a:pt x="117565" y="1711235"/>
                    </a:cubicBezTo>
                    <a:cubicBezTo>
                      <a:pt x="123723" y="1698919"/>
                      <a:pt x="125204" y="1684702"/>
                      <a:pt x="130628" y="1672046"/>
                    </a:cubicBezTo>
                    <a:cubicBezTo>
                      <a:pt x="138299" y="1654148"/>
                      <a:pt x="149083" y="1637693"/>
                      <a:pt x="156754" y="1619795"/>
                    </a:cubicBezTo>
                    <a:cubicBezTo>
                      <a:pt x="189204" y="1544079"/>
                      <a:pt x="145735" y="1616728"/>
                      <a:pt x="195943" y="1541418"/>
                    </a:cubicBezTo>
                    <a:cubicBezTo>
                      <a:pt x="205674" y="1512222"/>
                      <a:pt x="218968" y="1449425"/>
                      <a:pt x="248194" y="1423852"/>
                    </a:cubicBezTo>
                    <a:cubicBezTo>
                      <a:pt x="248213" y="1423835"/>
                      <a:pt x="346155" y="1358545"/>
                      <a:pt x="365760" y="1345475"/>
                    </a:cubicBezTo>
                    <a:lnTo>
                      <a:pt x="444137" y="1293223"/>
                    </a:lnTo>
                    <a:lnTo>
                      <a:pt x="483325" y="1267098"/>
                    </a:lnTo>
                    <a:cubicBezTo>
                      <a:pt x="492034" y="1254035"/>
                      <a:pt x="499400" y="1239970"/>
                      <a:pt x="509451" y="1227909"/>
                    </a:cubicBezTo>
                    <a:cubicBezTo>
                      <a:pt x="521278" y="1213717"/>
                      <a:pt x="538392" y="1204091"/>
                      <a:pt x="548640" y="1188720"/>
                    </a:cubicBezTo>
                    <a:cubicBezTo>
                      <a:pt x="556278" y="1177263"/>
                      <a:pt x="555016" y="1161569"/>
                      <a:pt x="561703" y="1149532"/>
                    </a:cubicBezTo>
                    <a:cubicBezTo>
                      <a:pt x="576952" y="1122084"/>
                      <a:pt x="596537" y="1097281"/>
                      <a:pt x="613954" y="1071155"/>
                    </a:cubicBezTo>
                    <a:cubicBezTo>
                      <a:pt x="622663" y="1058092"/>
                      <a:pt x="628979" y="1043067"/>
                      <a:pt x="640080" y="1031966"/>
                    </a:cubicBezTo>
                    <a:cubicBezTo>
                      <a:pt x="754576" y="917470"/>
                      <a:pt x="609330" y="1057592"/>
                      <a:pt x="718457" y="966652"/>
                    </a:cubicBezTo>
                    <a:cubicBezTo>
                      <a:pt x="732649" y="954825"/>
                      <a:pt x="743063" y="938805"/>
                      <a:pt x="757645" y="927463"/>
                    </a:cubicBezTo>
                    <a:cubicBezTo>
                      <a:pt x="782430" y="908186"/>
                      <a:pt x="813821" y="897415"/>
                      <a:pt x="836023" y="875212"/>
                    </a:cubicBezTo>
                    <a:cubicBezTo>
                      <a:pt x="886312" y="824922"/>
                      <a:pt x="859840" y="846270"/>
                      <a:pt x="914400" y="809898"/>
                    </a:cubicBezTo>
                    <a:cubicBezTo>
                      <a:pt x="940088" y="771365"/>
                      <a:pt x="941996" y="762951"/>
                      <a:pt x="979714" y="731520"/>
                    </a:cubicBezTo>
                    <a:cubicBezTo>
                      <a:pt x="991775" y="721469"/>
                      <a:pt x="1006842" y="715446"/>
                      <a:pt x="1018903" y="705395"/>
                    </a:cubicBezTo>
                    <a:cubicBezTo>
                      <a:pt x="1119491" y="621572"/>
                      <a:pt x="999974" y="704951"/>
                      <a:pt x="1097280" y="640080"/>
                    </a:cubicBezTo>
                    <a:cubicBezTo>
                      <a:pt x="1150470" y="560294"/>
                      <a:pt x="1140616" y="592534"/>
                      <a:pt x="1110343" y="431075"/>
                    </a:cubicBezTo>
                    <a:cubicBezTo>
                      <a:pt x="1101802" y="385522"/>
                      <a:pt x="1027277" y="361072"/>
                      <a:pt x="1005840" y="339635"/>
                    </a:cubicBezTo>
                    <a:cubicBezTo>
                      <a:pt x="972027" y="305822"/>
                      <a:pt x="930025" y="268944"/>
                      <a:pt x="914400" y="222069"/>
                    </a:cubicBezTo>
                    <a:lnTo>
                      <a:pt x="875211" y="104503"/>
                    </a:lnTo>
                    <a:cubicBezTo>
                      <a:pt x="870857" y="91440"/>
                      <a:pt x="875211" y="69669"/>
                      <a:pt x="862148" y="65315"/>
                    </a:cubicBezTo>
                    <a:lnTo>
                      <a:pt x="822960" y="52252"/>
                    </a:lnTo>
                    <a:cubicBezTo>
                      <a:pt x="791433" y="4962"/>
                      <a:pt x="810876" y="20084"/>
                      <a:pt x="770708" y="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EC01FF3F-75D2-F924-2A1E-AA0BDCC8313E}"/>
                  </a:ext>
                </a:extLst>
              </p:cNvPr>
              <p:cNvSpPr/>
              <p:nvPr/>
            </p:nvSpPr>
            <p:spPr>
              <a:xfrm>
                <a:off x="13570136" y="16263435"/>
                <a:ext cx="438911" cy="819302"/>
              </a:xfrm>
              <a:custGeom>
                <a:avLst/>
                <a:gdLst>
                  <a:gd name="connsiteX0" fmla="*/ 0 w 391885"/>
                  <a:gd name="connsiteY0" fmla="*/ 731520 h 731520"/>
                  <a:gd name="connsiteX1" fmla="*/ 26125 w 391885"/>
                  <a:gd name="connsiteY1" fmla="*/ 587828 h 731520"/>
                  <a:gd name="connsiteX2" fmla="*/ 39188 w 391885"/>
                  <a:gd name="connsiteY2" fmla="*/ 548640 h 731520"/>
                  <a:gd name="connsiteX3" fmla="*/ 78377 w 391885"/>
                  <a:gd name="connsiteY3" fmla="*/ 509451 h 731520"/>
                  <a:gd name="connsiteX4" fmla="*/ 104503 w 391885"/>
                  <a:gd name="connsiteY4" fmla="*/ 470263 h 731520"/>
                  <a:gd name="connsiteX5" fmla="*/ 143691 w 391885"/>
                  <a:gd name="connsiteY5" fmla="*/ 352697 h 731520"/>
                  <a:gd name="connsiteX6" fmla="*/ 156754 w 391885"/>
                  <a:gd name="connsiteY6" fmla="*/ 313508 h 731520"/>
                  <a:gd name="connsiteX7" fmla="*/ 209005 w 391885"/>
                  <a:gd name="connsiteY7" fmla="*/ 235131 h 731520"/>
                  <a:gd name="connsiteX8" fmla="*/ 235131 w 391885"/>
                  <a:gd name="connsiteY8" fmla="*/ 195943 h 731520"/>
                  <a:gd name="connsiteX9" fmla="*/ 300445 w 391885"/>
                  <a:gd name="connsiteY9" fmla="*/ 78377 h 731520"/>
                  <a:gd name="connsiteX10" fmla="*/ 339634 w 391885"/>
                  <a:gd name="connsiteY10" fmla="*/ 65314 h 731520"/>
                  <a:gd name="connsiteX11" fmla="*/ 391885 w 391885"/>
                  <a:gd name="connsiteY11" fmla="*/ 0 h 731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91885" h="731520">
                    <a:moveTo>
                      <a:pt x="0" y="731520"/>
                    </a:moveTo>
                    <a:cubicBezTo>
                      <a:pt x="10570" y="657530"/>
                      <a:pt x="8530" y="649412"/>
                      <a:pt x="26125" y="587828"/>
                    </a:cubicBezTo>
                    <a:cubicBezTo>
                      <a:pt x="29908" y="574588"/>
                      <a:pt x="31550" y="560097"/>
                      <a:pt x="39188" y="548640"/>
                    </a:cubicBezTo>
                    <a:cubicBezTo>
                      <a:pt x="49436" y="533269"/>
                      <a:pt x="66550" y="523643"/>
                      <a:pt x="78377" y="509451"/>
                    </a:cubicBezTo>
                    <a:cubicBezTo>
                      <a:pt x="88428" y="497390"/>
                      <a:pt x="95794" y="483326"/>
                      <a:pt x="104503" y="470263"/>
                    </a:cubicBezTo>
                    <a:lnTo>
                      <a:pt x="143691" y="352697"/>
                    </a:lnTo>
                    <a:cubicBezTo>
                      <a:pt x="148045" y="339634"/>
                      <a:pt x="149116" y="324965"/>
                      <a:pt x="156754" y="313508"/>
                    </a:cubicBezTo>
                    <a:lnTo>
                      <a:pt x="209005" y="235131"/>
                    </a:lnTo>
                    <a:lnTo>
                      <a:pt x="235131" y="195943"/>
                    </a:lnTo>
                    <a:cubicBezTo>
                      <a:pt x="254606" y="137518"/>
                      <a:pt x="250164" y="111897"/>
                      <a:pt x="300445" y="78377"/>
                    </a:cubicBezTo>
                    <a:cubicBezTo>
                      <a:pt x="311902" y="70739"/>
                      <a:pt x="326571" y="69668"/>
                      <a:pt x="339634" y="65314"/>
                    </a:cubicBezTo>
                    <a:cubicBezTo>
                      <a:pt x="385707" y="19241"/>
                      <a:pt x="370561" y="42649"/>
                      <a:pt x="391885" y="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F488F8B-8DB6-633F-1E96-FC35CDD95AC9}"/>
                  </a:ext>
                </a:extLst>
              </p:cNvPr>
              <p:cNvSpPr/>
              <p:nvPr/>
            </p:nvSpPr>
            <p:spPr>
              <a:xfrm>
                <a:off x="13503933" y="17005675"/>
                <a:ext cx="180098" cy="16864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</p:grpSp>
        <p:cxnSp>
          <p:nvCxnSpPr>
            <p:cNvPr id="247" name="Straight Arrow Connector 246">
              <a:extLst>
                <a:ext uri="{FF2B5EF4-FFF2-40B4-BE49-F238E27FC236}">
                  <a16:creationId xmlns:a16="http://schemas.microsoft.com/office/drawing/2014/main" id="{1EAC901A-C2EA-5009-4A87-0A4BF56156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06382" y="16344599"/>
              <a:ext cx="4133224" cy="15508"/>
            </a:xfrm>
            <a:prstGeom prst="straightConnector1">
              <a:avLst/>
            </a:prstGeom>
            <a:ln w="88900"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B048983B-BC19-B7B4-E651-386190820A54}"/>
                </a:ext>
              </a:extLst>
            </p:cNvPr>
            <p:cNvCxnSpPr>
              <a:cxnSpLocks/>
            </p:cNvCxnSpPr>
            <p:nvPr/>
          </p:nvCxnSpPr>
          <p:spPr>
            <a:xfrm>
              <a:off x="16500708" y="16173362"/>
              <a:ext cx="21792" cy="1403655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2" name="TextBox 251">
                  <a:extLst>
                    <a:ext uri="{FF2B5EF4-FFF2-40B4-BE49-F238E27FC236}">
                      <a16:creationId xmlns:a16="http://schemas.microsoft.com/office/drawing/2014/main" id="{2F71EE2D-FDE3-3B1B-01D2-486D5E0AC0A3}"/>
                    </a:ext>
                  </a:extLst>
                </p:cNvPr>
                <p:cNvSpPr txBox="1"/>
                <p:nvPr/>
              </p:nvSpPr>
              <p:spPr>
                <a:xfrm>
                  <a:off x="15752490" y="16955334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252" name="TextBox 251">
                  <a:extLst>
                    <a:ext uri="{FF2B5EF4-FFF2-40B4-BE49-F238E27FC236}">
                      <a16:creationId xmlns:a16="http://schemas.microsoft.com/office/drawing/2014/main" id="{2F71EE2D-FDE3-3B1B-01D2-486D5E0AC0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52490" y="16955334"/>
                  <a:ext cx="1120139" cy="598080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8EC74DE5-E77B-F845-616F-5F590B327E91}"/>
                </a:ext>
              </a:extLst>
            </p:cNvPr>
            <p:cNvCxnSpPr>
              <a:cxnSpLocks/>
              <a:stCxn id="323" idx="27"/>
              <a:endCxn id="324" idx="35"/>
            </p:cNvCxnSpPr>
            <p:nvPr/>
          </p:nvCxnSpPr>
          <p:spPr>
            <a:xfrm>
              <a:off x="22939138" y="19317041"/>
              <a:ext cx="959204" cy="201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84E29D95-261D-334C-AA4F-724DD07A15D2}"/>
                </a:ext>
              </a:extLst>
            </p:cNvPr>
            <p:cNvCxnSpPr>
              <a:cxnSpLocks/>
              <a:stCxn id="323" idx="47"/>
            </p:cNvCxnSpPr>
            <p:nvPr/>
          </p:nvCxnSpPr>
          <p:spPr>
            <a:xfrm>
              <a:off x="23358883" y="18675491"/>
              <a:ext cx="1653463" cy="220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06C31B3C-B6B0-1A2C-83B3-CEB55EDEC9AD}"/>
                </a:ext>
              </a:extLst>
            </p:cNvPr>
            <p:cNvCxnSpPr>
              <a:cxnSpLocks/>
              <a:endCxn id="317" idx="27"/>
            </p:cNvCxnSpPr>
            <p:nvPr/>
          </p:nvCxnSpPr>
          <p:spPr>
            <a:xfrm>
              <a:off x="24689095" y="17293507"/>
              <a:ext cx="1475025" cy="2948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66260864-6893-AEDF-9971-FC84057ABE8C}"/>
                </a:ext>
              </a:extLst>
            </p:cNvPr>
            <p:cNvSpPr/>
            <p:nvPr/>
          </p:nvSpPr>
          <p:spPr>
            <a:xfrm>
              <a:off x="24608253" y="17396530"/>
              <a:ext cx="651150" cy="2062139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768642" h="3320716">
                  <a:moveTo>
                    <a:pt x="1768642" y="3320716"/>
                  </a:moveTo>
                  <a:cubicBezTo>
                    <a:pt x="1552074" y="3035969"/>
                    <a:pt x="1292675" y="2779201"/>
                    <a:pt x="1118937" y="2466474"/>
                  </a:cubicBezTo>
                  <a:cubicBezTo>
                    <a:pt x="1098884" y="2430379"/>
                    <a:pt x="1076240" y="2395607"/>
                    <a:pt x="1058779" y="2358190"/>
                  </a:cubicBezTo>
                  <a:cubicBezTo>
                    <a:pt x="1037715" y="2313053"/>
                    <a:pt x="1035504" y="2282745"/>
                    <a:pt x="1022684" y="2237874"/>
                  </a:cubicBezTo>
                  <a:cubicBezTo>
                    <a:pt x="1019200" y="2225680"/>
                    <a:pt x="1014663" y="2213811"/>
                    <a:pt x="1010653" y="2201779"/>
                  </a:cubicBezTo>
                  <a:cubicBezTo>
                    <a:pt x="1007948" y="2161202"/>
                    <a:pt x="992139" y="1914835"/>
                    <a:pt x="986590" y="1864895"/>
                  </a:cubicBezTo>
                  <a:cubicBezTo>
                    <a:pt x="984332" y="1844570"/>
                    <a:pt x="978994" y="1824700"/>
                    <a:pt x="974558" y="1804737"/>
                  </a:cubicBezTo>
                  <a:cubicBezTo>
                    <a:pt x="962436" y="1750190"/>
                    <a:pt x="958456" y="1744401"/>
                    <a:pt x="938463" y="1684421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09003" y="1356196"/>
                    <a:pt x="825183" y="1394184"/>
                    <a:pt x="770021" y="1311442"/>
                  </a:cubicBezTo>
                  <a:lnTo>
                    <a:pt x="745958" y="1275348"/>
                  </a:lnTo>
                  <a:cubicBezTo>
                    <a:pt x="737937" y="1263316"/>
                    <a:pt x="732120" y="1249478"/>
                    <a:pt x="721895" y="1239253"/>
                  </a:cubicBezTo>
                  <a:cubicBezTo>
                    <a:pt x="639480" y="1156838"/>
                    <a:pt x="678020" y="1185940"/>
                    <a:pt x="613611" y="1143000"/>
                  </a:cubicBezTo>
                  <a:cubicBezTo>
                    <a:pt x="605590" y="1130969"/>
                    <a:pt x="599070" y="1117788"/>
                    <a:pt x="589548" y="1106906"/>
                  </a:cubicBezTo>
                  <a:cubicBezTo>
                    <a:pt x="570874" y="1085564"/>
                    <a:pt x="545121" y="1070344"/>
                    <a:pt x="529390" y="1046748"/>
                  </a:cubicBezTo>
                  <a:cubicBezTo>
                    <a:pt x="521369" y="1034716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58898" y="385415"/>
                    <a:pt x="156411" y="372979"/>
                  </a:cubicBezTo>
                  <a:cubicBezTo>
                    <a:pt x="152939" y="355617"/>
                    <a:pt x="129427" y="212190"/>
                    <a:pt x="108284" y="180474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5580106C-8F0F-52DC-F877-3006639EF8CC}"/>
                </a:ext>
              </a:extLst>
            </p:cNvPr>
            <p:cNvSpPr/>
            <p:nvPr/>
          </p:nvSpPr>
          <p:spPr>
            <a:xfrm>
              <a:off x="23890730" y="17991776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ADE5EB22-E681-2CDE-7BC2-4846D6ED2165}"/>
                </a:ext>
              </a:extLst>
            </p:cNvPr>
            <p:cNvSpPr/>
            <p:nvPr/>
          </p:nvSpPr>
          <p:spPr>
            <a:xfrm>
              <a:off x="24591521" y="15868840"/>
              <a:ext cx="861766" cy="1848526"/>
            </a:xfrm>
            <a:custGeom>
              <a:avLst/>
              <a:gdLst>
                <a:gd name="connsiteX0" fmla="*/ 0 w 769434"/>
                <a:gd name="connsiteY0" fmla="*/ 1650470 h 1650470"/>
                <a:gd name="connsiteX1" fmla="*/ 11151 w 769434"/>
                <a:gd name="connsiteY1" fmla="*/ 1338236 h 1650470"/>
                <a:gd name="connsiteX2" fmla="*/ 89210 w 769434"/>
                <a:gd name="connsiteY2" fmla="*/ 1226724 h 1650470"/>
                <a:gd name="connsiteX3" fmla="*/ 122664 w 769434"/>
                <a:gd name="connsiteY3" fmla="*/ 1204421 h 1650470"/>
                <a:gd name="connsiteX4" fmla="*/ 144966 w 769434"/>
                <a:gd name="connsiteY4" fmla="*/ 1170968 h 1650470"/>
                <a:gd name="connsiteX5" fmla="*/ 223024 w 769434"/>
                <a:gd name="connsiteY5" fmla="*/ 1126363 h 1650470"/>
                <a:gd name="connsiteX6" fmla="*/ 278781 w 769434"/>
                <a:gd name="connsiteY6" fmla="*/ 1070607 h 1650470"/>
                <a:gd name="connsiteX7" fmla="*/ 345688 w 769434"/>
                <a:gd name="connsiteY7" fmla="*/ 1014851 h 1650470"/>
                <a:gd name="connsiteX8" fmla="*/ 367990 w 769434"/>
                <a:gd name="connsiteY8" fmla="*/ 981397 h 1650470"/>
                <a:gd name="connsiteX9" fmla="*/ 446049 w 769434"/>
                <a:gd name="connsiteY9" fmla="*/ 892187 h 1650470"/>
                <a:gd name="connsiteX10" fmla="*/ 468351 w 769434"/>
                <a:gd name="connsiteY10" fmla="*/ 847582 h 1650470"/>
                <a:gd name="connsiteX11" fmla="*/ 524107 w 769434"/>
                <a:gd name="connsiteY11" fmla="*/ 769524 h 1650470"/>
                <a:gd name="connsiteX12" fmla="*/ 535259 w 769434"/>
                <a:gd name="connsiteY12" fmla="*/ 724919 h 1650470"/>
                <a:gd name="connsiteX13" fmla="*/ 557561 w 769434"/>
                <a:gd name="connsiteY13" fmla="*/ 669163 h 1650470"/>
                <a:gd name="connsiteX14" fmla="*/ 591015 w 769434"/>
                <a:gd name="connsiteY14" fmla="*/ 591104 h 1650470"/>
                <a:gd name="connsiteX15" fmla="*/ 602166 w 769434"/>
                <a:gd name="connsiteY15" fmla="*/ 546500 h 1650470"/>
                <a:gd name="connsiteX16" fmla="*/ 635620 w 769434"/>
                <a:gd name="connsiteY16" fmla="*/ 401534 h 1650470"/>
                <a:gd name="connsiteX17" fmla="*/ 646771 w 769434"/>
                <a:gd name="connsiteY17" fmla="*/ 368080 h 1650470"/>
                <a:gd name="connsiteX18" fmla="*/ 669073 w 769434"/>
                <a:gd name="connsiteY18" fmla="*/ 323475 h 1650470"/>
                <a:gd name="connsiteX19" fmla="*/ 680224 w 769434"/>
                <a:gd name="connsiteY19" fmla="*/ 290021 h 1650470"/>
                <a:gd name="connsiteX20" fmla="*/ 691376 w 769434"/>
                <a:gd name="connsiteY20" fmla="*/ 245417 h 1650470"/>
                <a:gd name="connsiteX21" fmla="*/ 713678 w 769434"/>
                <a:gd name="connsiteY21" fmla="*/ 211963 h 1650470"/>
                <a:gd name="connsiteX22" fmla="*/ 724829 w 769434"/>
                <a:gd name="connsiteY22" fmla="*/ 178509 h 1650470"/>
                <a:gd name="connsiteX23" fmla="*/ 747132 w 769434"/>
                <a:gd name="connsiteY23" fmla="*/ 33543 h 1650470"/>
                <a:gd name="connsiteX24" fmla="*/ 769434 w 769434"/>
                <a:gd name="connsiteY24" fmla="*/ 90 h 1650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69434" h="1650470">
                  <a:moveTo>
                    <a:pt x="0" y="1650470"/>
                  </a:moveTo>
                  <a:cubicBezTo>
                    <a:pt x="3717" y="1546392"/>
                    <a:pt x="-4001" y="1441272"/>
                    <a:pt x="11151" y="1338236"/>
                  </a:cubicBezTo>
                  <a:cubicBezTo>
                    <a:pt x="11779" y="1333965"/>
                    <a:pt x="77314" y="1238620"/>
                    <a:pt x="89210" y="1226724"/>
                  </a:cubicBezTo>
                  <a:cubicBezTo>
                    <a:pt x="98687" y="1217247"/>
                    <a:pt x="111513" y="1211855"/>
                    <a:pt x="122664" y="1204421"/>
                  </a:cubicBezTo>
                  <a:cubicBezTo>
                    <a:pt x="130098" y="1193270"/>
                    <a:pt x="135489" y="1180445"/>
                    <a:pt x="144966" y="1170968"/>
                  </a:cubicBezTo>
                  <a:cubicBezTo>
                    <a:pt x="160729" y="1155205"/>
                    <a:pt x="205530" y="1135110"/>
                    <a:pt x="223024" y="1126363"/>
                  </a:cubicBezTo>
                  <a:cubicBezTo>
                    <a:pt x="263915" y="1065028"/>
                    <a:pt x="223022" y="1117073"/>
                    <a:pt x="278781" y="1070607"/>
                  </a:cubicBezTo>
                  <a:cubicBezTo>
                    <a:pt x="364641" y="999056"/>
                    <a:pt x="262628" y="1070223"/>
                    <a:pt x="345688" y="1014851"/>
                  </a:cubicBezTo>
                  <a:cubicBezTo>
                    <a:pt x="353122" y="1003700"/>
                    <a:pt x="359410" y="991693"/>
                    <a:pt x="367990" y="981397"/>
                  </a:cubicBezTo>
                  <a:cubicBezTo>
                    <a:pt x="421728" y="916910"/>
                    <a:pt x="386379" y="981693"/>
                    <a:pt x="446049" y="892187"/>
                  </a:cubicBezTo>
                  <a:cubicBezTo>
                    <a:pt x="455270" y="878356"/>
                    <a:pt x="460104" y="862015"/>
                    <a:pt x="468351" y="847582"/>
                  </a:cubicBezTo>
                  <a:cubicBezTo>
                    <a:pt x="481390" y="824764"/>
                    <a:pt x="509757" y="788658"/>
                    <a:pt x="524107" y="769524"/>
                  </a:cubicBezTo>
                  <a:cubicBezTo>
                    <a:pt x="527824" y="754656"/>
                    <a:pt x="530412" y="739458"/>
                    <a:pt x="535259" y="724919"/>
                  </a:cubicBezTo>
                  <a:cubicBezTo>
                    <a:pt x="541589" y="705929"/>
                    <a:pt x="550533" y="687906"/>
                    <a:pt x="557561" y="669163"/>
                  </a:cubicBezTo>
                  <a:cubicBezTo>
                    <a:pt x="582172" y="603532"/>
                    <a:pt x="551854" y="669424"/>
                    <a:pt x="591015" y="591104"/>
                  </a:cubicBezTo>
                  <a:cubicBezTo>
                    <a:pt x="594732" y="576236"/>
                    <a:pt x="598841" y="561461"/>
                    <a:pt x="602166" y="546500"/>
                  </a:cubicBezTo>
                  <a:cubicBezTo>
                    <a:pt x="613963" y="493413"/>
                    <a:pt x="617396" y="456207"/>
                    <a:pt x="635620" y="401534"/>
                  </a:cubicBezTo>
                  <a:cubicBezTo>
                    <a:pt x="639337" y="390383"/>
                    <a:pt x="642141" y="378884"/>
                    <a:pt x="646771" y="368080"/>
                  </a:cubicBezTo>
                  <a:cubicBezTo>
                    <a:pt x="653319" y="352801"/>
                    <a:pt x="662525" y="338754"/>
                    <a:pt x="669073" y="323475"/>
                  </a:cubicBezTo>
                  <a:cubicBezTo>
                    <a:pt x="673703" y="312671"/>
                    <a:pt x="676995" y="301323"/>
                    <a:pt x="680224" y="290021"/>
                  </a:cubicBezTo>
                  <a:cubicBezTo>
                    <a:pt x="684434" y="275285"/>
                    <a:pt x="685339" y="259503"/>
                    <a:pt x="691376" y="245417"/>
                  </a:cubicBezTo>
                  <a:cubicBezTo>
                    <a:pt x="696655" y="233099"/>
                    <a:pt x="707685" y="223950"/>
                    <a:pt x="713678" y="211963"/>
                  </a:cubicBezTo>
                  <a:cubicBezTo>
                    <a:pt x="718935" y="201449"/>
                    <a:pt x="721112" y="189660"/>
                    <a:pt x="724829" y="178509"/>
                  </a:cubicBezTo>
                  <a:cubicBezTo>
                    <a:pt x="733816" y="97628"/>
                    <a:pt x="729574" y="94998"/>
                    <a:pt x="747132" y="33543"/>
                  </a:cubicBezTo>
                  <a:cubicBezTo>
                    <a:pt x="757697" y="-3436"/>
                    <a:pt x="747086" y="90"/>
                    <a:pt x="769434" y="90"/>
                  </a:cubicBez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B91A7E21-30F7-952A-C48C-D6070DD8FFF5}"/>
                </a:ext>
              </a:extLst>
            </p:cNvPr>
            <p:cNvSpPr/>
            <p:nvPr/>
          </p:nvSpPr>
          <p:spPr>
            <a:xfrm>
              <a:off x="25440806" y="15918898"/>
              <a:ext cx="2077235" cy="4627128"/>
            </a:xfrm>
            <a:custGeom>
              <a:avLst/>
              <a:gdLst>
                <a:gd name="connsiteX0" fmla="*/ 0 w 2497903"/>
                <a:gd name="connsiteY0" fmla="*/ 0 h 4850780"/>
                <a:gd name="connsiteX1" fmla="*/ 66907 w 2497903"/>
                <a:gd name="connsiteY1" fmla="*/ 78058 h 4850780"/>
                <a:gd name="connsiteX2" fmla="*/ 122663 w 2497903"/>
                <a:gd name="connsiteY2" fmla="*/ 133814 h 4850780"/>
                <a:gd name="connsiteX3" fmla="*/ 167268 w 2497903"/>
                <a:gd name="connsiteY3" fmla="*/ 200722 h 4850780"/>
                <a:gd name="connsiteX4" fmla="*/ 178420 w 2497903"/>
                <a:gd name="connsiteY4" fmla="*/ 245326 h 4850780"/>
                <a:gd name="connsiteX5" fmla="*/ 200722 w 2497903"/>
                <a:gd name="connsiteY5" fmla="*/ 278780 h 4850780"/>
                <a:gd name="connsiteX6" fmla="*/ 223024 w 2497903"/>
                <a:gd name="connsiteY6" fmla="*/ 323385 h 4850780"/>
                <a:gd name="connsiteX7" fmla="*/ 234176 w 2497903"/>
                <a:gd name="connsiteY7" fmla="*/ 367990 h 4850780"/>
                <a:gd name="connsiteX8" fmla="*/ 267629 w 2497903"/>
                <a:gd name="connsiteY8" fmla="*/ 446048 h 4850780"/>
                <a:gd name="connsiteX9" fmla="*/ 278781 w 2497903"/>
                <a:gd name="connsiteY9" fmla="*/ 490653 h 4850780"/>
                <a:gd name="connsiteX10" fmla="*/ 301083 w 2497903"/>
                <a:gd name="connsiteY10" fmla="*/ 524107 h 4850780"/>
                <a:gd name="connsiteX11" fmla="*/ 323385 w 2497903"/>
                <a:gd name="connsiteY11" fmla="*/ 579863 h 4850780"/>
                <a:gd name="connsiteX12" fmla="*/ 334537 w 2497903"/>
                <a:gd name="connsiteY12" fmla="*/ 613317 h 4850780"/>
                <a:gd name="connsiteX13" fmla="*/ 356839 w 2497903"/>
                <a:gd name="connsiteY13" fmla="*/ 646770 h 4850780"/>
                <a:gd name="connsiteX14" fmla="*/ 379141 w 2497903"/>
                <a:gd name="connsiteY14" fmla="*/ 691375 h 4850780"/>
                <a:gd name="connsiteX15" fmla="*/ 401444 w 2497903"/>
                <a:gd name="connsiteY15" fmla="*/ 724829 h 4850780"/>
                <a:gd name="connsiteX16" fmla="*/ 423746 w 2497903"/>
                <a:gd name="connsiteY16" fmla="*/ 769434 h 4850780"/>
                <a:gd name="connsiteX17" fmla="*/ 468351 w 2497903"/>
                <a:gd name="connsiteY17" fmla="*/ 825190 h 4850780"/>
                <a:gd name="connsiteX18" fmla="*/ 479502 w 2497903"/>
                <a:gd name="connsiteY18" fmla="*/ 858644 h 4850780"/>
                <a:gd name="connsiteX19" fmla="*/ 535259 w 2497903"/>
                <a:gd name="connsiteY19" fmla="*/ 925551 h 4850780"/>
                <a:gd name="connsiteX20" fmla="*/ 591015 w 2497903"/>
                <a:gd name="connsiteY20" fmla="*/ 992458 h 4850780"/>
                <a:gd name="connsiteX21" fmla="*/ 669073 w 2497903"/>
                <a:gd name="connsiteY21" fmla="*/ 1092819 h 4850780"/>
                <a:gd name="connsiteX22" fmla="*/ 669073 w 2497903"/>
                <a:gd name="connsiteY22" fmla="*/ 1092819 h 4850780"/>
                <a:gd name="connsiteX23" fmla="*/ 735981 w 2497903"/>
                <a:gd name="connsiteY23" fmla="*/ 1193180 h 4850780"/>
                <a:gd name="connsiteX24" fmla="*/ 758283 w 2497903"/>
                <a:gd name="connsiteY24" fmla="*/ 1226634 h 4850780"/>
                <a:gd name="connsiteX25" fmla="*/ 802888 w 2497903"/>
                <a:gd name="connsiteY25" fmla="*/ 1304692 h 4850780"/>
                <a:gd name="connsiteX26" fmla="*/ 836341 w 2497903"/>
                <a:gd name="connsiteY26" fmla="*/ 1371600 h 4850780"/>
                <a:gd name="connsiteX27" fmla="*/ 869795 w 2497903"/>
                <a:gd name="connsiteY27" fmla="*/ 1471961 h 4850780"/>
                <a:gd name="connsiteX28" fmla="*/ 880946 w 2497903"/>
                <a:gd name="connsiteY28" fmla="*/ 1505414 h 4850780"/>
                <a:gd name="connsiteX29" fmla="*/ 892098 w 2497903"/>
                <a:gd name="connsiteY29" fmla="*/ 1538868 h 4850780"/>
                <a:gd name="connsiteX30" fmla="*/ 914400 w 2497903"/>
                <a:gd name="connsiteY30" fmla="*/ 1683834 h 4850780"/>
                <a:gd name="connsiteX31" fmla="*/ 947854 w 2497903"/>
                <a:gd name="connsiteY31" fmla="*/ 1784195 h 4850780"/>
                <a:gd name="connsiteX32" fmla="*/ 981307 w 2497903"/>
                <a:gd name="connsiteY32" fmla="*/ 1884556 h 4850780"/>
                <a:gd name="connsiteX33" fmla="*/ 1070517 w 2497903"/>
                <a:gd name="connsiteY33" fmla="*/ 2118731 h 4850780"/>
                <a:gd name="connsiteX34" fmla="*/ 1427356 w 2497903"/>
                <a:gd name="connsiteY34" fmla="*/ 2843561 h 4850780"/>
                <a:gd name="connsiteX35" fmla="*/ 1750741 w 2497903"/>
                <a:gd name="connsiteY35" fmla="*/ 3200400 h 4850780"/>
                <a:gd name="connsiteX36" fmla="*/ 1839951 w 2497903"/>
                <a:gd name="connsiteY36" fmla="*/ 3445726 h 4850780"/>
                <a:gd name="connsiteX37" fmla="*/ 1962615 w 2497903"/>
                <a:gd name="connsiteY37" fmla="*/ 3802566 h 4850780"/>
                <a:gd name="connsiteX38" fmla="*/ 2029522 w 2497903"/>
                <a:gd name="connsiteY38" fmla="*/ 3947531 h 4850780"/>
                <a:gd name="connsiteX39" fmla="*/ 2074127 w 2497903"/>
                <a:gd name="connsiteY39" fmla="*/ 4047892 h 4850780"/>
                <a:gd name="connsiteX40" fmla="*/ 2118732 w 2497903"/>
                <a:gd name="connsiteY40" fmla="*/ 4148253 h 4850780"/>
                <a:gd name="connsiteX41" fmla="*/ 2152185 w 2497903"/>
                <a:gd name="connsiteY41" fmla="*/ 4215161 h 4850780"/>
                <a:gd name="connsiteX42" fmla="*/ 2174488 w 2497903"/>
                <a:gd name="connsiteY42" fmla="*/ 4293219 h 4850780"/>
                <a:gd name="connsiteX43" fmla="*/ 2219093 w 2497903"/>
                <a:gd name="connsiteY43" fmla="*/ 4371278 h 4850780"/>
                <a:gd name="connsiteX44" fmla="*/ 2241395 w 2497903"/>
                <a:gd name="connsiteY44" fmla="*/ 4438185 h 4850780"/>
                <a:gd name="connsiteX45" fmla="*/ 2252546 w 2497903"/>
                <a:gd name="connsiteY45" fmla="*/ 4471639 h 4850780"/>
                <a:gd name="connsiteX46" fmla="*/ 2297151 w 2497903"/>
                <a:gd name="connsiteY46" fmla="*/ 4516244 h 4850780"/>
                <a:gd name="connsiteX47" fmla="*/ 2319454 w 2497903"/>
                <a:gd name="connsiteY47" fmla="*/ 4538546 h 4850780"/>
                <a:gd name="connsiteX48" fmla="*/ 2341756 w 2497903"/>
                <a:gd name="connsiteY48" fmla="*/ 4572000 h 4850780"/>
                <a:gd name="connsiteX49" fmla="*/ 2386361 w 2497903"/>
                <a:gd name="connsiteY49" fmla="*/ 4616605 h 4850780"/>
                <a:gd name="connsiteX50" fmla="*/ 2430966 w 2497903"/>
                <a:gd name="connsiteY50" fmla="*/ 4672361 h 4850780"/>
                <a:gd name="connsiteX51" fmla="*/ 2442117 w 2497903"/>
                <a:gd name="connsiteY51" fmla="*/ 4705814 h 4850780"/>
                <a:gd name="connsiteX52" fmla="*/ 2464420 w 2497903"/>
                <a:gd name="connsiteY52" fmla="*/ 4739268 h 4850780"/>
                <a:gd name="connsiteX53" fmla="*/ 2486722 w 2497903"/>
                <a:gd name="connsiteY53" fmla="*/ 4806175 h 4850780"/>
                <a:gd name="connsiteX54" fmla="*/ 2497873 w 2497903"/>
                <a:gd name="connsiteY54" fmla="*/ 4850780 h 485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497903" h="4850780">
                  <a:moveTo>
                    <a:pt x="0" y="0"/>
                  </a:moveTo>
                  <a:cubicBezTo>
                    <a:pt x="22302" y="26019"/>
                    <a:pt x="43750" y="52796"/>
                    <a:pt x="66907" y="78058"/>
                  </a:cubicBezTo>
                  <a:cubicBezTo>
                    <a:pt x="84668" y="97433"/>
                    <a:pt x="110908" y="110305"/>
                    <a:pt x="122663" y="133814"/>
                  </a:cubicBezTo>
                  <a:cubicBezTo>
                    <a:pt x="149668" y="187823"/>
                    <a:pt x="133212" y="166664"/>
                    <a:pt x="167268" y="200722"/>
                  </a:cubicBezTo>
                  <a:cubicBezTo>
                    <a:pt x="170985" y="215590"/>
                    <a:pt x="172383" y="231240"/>
                    <a:pt x="178420" y="245326"/>
                  </a:cubicBezTo>
                  <a:cubicBezTo>
                    <a:pt x="183699" y="257644"/>
                    <a:pt x="194073" y="267144"/>
                    <a:pt x="200722" y="278780"/>
                  </a:cubicBezTo>
                  <a:cubicBezTo>
                    <a:pt x="208969" y="293213"/>
                    <a:pt x="217187" y="307820"/>
                    <a:pt x="223024" y="323385"/>
                  </a:cubicBezTo>
                  <a:cubicBezTo>
                    <a:pt x="228405" y="337735"/>
                    <a:pt x="228795" y="353640"/>
                    <a:pt x="234176" y="367990"/>
                  </a:cubicBezTo>
                  <a:cubicBezTo>
                    <a:pt x="269861" y="463148"/>
                    <a:pt x="245475" y="368513"/>
                    <a:pt x="267629" y="446048"/>
                  </a:cubicBezTo>
                  <a:cubicBezTo>
                    <a:pt x="271839" y="460784"/>
                    <a:pt x="272744" y="476566"/>
                    <a:pt x="278781" y="490653"/>
                  </a:cubicBezTo>
                  <a:cubicBezTo>
                    <a:pt x="284060" y="502971"/>
                    <a:pt x="295090" y="512120"/>
                    <a:pt x="301083" y="524107"/>
                  </a:cubicBezTo>
                  <a:cubicBezTo>
                    <a:pt x="310035" y="542011"/>
                    <a:pt x="316357" y="561121"/>
                    <a:pt x="323385" y="579863"/>
                  </a:cubicBezTo>
                  <a:cubicBezTo>
                    <a:pt x="327512" y="590869"/>
                    <a:pt x="329280" y="602803"/>
                    <a:pt x="334537" y="613317"/>
                  </a:cubicBezTo>
                  <a:cubicBezTo>
                    <a:pt x="340531" y="625304"/>
                    <a:pt x="350190" y="635134"/>
                    <a:pt x="356839" y="646770"/>
                  </a:cubicBezTo>
                  <a:cubicBezTo>
                    <a:pt x="365086" y="661203"/>
                    <a:pt x="370894" y="676942"/>
                    <a:pt x="379141" y="691375"/>
                  </a:cubicBezTo>
                  <a:cubicBezTo>
                    <a:pt x="385790" y="703011"/>
                    <a:pt x="394795" y="713193"/>
                    <a:pt x="401444" y="724829"/>
                  </a:cubicBezTo>
                  <a:cubicBezTo>
                    <a:pt x="409691" y="739262"/>
                    <a:pt x="414525" y="755603"/>
                    <a:pt x="423746" y="769434"/>
                  </a:cubicBezTo>
                  <a:cubicBezTo>
                    <a:pt x="436948" y="789238"/>
                    <a:pt x="453483" y="806605"/>
                    <a:pt x="468351" y="825190"/>
                  </a:cubicBezTo>
                  <a:cubicBezTo>
                    <a:pt x="472068" y="836341"/>
                    <a:pt x="473670" y="848438"/>
                    <a:pt x="479502" y="858644"/>
                  </a:cubicBezTo>
                  <a:cubicBezTo>
                    <a:pt x="511925" y="915383"/>
                    <a:pt x="503966" y="887999"/>
                    <a:pt x="535259" y="925551"/>
                  </a:cubicBezTo>
                  <a:cubicBezTo>
                    <a:pt x="601523" y="1005068"/>
                    <a:pt x="540578" y="942023"/>
                    <a:pt x="591015" y="992458"/>
                  </a:cubicBezTo>
                  <a:cubicBezTo>
                    <a:pt x="625071" y="1060572"/>
                    <a:pt x="601563" y="1025309"/>
                    <a:pt x="669073" y="1092819"/>
                  </a:cubicBezTo>
                  <a:lnTo>
                    <a:pt x="669073" y="1092819"/>
                  </a:lnTo>
                  <a:lnTo>
                    <a:pt x="735981" y="1193180"/>
                  </a:lnTo>
                  <a:cubicBezTo>
                    <a:pt x="743415" y="1204331"/>
                    <a:pt x="752290" y="1214647"/>
                    <a:pt x="758283" y="1226634"/>
                  </a:cubicBezTo>
                  <a:cubicBezTo>
                    <a:pt x="786578" y="1283226"/>
                    <a:pt x="771364" y="1257408"/>
                    <a:pt x="802888" y="1304692"/>
                  </a:cubicBezTo>
                  <a:cubicBezTo>
                    <a:pt x="843551" y="1426684"/>
                    <a:pt x="778702" y="1241914"/>
                    <a:pt x="836341" y="1371600"/>
                  </a:cubicBezTo>
                  <a:cubicBezTo>
                    <a:pt x="836348" y="1371615"/>
                    <a:pt x="864217" y="1455226"/>
                    <a:pt x="869795" y="1471961"/>
                  </a:cubicBezTo>
                  <a:lnTo>
                    <a:pt x="880946" y="1505414"/>
                  </a:lnTo>
                  <a:lnTo>
                    <a:pt x="892098" y="1538868"/>
                  </a:lnTo>
                  <a:cubicBezTo>
                    <a:pt x="894456" y="1555372"/>
                    <a:pt x="909243" y="1663206"/>
                    <a:pt x="914400" y="1683834"/>
                  </a:cubicBezTo>
                  <a:cubicBezTo>
                    <a:pt x="914407" y="1683861"/>
                    <a:pt x="942274" y="1767455"/>
                    <a:pt x="947854" y="1784195"/>
                  </a:cubicBezTo>
                  <a:lnTo>
                    <a:pt x="981307" y="1884556"/>
                  </a:lnTo>
                  <a:cubicBezTo>
                    <a:pt x="1007721" y="1963800"/>
                    <a:pt x="1038005" y="2041787"/>
                    <a:pt x="1070517" y="2118731"/>
                  </a:cubicBezTo>
                  <a:cubicBezTo>
                    <a:pt x="1219066" y="2470296"/>
                    <a:pt x="1244059" y="2595570"/>
                    <a:pt x="1427356" y="2843561"/>
                  </a:cubicBezTo>
                  <a:cubicBezTo>
                    <a:pt x="1691747" y="3201267"/>
                    <a:pt x="1554019" y="3161053"/>
                    <a:pt x="1750741" y="3200400"/>
                  </a:cubicBezTo>
                  <a:cubicBezTo>
                    <a:pt x="1776034" y="3352147"/>
                    <a:pt x="1742873" y="3186850"/>
                    <a:pt x="1839951" y="3445726"/>
                  </a:cubicBezTo>
                  <a:cubicBezTo>
                    <a:pt x="1884115" y="3563496"/>
                    <a:pt x="1918165" y="3684904"/>
                    <a:pt x="1962615" y="3802566"/>
                  </a:cubicBezTo>
                  <a:cubicBezTo>
                    <a:pt x="1981423" y="3852352"/>
                    <a:pt x="2008870" y="3898481"/>
                    <a:pt x="2029522" y="3947531"/>
                  </a:cubicBezTo>
                  <a:cubicBezTo>
                    <a:pt x="2075019" y="4055588"/>
                    <a:pt x="2027976" y="3978668"/>
                    <a:pt x="2074127" y="4047892"/>
                  </a:cubicBezTo>
                  <a:cubicBezTo>
                    <a:pt x="2100667" y="4127514"/>
                    <a:pt x="2083388" y="4095240"/>
                    <a:pt x="2118732" y="4148253"/>
                  </a:cubicBezTo>
                  <a:cubicBezTo>
                    <a:pt x="2146233" y="4258260"/>
                    <a:pt x="2109579" y="4144152"/>
                    <a:pt x="2152185" y="4215161"/>
                  </a:cubicBezTo>
                  <a:cubicBezTo>
                    <a:pt x="2161175" y="4230145"/>
                    <a:pt x="2169624" y="4280249"/>
                    <a:pt x="2174488" y="4293219"/>
                  </a:cubicBezTo>
                  <a:cubicBezTo>
                    <a:pt x="2186615" y="4325560"/>
                    <a:pt x="2200604" y="4343545"/>
                    <a:pt x="2219093" y="4371278"/>
                  </a:cubicBezTo>
                  <a:lnTo>
                    <a:pt x="2241395" y="4438185"/>
                  </a:lnTo>
                  <a:cubicBezTo>
                    <a:pt x="2245112" y="4449336"/>
                    <a:pt x="2244234" y="4463327"/>
                    <a:pt x="2252546" y="4471639"/>
                  </a:cubicBezTo>
                  <a:lnTo>
                    <a:pt x="2297151" y="4516244"/>
                  </a:lnTo>
                  <a:cubicBezTo>
                    <a:pt x="2304585" y="4523678"/>
                    <a:pt x="2313622" y="4529798"/>
                    <a:pt x="2319454" y="4538546"/>
                  </a:cubicBezTo>
                  <a:cubicBezTo>
                    <a:pt x="2326888" y="4549697"/>
                    <a:pt x="2333034" y="4561824"/>
                    <a:pt x="2341756" y="4572000"/>
                  </a:cubicBezTo>
                  <a:cubicBezTo>
                    <a:pt x="2355440" y="4587965"/>
                    <a:pt x="2374697" y="4599109"/>
                    <a:pt x="2386361" y="4616605"/>
                  </a:cubicBezTo>
                  <a:cubicBezTo>
                    <a:pt x="2414495" y="4658806"/>
                    <a:pt x="2399186" y="4640581"/>
                    <a:pt x="2430966" y="4672361"/>
                  </a:cubicBezTo>
                  <a:cubicBezTo>
                    <a:pt x="2434683" y="4683512"/>
                    <a:pt x="2436860" y="4695301"/>
                    <a:pt x="2442117" y="4705814"/>
                  </a:cubicBezTo>
                  <a:cubicBezTo>
                    <a:pt x="2448111" y="4717801"/>
                    <a:pt x="2458977" y="4727021"/>
                    <a:pt x="2464420" y="4739268"/>
                  </a:cubicBezTo>
                  <a:cubicBezTo>
                    <a:pt x="2473968" y="4760751"/>
                    <a:pt x="2479288" y="4783873"/>
                    <a:pt x="2486722" y="4806175"/>
                  </a:cubicBezTo>
                  <a:cubicBezTo>
                    <a:pt x="2499048" y="4843155"/>
                    <a:pt x="2497873" y="4827875"/>
                    <a:pt x="2497873" y="4850780"/>
                  </a:cubicBezTo>
                </a:path>
              </a:pathLst>
            </a:cu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E6752DD8-288F-CC80-3BA5-56732F34E7C0}"/>
                </a:ext>
              </a:extLst>
            </p:cNvPr>
            <p:cNvSpPr/>
            <p:nvPr/>
          </p:nvSpPr>
          <p:spPr>
            <a:xfrm>
              <a:off x="25350748" y="15807098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BE4359F0-52FD-4111-5EB8-5E10AD0E99A2}"/>
                </a:ext>
              </a:extLst>
            </p:cNvPr>
            <p:cNvCxnSpPr>
              <a:cxnSpLocks/>
            </p:cNvCxnSpPr>
            <p:nvPr/>
          </p:nvCxnSpPr>
          <p:spPr>
            <a:xfrm>
              <a:off x="24591520" y="17768353"/>
              <a:ext cx="0" cy="922223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D227F7D-F386-CF3A-61AB-AFB088C6FA48}"/>
                </a:ext>
              </a:extLst>
            </p:cNvPr>
            <p:cNvCxnSpPr>
              <a:cxnSpLocks/>
            </p:cNvCxnSpPr>
            <p:nvPr/>
          </p:nvCxnSpPr>
          <p:spPr>
            <a:xfrm>
              <a:off x="23980778" y="18160422"/>
              <a:ext cx="0" cy="474921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1603C1A0-199C-0EC1-A0AB-72125002C620}"/>
                    </a:ext>
                  </a:extLst>
                </p:cNvPr>
                <p:cNvSpPr txBox="1"/>
                <p:nvPr/>
              </p:nvSpPr>
              <p:spPr>
                <a:xfrm>
                  <a:off x="23864805" y="17848123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1603C1A0-199C-0EC1-A0AB-72125002C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64805" y="17848123"/>
                  <a:ext cx="1120139" cy="598080"/>
                </a:xfrm>
                <a:prstGeom prst="rect">
                  <a:avLst/>
                </a:prstGeom>
                <a:blipFill>
                  <a:blip r:embed="rId35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2335F00-3E49-017F-257F-4827F1404BB6}"/>
                </a:ext>
              </a:extLst>
            </p:cNvPr>
            <p:cNvSpPr/>
            <p:nvPr/>
          </p:nvSpPr>
          <p:spPr>
            <a:xfrm>
              <a:off x="22436821" y="18092859"/>
              <a:ext cx="1520714" cy="2147228"/>
            </a:xfrm>
            <a:custGeom>
              <a:avLst/>
              <a:gdLst>
                <a:gd name="connsiteX0" fmla="*/ 0 w 1961965"/>
                <a:gd name="connsiteY0" fmla="*/ 2911876 h 2911876"/>
                <a:gd name="connsiteX1" fmla="*/ 8878 w 1961965"/>
                <a:gd name="connsiteY1" fmla="*/ 2840854 h 2911876"/>
                <a:gd name="connsiteX2" fmla="*/ 44389 w 1961965"/>
                <a:gd name="connsiteY2" fmla="*/ 2752078 h 2911876"/>
                <a:gd name="connsiteX3" fmla="*/ 62144 w 1961965"/>
                <a:gd name="connsiteY3" fmla="*/ 2698812 h 2911876"/>
                <a:gd name="connsiteX4" fmla="*/ 71022 w 1961965"/>
                <a:gd name="connsiteY4" fmla="*/ 2672179 h 2911876"/>
                <a:gd name="connsiteX5" fmla="*/ 88777 w 1961965"/>
                <a:gd name="connsiteY5" fmla="*/ 2636668 h 2911876"/>
                <a:gd name="connsiteX6" fmla="*/ 115410 w 1961965"/>
                <a:gd name="connsiteY6" fmla="*/ 2592279 h 2911876"/>
                <a:gd name="connsiteX7" fmla="*/ 124288 w 1961965"/>
                <a:gd name="connsiteY7" fmla="*/ 2556769 h 2911876"/>
                <a:gd name="connsiteX8" fmla="*/ 142043 w 1961965"/>
                <a:gd name="connsiteY8" fmla="*/ 2539013 h 2911876"/>
                <a:gd name="connsiteX9" fmla="*/ 177554 w 1961965"/>
                <a:gd name="connsiteY9" fmla="*/ 2485747 h 2911876"/>
                <a:gd name="connsiteX10" fmla="*/ 195309 w 1961965"/>
                <a:gd name="connsiteY10" fmla="*/ 2459114 h 2911876"/>
                <a:gd name="connsiteX11" fmla="*/ 213064 w 1961965"/>
                <a:gd name="connsiteY11" fmla="*/ 2432481 h 2911876"/>
                <a:gd name="connsiteX12" fmla="*/ 239698 w 1961965"/>
                <a:gd name="connsiteY12" fmla="*/ 2405848 h 2911876"/>
                <a:gd name="connsiteX13" fmla="*/ 257453 w 1961965"/>
                <a:gd name="connsiteY13" fmla="*/ 2370338 h 2911876"/>
                <a:gd name="connsiteX14" fmla="*/ 275208 w 1961965"/>
                <a:gd name="connsiteY14" fmla="*/ 2352582 h 2911876"/>
                <a:gd name="connsiteX15" fmla="*/ 292964 w 1961965"/>
                <a:gd name="connsiteY15" fmla="*/ 2325949 h 2911876"/>
                <a:gd name="connsiteX16" fmla="*/ 319597 w 1961965"/>
                <a:gd name="connsiteY16" fmla="*/ 2299316 h 2911876"/>
                <a:gd name="connsiteX17" fmla="*/ 408373 w 1961965"/>
                <a:gd name="connsiteY17" fmla="*/ 2175029 h 2911876"/>
                <a:gd name="connsiteX18" fmla="*/ 426129 w 1961965"/>
                <a:gd name="connsiteY18" fmla="*/ 2139518 h 2911876"/>
                <a:gd name="connsiteX19" fmla="*/ 461639 w 1961965"/>
                <a:gd name="connsiteY19" fmla="*/ 2086252 h 2911876"/>
                <a:gd name="connsiteX20" fmla="*/ 470517 w 1961965"/>
                <a:gd name="connsiteY20" fmla="*/ 2059619 h 2911876"/>
                <a:gd name="connsiteX21" fmla="*/ 497150 w 1961965"/>
                <a:gd name="connsiteY21" fmla="*/ 2024109 h 2911876"/>
                <a:gd name="connsiteX22" fmla="*/ 523783 w 1961965"/>
                <a:gd name="connsiteY22" fmla="*/ 1953087 h 2911876"/>
                <a:gd name="connsiteX23" fmla="*/ 559294 w 1961965"/>
                <a:gd name="connsiteY23" fmla="*/ 1882066 h 2911876"/>
                <a:gd name="connsiteX24" fmla="*/ 577049 w 1961965"/>
                <a:gd name="connsiteY24" fmla="*/ 1855433 h 2911876"/>
                <a:gd name="connsiteX25" fmla="*/ 594804 w 1961965"/>
                <a:gd name="connsiteY25" fmla="*/ 1802167 h 2911876"/>
                <a:gd name="connsiteX26" fmla="*/ 612560 w 1961965"/>
                <a:gd name="connsiteY26" fmla="*/ 1766656 h 2911876"/>
                <a:gd name="connsiteX27" fmla="*/ 648070 w 1961965"/>
                <a:gd name="connsiteY27" fmla="*/ 1660124 h 2911876"/>
                <a:gd name="connsiteX28" fmla="*/ 656948 w 1961965"/>
                <a:gd name="connsiteY28" fmla="*/ 1633491 h 2911876"/>
                <a:gd name="connsiteX29" fmla="*/ 674703 w 1961965"/>
                <a:gd name="connsiteY29" fmla="*/ 1606858 h 2911876"/>
                <a:gd name="connsiteX30" fmla="*/ 692459 w 1961965"/>
                <a:gd name="connsiteY30" fmla="*/ 1571347 h 2911876"/>
                <a:gd name="connsiteX31" fmla="*/ 719092 w 1961965"/>
                <a:gd name="connsiteY31" fmla="*/ 1535837 h 2911876"/>
                <a:gd name="connsiteX32" fmla="*/ 736847 w 1961965"/>
                <a:gd name="connsiteY32" fmla="*/ 1500326 h 2911876"/>
                <a:gd name="connsiteX33" fmla="*/ 790113 w 1961965"/>
                <a:gd name="connsiteY33" fmla="*/ 1420427 h 2911876"/>
                <a:gd name="connsiteX34" fmla="*/ 843379 w 1961965"/>
                <a:gd name="connsiteY34" fmla="*/ 1322773 h 2911876"/>
                <a:gd name="connsiteX35" fmla="*/ 861134 w 1961965"/>
                <a:gd name="connsiteY35" fmla="*/ 1287262 h 2911876"/>
                <a:gd name="connsiteX36" fmla="*/ 878890 w 1961965"/>
                <a:gd name="connsiteY36" fmla="*/ 1269507 h 2911876"/>
                <a:gd name="connsiteX37" fmla="*/ 914400 w 1961965"/>
                <a:gd name="connsiteY37" fmla="*/ 1216241 h 2911876"/>
                <a:gd name="connsiteX38" fmla="*/ 967666 w 1961965"/>
                <a:gd name="connsiteY38" fmla="*/ 1145219 h 2911876"/>
                <a:gd name="connsiteX39" fmla="*/ 985422 w 1961965"/>
                <a:gd name="connsiteY39" fmla="*/ 1118586 h 2911876"/>
                <a:gd name="connsiteX40" fmla="*/ 1012055 w 1961965"/>
                <a:gd name="connsiteY40" fmla="*/ 1100831 h 2911876"/>
                <a:gd name="connsiteX41" fmla="*/ 1065321 w 1961965"/>
                <a:gd name="connsiteY41" fmla="*/ 1056443 h 2911876"/>
                <a:gd name="connsiteX42" fmla="*/ 1109709 w 1961965"/>
                <a:gd name="connsiteY42" fmla="*/ 941033 h 2911876"/>
                <a:gd name="connsiteX43" fmla="*/ 1109709 w 1961965"/>
                <a:gd name="connsiteY43" fmla="*/ 941033 h 2911876"/>
                <a:gd name="connsiteX44" fmla="*/ 1118587 w 1961965"/>
                <a:gd name="connsiteY44" fmla="*/ 914400 h 2911876"/>
                <a:gd name="connsiteX45" fmla="*/ 1154098 w 1961965"/>
                <a:gd name="connsiteY45" fmla="*/ 870012 h 2911876"/>
                <a:gd name="connsiteX46" fmla="*/ 1180731 w 1961965"/>
                <a:gd name="connsiteY46" fmla="*/ 816746 h 2911876"/>
                <a:gd name="connsiteX47" fmla="*/ 1189608 w 1961965"/>
                <a:gd name="connsiteY47" fmla="*/ 790113 h 2911876"/>
                <a:gd name="connsiteX48" fmla="*/ 1233997 w 1961965"/>
                <a:gd name="connsiteY48" fmla="*/ 719091 h 2911876"/>
                <a:gd name="connsiteX49" fmla="*/ 1260630 w 1961965"/>
                <a:gd name="connsiteY49" fmla="*/ 665825 h 2911876"/>
                <a:gd name="connsiteX50" fmla="*/ 1278385 w 1961965"/>
                <a:gd name="connsiteY50" fmla="*/ 639192 h 2911876"/>
                <a:gd name="connsiteX51" fmla="*/ 1305018 w 1961965"/>
                <a:gd name="connsiteY51" fmla="*/ 630314 h 2911876"/>
                <a:gd name="connsiteX52" fmla="*/ 1331651 w 1961965"/>
                <a:gd name="connsiteY52" fmla="*/ 603681 h 2911876"/>
                <a:gd name="connsiteX53" fmla="*/ 1358284 w 1961965"/>
                <a:gd name="connsiteY53" fmla="*/ 585926 h 2911876"/>
                <a:gd name="connsiteX54" fmla="*/ 1411550 w 1961965"/>
                <a:gd name="connsiteY54" fmla="*/ 532660 h 2911876"/>
                <a:gd name="connsiteX55" fmla="*/ 1464816 w 1961965"/>
                <a:gd name="connsiteY55" fmla="*/ 426128 h 2911876"/>
                <a:gd name="connsiteX56" fmla="*/ 1482571 w 1961965"/>
                <a:gd name="connsiteY56" fmla="*/ 399495 h 2911876"/>
                <a:gd name="connsiteX57" fmla="*/ 1518082 w 1961965"/>
                <a:gd name="connsiteY57" fmla="*/ 363984 h 2911876"/>
                <a:gd name="connsiteX58" fmla="*/ 1553593 w 1961965"/>
                <a:gd name="connsiteY58" fmla="*/ 319596 h 2911876"/>
                <a:gd name="connsiteX59" fmla="*/ 1606859 w 1961965"/>
                <a:gd name="connsiteY59" fmla="*/ 248575 h 2911876"/>
                <a:gd name="connsiteX60" fmla="*/ 1633492 w 1961965"/>
                <a:gd name="connsiteY60" fmla="*/ 230819 h 2911876"/>
                <a:gd name="connsiteX61" fmla="*/ 1713391 w 1961965"/>
                <a:gd name="connsiteY61" fmla="*/ 159798 h 2911876"/>
                <a:gd name="connsiteX62" fmla="*/ 1740024 w 1961965"/>
                <a:gd name="connsiteY62" fmla="*/ 150920 h 2911876"/>
                <a:gd name="connsiteX63" fmla="*/ 1828800 w 1961965"/>
                <a:gd name="connsiteY63" fmla="*/ 106532 h 2911876"/>
                <a:gd name="connsiteX64" fmla="*/ 1846556 w 1961965"/>
                <a:gd name="connsiteY64" fmla="*/ 88777 h 2911876"/>
                <a:gd name="connsiteX65" fmla="*/ 1899822 w 1961965"/>
                <a:gd name="connsiteY65" fmla="*/ 62144 h 2911876"/>
                <a:gd name="connsiteX66" fmla="*/ 1961965 w 1961965"/>
                <a:gd name="connsiteY66" fmla="*/ 0 h 291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961965" h="2911876">
                  <a:moveTo>
                    <a:pt x="0" y="2911876"/>
                  </a:moveTo>
                  <a:cubicBezTo>
                    <a:pt x="2959" y="2888202"/>
                    <a:pt x="2492" y="2863842"/>
                    <a:pt x="8878" y="2840854"/>
                  </a:cubicBezTo>
                  <a:cubicBezTo>
                    <a:pt x="17408" y="2810145"/>
                    <a:pt x="34310" y="2782314"/>
                    <a:pt x="44389" y="2752078"/>
                  </a:cubicBezTo>
                  <a:lnTo>
                    <a:pt x="62144" y="2698812"/>
                  </a:lnTo>
                  <a:cubicBezTo>
                    <a:pt x="65103" y="2689934"/>
                    <a:pt x="66837" y="2680549"/>
                    <a:pt x="71022" y="2672179"/>
                  </a:cubicBezTo>
                  <a:cubicBezTo>
                    <a:pt x="76940" y="2660342"/>
                    <a:pt x="83564" y="2648832"/>
                    <a:pt x="88777" y="2636668"/>
                  </a:cubicBezTo>
                  <a:cubicBezTo>
                    <a:pt x="106063" y="2596333"/>
                    <a:pt x="85885" y="2621806"/>
                    <a:pt x="115410" y="2592279"/>
                  </a:cubicBezTo>
                  <a:cubicBezTo>
                    <a:pt x="118369" y="2580442"/>
                    <a:pt x="118832" y="2567682"/>
                    <a:pt x="124288" y="2556769"/>
                  </a:cubicBezTo>
                  <a:cubicBezTo>
                    <a:pt x="128031" y="2549283"/>
                    <a:pt x="137021" y="2545709"/>
                    <a:pt x="142043" y="2539013"/>
                  </a:cubicBezTo>
                  <a:cubicBezTo>
                    <a:pt x="154847" y="2521941"/>
                    <a:pt x="165717" y="2503502"/>
                    <a:pt x="177554" y="2485747"/>
                  </a:cubicBezTo>
                  <a:lnTo>
                    <a:pt x="195309" y="2459114"/>
                  </a:lnTo>
                  <a:cubicBezTo>
                    <a:pt x="201227" y="2450236"/>
                    <a:pt x="205519" y="2440025"/>
                    <a:pt x="213064" y="2432481"/>
                  </a:cubicBezTo>
                  <a:lnTo>
                    <a:pt x="239698" y="2405848"/>
                  </a:lnTo>
                  <a:cubicBezTo>
                    <a:pt x="245616" y="2394011"/>
                    <a:pt x="250112" y="2381349"/>
                    <a:pt x="257453" y="2370338"/>
                  </a:cubicBezTo>
                  <a:cubicBezTo>
                    <a:pt x="262096" y="2363374"/>
                    <a:pt x="269979" y="2359118"/>
                    <a:pt x="275208" y="2352582"/>
                  </a:cubicBezTo>
                  <a:cubicBezTo>
                    <a:pt x="281873" y="2344250"/>
                    <a:pt x="286133" y="2334146"/>
                    <a:pt x="292964" y="2325949"/>
                  </a:cubicBezTo>
                  <a:cubicBezTo>
                    <a:pt x="301002" y="2316304"/>
                    <a:pt x="311647" y="2309033"/>
                    <a:pt x="319597" y="2299316"/>
                  </a:cubicBezTo>
                  <a:cubicBezTo>
                    <a:pt x="329942" y="2286672"/>
                    <a:pt x="396632" y="2198511"/>
                    <a:pt x="408373" y="2175029"/>
                  </a:cubicBezTo>
                  <a:cubicBezTo>
                    <a:pt x="414292" y="2163192"/>
                    <a:pt x="419320" y="2150866"/>
                    <a:pt x="426129" y="2139518"/>
                  </a:cubicBezTo>
                  <a:cubicBezTo>
                    <a:pt x="437108" y="2121220"/>
                    <a:pt x="454891" y="2106496"/>
                    <a:pt x="461639" y="2086252"/>
                  </a:cubicBezTo>
                  <a:cubicBezTo>
                    <a:pt x="464598" y="2077374"/>
                    <a:pt x="465874" y="2067744"/>
                    <a:pt x="470517" y="2059619"/>
                  </a:cubicBezTo>
                  <a:cubicBezTo>
                    <a:pt x="477858" y="2046773"/>
                    <a:pt x="489308" y="2036656"/>
                    <a:pt x="497150" y="2024109"/>
                  </a:cubicBezTo>
                  <a:cubicBezTo>
                    <a:pt x="534976" y="1963588"/>
                    <a:pt x="498221" y="2014434"/>
                    <a:pt x="523783" y="1953087"/>
                  </a:cubicBezTo>
                  <a:cubicBezTo>
                    <a:pt x="533963" y="1928655"/>
                    <a:pt x="544612" y="1904089"/>
                    <a:pt x="559294" y="1882066"/>
                  </a:cubicBezTo>
                  <a:cubicBezTo>
                    <a:pt x="565212" y="1873188"/>
                    <a:pt x="572716" y="1865183"/>
                    <a:pt x="577049" y="1855433"/>
                  </a:cubicBezTo>
                  <a:cubicBezTo>
                    <a:pt x="584650" y="1838330"/>
                    <a:pt x="586434" y="1818907"/>
                    <a:pt x="594804" y="1802167"/>
                  </a:cubicBezTo>
                  <a:lnTo>
                    <a:pt x="612560" y="1766656"/>
                  </a:lnTo>
                  <a:cubicBezTo>
                    <a:pt x="644095" y="1640514"/>
                    <a:pt x="613670" y="1740392"/>
                    <a:pt x="648070" y="1660124"/>
                  </a:cubicBezTo>
                  <a:cubicBezTo>
                    <a:pt x="651756" y="1651523"/>
                    <a:pt x="652763" y="1641861"/>
                    <a:pt x="656948" y="1633491"/>
                  </a:cubicBezTo>
                  <a:cubicBezTo>
                    <a:pt x="661720" y="1623948"/>
                    <a:pt x="669409" y="1616122"/>
                    <a:pt x="674703" y="1606858"/>
                  </a:cubicBezTo>
                  <a:cubicBezTo>
                    <a:pt x="681269" y="1595367"/>
                    <a:pt x="685445" y="1582570"/>
                    <a:pt x="692459" y="1571347"/>
                  </a:cubicBezTo>
                  <a:cubicBezTo>
                    <a:pt x="700301" y="1558800"/>
                    <a:pt x="711250" y="1548384"/>
                    <a:pt x="719092" y="1535837"/>
                  </a:cubicBezTo>
                  <a:cubicBezTo>
                    <a:pt x="726106" y="1524615"/>
                    <a:pt x="730420" y="1511895"/>
                    <a:pt x="736847" y="1500326"/>
                  </a:cubicBezTo>
                  <a:cubicBezTo>
                    <a:pt x="761306" y="1456299"/>
                    <a:pt x="761519" y="1458553"/>
                    <a:pt x="790113" y="1420427"/>
                  </a:cubicBezTo>
                  <a:cubicBezTo>
                    <a:pt x="814438" y="1347455"/>
                    <a:pt x="774286" y="1460962"/>
                    <a:pt x="843379" y="1322773"/>
                  </a:cubicBezTo>
                  <a:cubicBezTo>
                    <a:pt x="849297" y="1310936"/>
                    <a:pt x="853793" y="1298273"/>
                    <a:pt x="861134" y="1287262"/>
                  </a:cubicBezTo>
                  <a:cubicBezTo>
                    <a:pt x="865777" y="1280298"/>
                    <a:pt x="873868" y="1276203"/>
                    <a:pt x="878890" y="1269507"/>
                  </a:cubicBezTo>
                  <a:cubicBezTo>
                    <a:pt x="891694" y="1252436"/>
                    <a:pt x="901597" y="1233312"/>
                    <a:pt x="914400" y="1216241"/>
                  </a:cubicBezTo>
                  <a:cubicBezTo>
                    <a:pt x="932155" y="1192567"/>
                    <a:pt x="951251" y="1169841"/>
                    <a:pt x="967666" y="1145219"/>
                  </a:cubicBezTo>
                  <a:cubicBezTo>
                    <a:pt x="973585" y="1136341"/>
                    <a:pt x="977877" y="1126131"/>
                    <a:pt x="985422" y="1118586"/>
                  </a:cubicBezTo>
                  <a:cubicBezTo>
                    <a:pt x="992967" y="1111042"/>
                    <a:pt x="1003858" y="1107661"/>
                    <a:pt x="1012055" y="1100831"/>
                  </a:cubicBezTo>
                  <a:cubicBezTo>
                    <a:pt x="1080410" y="1043869"/>
                    <a:pt x="999196" y="1100525"/>
                    <a:pt x="1065321" y="1056443"/>
                  </a:cubicBezTo>
                  <a:cubicBezTo>
                    <a:pt x="1079388" y="986100"/>
                    <a:pt x="1067450" y="1025550"/>
                    <a:pt x="1109709" y="941033"/>
                  </a:cubicBezTo>
                  <a:lnTo>
                    <a:pt x="1109709" y="941033"/>
                  </a:lnTo>
                  <a:cubicBezTo>
                    <a:pt x="1112668" y="932155"/>
                    <a:pt x="1113627" y="922335"/>
                    <a:pt x="1118587" y="914400"/>
                  </a:cubicBezTo>
                  <a:cubicBezTo>
                    <a:pt x="1128630" y="898332"/>
                    <a:pt x="1142261" y="884808"/>
                    <a:pt x="1154098" y="870012"/>
                  </a:cubicBezTo>
                  <a:cubicBezTo>
                    <a:pt x="1176410" y="803070"/>
                    <a:pt x="1146312" y="885584"/>
                    <a:pt x="1180731" y="816746"/>
                  </a:cubicBezTo>
                  <a:cubicBezTo>
                    <a:pt x="1184916" y="808376"/>
                    <a:pt x="1185922" y="798714"/>
                    <a:pt x="1189608" y="790113"/>
                  </a:cubicBezTo>
                  <a:cubicBezTo>
                    <a:pt x="1205855" y="752203"/>
                    <a:pt x="1208509" y="753076"/>
                    <a:pt x="1233997" y="719091"/>
                  </a:cubicBezTo>
                  <a:cubicBezTo>
                    <a:pt x="1248400" y="661473"/>
                    <a:pt x="1231848" y="701802"/>
                    <a:pt x="1260630" y="665825"/>
                  </a:cubicBezTo>
                  <a:cubicBezTo>
                    <a:pt x="1267295" y="657494"/>
                    <a:pt x="1270054" y="645857"/>
                    <a:pt x="1278385" y="639192"/>
                  </a:cubicBezTo>
                  <a:cubicBezTo>
                    <a:pt x="1285692" y="633346"/>
                    <a:pt x="1296140" y="633273"/>
                    <a:pt x="1305018" y="630314"/>
                  </a:cubicBezTo>
                  <a:cubicBezTo>
                    <a:pt x="1313896" y="621436"/>
                    <a:pt x="1322006" y="611718"/>
                    <a:pt x="1331651" y="603681"/>
                  </a:cubicBezTo>
                  <a:cubicBezTo>
                    <a:pt x="1339848" y="596851"/>
                    <a:pt x="1350309" y="593014"/>
                    <a:pt x="1358284" y="585926"/>
                  </a:cubicBezTo>
                  <a:cubicBezTo>
                    <a:pt x="1377051" y="569244"/>
                    <a:pt x="1411550" y="532660"/>
                    <a:pt x="1411550" y="532660"/>
                  </a:cubicBezTo>
                  <a:cubicBezTo>
                    <a:pt x="1436053" y="459149"/>
                    <a:pt x="1418923" y="494968"/>
                    <a:pt x="1464816" y="426128"/>
                  </a:cubicBezTo>
                  <a:cubicBezTo>
                    <a:pt x="1470734" y="417250"/>
                    <a:pt x="1475026" y="407040"/>
                    <a:pt x="1482571" y="399495"/>
                  </a:cubicBezTo>
                  <a:cubicBezTo>
                    <a:pt x="1494408" y="387658"/>
                    <a:pt x="1508796" y="377913"/>
                    <a:pt x="1518082" y="363984"/>
                  </a:cubicBezTo>
                  <a:cubicBezTo>
                    <a:pt x="1572730" y="282011"/>
                    <a:pt x="1502993" y="382845"/>
                    <a:pt x="1553593" y="319596"/>
                  </a:cubicBezTo>
                  <a:cubicBezTo>
                    <a:pt x="1572079" y="296489"/>
                    <a:pt x="1582237" y="264990"/>
                    <a:pt x="1606859" y="248575"/>
                  </a:cubicBezTo>
                  <a:cubicBezTo>
                    <a:pt x="1615737" y="242656"/>
                    <a:pt x="1625517" y="237908"/>
                    <a:pt x="1633492" y="230819"/>
                  </a:cubicBezTo>
                  <a:cubicBezTo>
                    <a:pt x="1663745" y="203927"/>
                    <a:pt x="1678849" y="177069"/>
                    <a:pt x="1713391" y="159798"/>
                  </a:cubicBezTo>
                  <a:cubicBezTo>
                    <a:pt x="1721761" y="155613"/>
                    <a:pt x="1731844" y="155465"/>
                    <a:pt x="1740024" y="150920"/>
                  </a:cubicBezTo>
                  <a:cubicBezTo>
                    <a:pt x="1826503" y="102877"/>
                    <a:pt x="1759403" y="123882"/>
                    <a:pt x="1828800" y="106532"/>
                  </a:cubicBezTo>
                  <a:cubicBezTo>
                    <a:pt x="1834719" y="100614"/>
                    <a:pt x="1839379" y="93083"/>
                    <a:pt x="1846556" y="88777"/>
                  </a:cubicBezTo>
                  <a:cubicBezTo>
                    <a:pt x="1892497" y="61213"/>
                    <a:pt x="1854929" y="102548"/>
                    <a:pt x="1899822" y="62144"/>
                  </a:cubicBezTo>
                  <a:cubicBezTo>
                    <a:pt x="1921597" y="42547"/>
                    <a:pt x="1961965" y="0"/>
                    <a:pt x="1961965" y="0"/>
                  </a:cubicBezTo>
                </a:path>
              </a:pathLst>
            </a:custGeom>
            <a:noFill/>
            <a:ln w="762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BA0C0C3-4E97-C629-AECD-16007A2CD538}"/>
                </a:ext>
              </a:extLst>
            </p:cNvPr>
            <p:cNvSpPr/>
            <p:nvPr/>
          </p:nvSpPr>
          <p:spPr>
            <a:xfrm>
              <a:off x="23827901" y="18102793"/>
              <a:ext cx="780352" cy="3996610"/>
            </a:xfrm>
            <a:custGeom>
              <a:avLst/>
              <a:gdLst>
                <a:gd name="connsiteX0" fmla="*/ 790443 w 790443"/>
                <a:gd name="connsiteY0" fmla="*/ 2902998 h 2902998"/>
                <a:gd name="connsiteX1" fmla="*/ 719422 w 790443"/>
                <a:gd name="connsiteY1" fmla="*/ 2805344 h 2902998"/>
                <a:gd name="connsiteX2" fmla="*/ 692789 w 790443"/>
                <a:gd name="connsiteY2" fmla="*/ 2769833 h 2902998"/>
                <a:gd name="connsiteX3" fmla="*/ 630645 w 790443"/>
                <a:gd name="connsiteY3" fmla="*/ 2672179 h 2902998"/>
                <a:gd name="connsiteX4" fmla="*/ 595135 w 790443"/>
                <a:gd name="connsiteY4" fmla="*/ 2610035 h 2902998"/>
                <a:gd name="connsiteX5" fmla="*/ 577379 w 790443"/>
                <a:gd name="connsiteY5" fmla="*/ 2574524 h 2902998"/>
                <a:gd name="connsiteX6" fmla="*/ 524113 w 790443"/>
                <a:gd name="connsiteY6" fmla="*/ 2494625 h 2902998"/>
                <a:gd name="connsiteX7" fmla="*/ 506358 w 790443"/>
                <a:gd name="connsiteY7" fmla="*/ 2467992 h 2902998"/>
                <a:gd name="connsiteX8" fmla="*/ 488603 w 790443"/>
                <a:gd name="connsiteY8" fmla="*/ 2432482 h 2902998"/>
                <a:gd name="connsiteX9" fmla="*/ 435337 w 790443"/>
                <a:gd name="connsiteY9" fmla="*/ 2343705 h 2902998"/>
                <a:gd name="connsiteX10" fmla="*/ 426459 w 790443"/>
                <a:gd name="connsiteY10" fmla="*/ 2308194 h 2902998"/>
                <a:gd name="connsiteX11" fmla="*/ 408704 w 790443"/>
                <a:gd name="connsiteY11" fmla="*/ 2254928 h 2902998"/>
                <a:gd name="connsiteX12" fmla="*/ 399826 w 790443"/>
                <a:gd name="connsiteY12" fmla="*/ 2219418 h 2902998"/>
                <a:gd name="connsiteX13" fmla="*/ 382071 w 790443"/>
                <a:gd name="connsiteY13" fmla="*/ 2166152 h 2902998"/>
                <a:gd name="connsiteX14" fmla="*/ 373193 w 790443"/>
                <a:gd name="connsiteY14" fmla="*/ 2139519 h 2902998"/>
                <a:gd name="connsiteX15" fmla="*/ 364315 w 790443"/>
                <a:gd name="connsiteY15" fmla="*/ 2068497 h 2902998"/>
                <a:gd name="connsiteX16" fmla="*/ 355438 w 790443"/>
                <a:gd name="connsiteY16" fmla="*/ 1882066 h 2902998"/>
                <a:gd name="connsiteX17" fmla="*/ 293294 w 790443"/>
                <a:gd name="connsiteY17" fmla="*/ 1784412 h 2902998"/>
                <a:gd name="connsiteX18" fmla="*/ 266661 w 790443"/>
                <a:gd name="connsiteY18" fmla="*/ 1748901 h 2902998"/>
                <a:gd name="connsiteX19" fmla="*/ 240028 w 790443"/>
                <a:gd name="connsiteY19" fmla="*/ 1722268 h 2902998"/>
                <a:gd name="connsiteX20" fmla="*/ 213395 w 790443"/>
                <a:gd name="connsiteY20" fmla="*/ 1677880 h 2902998"/>
                <a:gd name="connsiteX21" fmla="*/ 186762 w 790443"/>
                <a:gd name="connsiteY21" fmla="*/ 1642369 h 2902998"/>
                <a:gd name="connsiteX22" fmla="*/ 160129 w 790443"/>
                <a:gd name="connsiteY22" fmla="*/ 1589103 h 2902998"/>
                <a:gd name="connsiteX23" fmla="*/ 142373 w 790443"/>
                <a:gd name="connsiteY23" fmla="*/ 1544715 h 2902998"/>
                <a:gd name="connsiteX24" fmla="*/ 124618 w 790443"/>
                <a:gd name="connsiteY24" fmla="*/ 1518082 h 2902998"/>
                <a:gd name="connsiteX25" fmla="*/ 89107 w 790443"/>
                <a:gd name="connsiteY25" fmla="*/ 1447060 h 2902998"/>
                <a:gd name="connsiteX26" fmla="*/ 71352 w 790443"/>
                <a:gd name="connsiteY26" fmla="*/ 1393794 h 2902998"/>
                <a:gd name="connsiteX27" fmla="*/ 35841 w 790443"/>
                <a:gd name="connsiteY27" fmla="*/ 1331651 h 2902998"/>
                <a:gd name="connsiteX28" fmla="*/ 26964 w 790443"/>
                <a:gd name="connsiteY28" fmla="*/ 1296140 h 2902998"/>
                <a:gd name="connsiteX29" fmla="*/ 9208 w 790443"/>
                <a:gd name="connsiteY29" fmla="*/ 1242874 h 2902998"/>
                <a:gd name="connsiteX30" fmla="*/ 331 w 790443"/>
                <a:gd name="connsiteY30" fmla="*/ 1189608 h 2902998"/>
                <a:gd name="connsiteX31" fmla="*/ 18086 w 790443"/>
                <a:gd name="connsiteY31" fmla="*/ 1020932 h 2902998"/>
                <a:gd name="connsiteX32" fmla="*/ 26964 w 790443"/>
                <a:gd name="connsiteY32" fmla="*/ 985422 h 2902998"/>
                <a:gd name="connsiteX33" fmla="*/ 44719 w 790443"/>
                <a:gd name="connsiteY33" fmla="*/ 949911 h 2902998"/>
                <a:gd name="connsiteX34" fmla="*/ 53597 w 790443"/>
                <a:gd name="connsiteY34" fmla="*/ 923278 h 2902998"/>
                <a:gd name="connsiteX35" fmla="*/ 71352 w 790443"/>
                <a:gd name="connsiteY35" fmla="*/ 896645 h 2902998"/>
                <a:gd name="connsiteX36" fmla="*/ 80230 w 790443"/>
                <a:gd name="connsiteY36" fmla="*/ 870012 h 2902998"/>
                <a:gd name="connsiteX37" fmla="*/ 106863 w 790443"/>
                <a:gd name="connsiteY37" fmla="*/ 843379 h 2902998"/>
                <a:gd name="connsiteX38" fmla="*/ 133496 w 790443"/>
                <a:gd name="connsiteY38" fmla="*/ 798991 h 2902998"/>
                <a:gd name="connsiteX39" fmla="*/ 151251 w 790443"/>
                <a:gd name="connsiteY39" fmla="*/ 772358 h 2902998"/>
                <a:gd name="connsiteX40" fmla="*/ 186762 w 790443"/>
                <a:gd name="connsiteY40" fmla="*/ 736847 h 2902998"/>
                <a:gd name="connsiteX41" fmla="*/ 204517 w 790443"/>
                <a:gd name="connsiteY41" fmla="*/ 719091 h 2902998"/>
                <a:gd name="connsiteX42" fmla="*/ 240028 w 790443"/>
                <a:gd name="connsiteY42" fmla="*/ 665825 h 2902998"/>
                <a:gd name="connsiteX43" fmla="*/ 248906 w 790443"/>
                <a:gd name="connsiteY43" fmla="*/ 639192 h 2902998"/>
                <a:gd name="connsiteX44" fmla="*/ 302172 w 790443"/>
                <a:gd name="connsiteY44" fmla="*/ 568171 h 2902998"/>
                <a:gd name="connsiteX45" fmla="*/ 319927 w 790443"/>
                <a:gd name="connsiteY45" fmla="*/ 514905 h 2902998"/>
                <a:gd name="connsiteX46" fmla="*/ 337682 w 790443"/>
                <a:gd name="connsiteY46" fmla="*/ 488272 h 2902998"/>
                <a:gd name="connsiteX47" fmla="*/ 355438 w 790443"/>
                <a:gd name="connsiteY47" fmla="*/ 435006 h 2902998"/>
                <a:gd name="connsiteX48" fmla="*/ 346560 w 790443"/>
                <a:gd name="connsiteY48" fmla="*/ 355107 h 2902998"/>
                <a:gd name="connsiteX49" fmla="*/ 319927 w 790443"/>
                <a:gd name="connsiteY49" fmla="*/ 301841 h 2902998"/>
                <a:gd name="connsiteX50" fmla="*/ 311049 w 790443"/>
                <a:gd name="connsiteY50" fmla="*/ 275208 h 2902998"/>
                <a:gd name="connsiteX51" fmla="*/ 293294 w 790443"/>
                <a:gd name="connsiteY51" fmla="*/ 248575 h 2902998"/>
                <a:gd name="connsiteX52" fmla="*/ 284416 w 790443"/>
                <a:gd name="connsiteY52" fmla="*/ 221942 h 2902998"/>
                <a:gd name="connsiteX53" fmla="*/ 266661 w 790443"/>
                <a:gd name="connsiteY53" fmla="*/ 195309 h 2902998"/>
                <a:gd name="connsiteX54" fmla="*/ 257783 w 790443"/>
                <a:gd name="connsiteY54" fmla="*/ 168676 h 2902998"/>
                <a:gd name="connsiteX55" fmla="*/ 222273 w 790443"/>
                <a:gd name="connsiteY55" fmla="*/ 79899 h 2902998"/>
                <a:gd name="connsiteX56" fmla="*/ 177884 w 790443"/>
                <a:gd name="connsiteY56" fmla="*/ 26633 h 2902998"/>
                <a:gd name="connsiteX57" fmla="*/ 133496 w 790443"/>
                <a:gd name="connsiteY57" fmla="*/ 0 h 2902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790443" h="2902998">
                  <a:moveTo>
                    <a:pt x="790443" y="2902998"/>
                  </a:moveTo>
                  <a:cubicBezTo>
                    <a:pt x="671561" y="2764304"/>
                    <a:pt x="777029" y="2897517"/>
                    <a:pt x="719422" y="2805344"/>
                  </a:cubicBezTo>
                  <a:cubicBezTo>
                    <a:pt x="711580" y="2792797"/>
                    <a:pt x="700244" y="2782614"/>
                    <a:pt x="692789" y="2769833"/>
                  </a:cubicBezTo>
                  <a:cubicBezTo>
                    <a:pt x="635214" y="2671133"/>
                    <a:pt x="683796" y="2725330"/>
                    <a:pt x="630645" y="2672179"/>
                  </a:cubicBezTo>
                  <a:cubicBezTo>
                    <a:pt x="577003" y="2564892"/>
                    <a:pt x="645317" y="2697853"/>
                    <a:pt x="595135" y="2610035"/>
                  </a:cubicBezTo>
                  <a:cubicBezTo>
                    <a:pt x="588569" y="2598544"/>
                    <a:pt x="584188" y="2585872"/>
                    <a:pt x="577379" y="2574524"/>
                  </a:cubicBezTo>
                  <a:cubicBezTo>
                    <a:pt x="577354" y="2574482"/>
                    <a:pt x="533004" y="2507962"/>
                    <a:pt x="524113" y="2494625"/>
                  </a:cubicBezTo>
                  <a:cubicBezTo>
                    <a:pt x="518195" y="2485747"/>
                    <a:pt x="511130" y="2477535"/>
                    <a:pt x="506358" y="2467992"/>
                  </a:cubicBezTo>
                  <a:cubicBezTo>
                    <a:pt x="500440" y="2456155"/>
                    <a:pt x="495412" y="2443830"/>
                    <a:pt x="488603" y="2432482"/>
                  </a:cubicBezTo>
                  <a:cubicBezTo>
                    <a:pt x="467951" y="2398063"/>
                    <a:pt x="448867" y="2379785"/>
                    <a:pt x="435337" y="2343705"/>
                  </a:cubicBezTo>
                  <a:cubicBezTo>
                    <a:pt x="431053" y="2332281"/>
                    <a:pt x="429965" y="2319881"/>
                    <a:pt x="426459" y="2308194"/>
                  </a:cubicBezTo>
                  <a:cubicBezTo>
                    <a:pt x="421081" y="2290268"/>
                    <a:pt x="413243" y="2273085"/>
                    <a:pt x="408704" y="2254928"/>
                  </a:cubicBezTo>
                  <a:cubicBezTo>
                    <a:pt x="405745" y="2243091"/>
                    <a:pt x="403332" y="2231104"/>
                    <a:pt x="399826" y="2219418"/>
                  </a:cubicBezTo>
                  <a:cubicBezTo>
                    <a:pt x="394448" y="2201492"/>
                    <a:pt x="387989" y="2183907"/>
                    <a:pt x="382071" y="2166152"/>
                  </a:cubicBezTo>
                  <a:lnTo>
                    <a:pt x="373193" y="2139519"/>
                  </a:lnTo>
                  <a:cubicBezTo>
                    <a:pt x="370234" y="2115845"/>
                    <a:pt x="365956" y="2092299"/>
                    <a:pt x="364315" y="2068497"/>
                  </a:cubicBezTo>
                  <a:cubicBezTo>
                    <a:pt x="360035" y="2006430"/>
                    <a:pt x="360605" y="1944065"/>
                    <a:pt x="355438" y="1882066"/>
                  </a:cubicBezTo>
                  <a:cubicBezTo>
                    <a:pt x="352589" y="1847875"/>
                    <a:pt x="303517" y="1798043"/>
                    <a:pt x="293294" y="1784412"/>
                  </a:cubicBezTo>
                  <a:cubicBezTo>
                    <a:pt x="284416" y="1772575"/>
                    <a:pt x="277123" y="1759363"/>
                    <a:pt x="266661" y="1748901"/>
                  </a:cubicBezTo>
                  <a:cubicBezTo>
                    <a:pt x="257783" y="1740023"/>
                    <a:pt x="247561" y="1732312"/>
                    <a:pt x="240028" y="1722268"/>
                  </a:cubicBezTo>
                  <a:cubicBezTo>
                    <a:pt x="229675" y="1708464"/>
                    <a:pt x="222966" y="1692237"/>
                    <a:pt x="213395" y="1677880"/>
                  </a:cubicBezTo>
                  <a:cubicBezTo>
                    <a:pt x="205188" y="1665569"/>
                    <a:pt x="195640" y="1654206"/>
                    <a:pt x="186762" y="1642369"/>
                  </a:cubicBezTo>
                  <a:cubicBezTo>
                    <a:pt x="164448" y="1575429"/>
                    <a:pt x="194547" y="1657939"/>
                    <a:pt x="160129" y="1589103"/>
                  </a:cubicBezTo>
                  <a:cubicBezTo>
                    <a:pt x="153002" y="1574850"/>
                    <a:pt x="149500" y="1558968"/>
                    <a:pt x="142373" y="1544715"/>
                  </a:cubicBezTo>
                  <a:cubicBezTo>
                    <a:pt x="137601" y="1535172"/>
                    <a:pt x="129389" y="1527625"/>
                    <a:pt x="124618" y="1518082"/>
                  </a:cubicBezTo>
                  <a:cubicBezTo>
                    <a:pt x="81187" y="1431217"/>
                    <a:pt x="130241" y="1508759"/>
                    <a:pt x="89107" y="1447060"/>
                  </a:cubicBezTo>
                  <a:cubicBezTo>
                    <a:pt x="83189" y="1429305"/>
                    <a:pt x="81733" y="1409367"/>
                    <a:pt x="71352" y="1393794"/>
                  </a:cubicBezTo>
                  <a:cubicBezTo>
                    <a:pt x="46256" y="1356150"/>
                    <a:pt x="58369" y="1376704"/>
                    <a:pt x="35841" y="1331651"/>
                  </a:cubicBezTo>
                  <a:cubicBezTo>
                    <a:pt x="32882" y="1319814"/>
                    <a:pt x="30470" y="1307827"/>
                    <a:pt x="26964" y="1296140"/>
                  </a:cubicBezTo>
                  <a:cubicBezTo>
                    <a:pt x="21586" y="1278213"/>
                    <a:pt x="9208" y="1242874"/>
                    <a:pt x="9208" y="1242874"/>
                  </a:cubicBezTo>
                  <a:cubicBezTo>
                    <a:pt x="6249" y="1225119"/>
                    <a:pt x="331" y="1207608"/>
                    <a:pt x="331" y="1189608"/>
                  </a:cubicBezTo>
                  <a:cubicBezTo>
                    <a:pt x="331" y="1010812"/>
                    <a:pt x="-3928" y="1097978"/>
                    <a:pt x="18086" y="1020932"/>
                  </a:cubicBezTo>
                  <a:cubicBezTo>
                    <a:pt x="21438" y="1009200"/>
                    <a:pt x="22680" y="996846"/>
                    <a:pt x="26964" y="985422"/>
                  </a:cubicBezTo>
                  <a:cubicBezTo>
                    <a:pt x="31611" y="973031"/>
                    <a:pt x="39506" y="962075"/>
                    <a:pt x="44719" y="949911"/>
                  </a:cubicBezTo>
                  <a:cubicBezTo>
                    <a:pt x="48405" y="941310"/>
                    <a:pt x="49412" y="931648"/>
                    <a:pt x="53597" y="923278"/>
                  </a:cubicBezTo>
                  <a:cubicBezTo>
                    <a:pt x="58369" y="913735"/>
                    <a:pt x="66580" y="906188"/>
                    <a:pt x="71352" y="896645"/>
                  </a:cubicBezTo>
                  <a:cubicBezTo>
                    <a:pt x="75537" y="888275"/>
                    <a:pt x="75039" y="877798"/>
                    <a:pt x="80230" y="870012"/>
                  </a:cubicBezTo>
                  <a:cubicBezTo>
                    <a:pt x="87194" y="859566"/>
                    <a:pt x="97985" y="852257"/>
                    <a:pt x="106863" y="843379"/>
                  </a:cubicBezTo>
                  <a:cubicBezTo>
                    <a:pt x="122279" y="797126"/>
                    <a:pt x="105641" y="833809"/>
                    <a:pt x="133496" y="798991"/>
                  </a:cubicBezTo>
                  <a:cubicBezTo>
                    <a:pt x="140161" y="790660"/>
                    <a:pt x="144307" y="780459"/>
                    <a:pt x="151251" y="772358"/>
                  </a:cubicBezTo>
                  <a:cubicBezTo>
                    <a:pt x="162145" y="759648"/>
                    <a:pt x="174925" y="748684"/>
                    <a:pt x="186762" y="736847"/>
                  </a:cubicBezTo>
                  <a:cubicBezTo>
                    <a:pt x="192680" y="730928"/>
                    <a:pt x="199874" y="726055"/>
                    <a:pt x="204517" y="719091"/>
                  </a:cubicBezTo>
                  <a:cubicBezTo>
                    <a:pt x="216354" y="701336"/>
                    <a:pt x="233280" y="686069"/>
                    <a:pt x="240028" y="665825"/>
                  </a:cubicBezTo>
                  <a:cubicBezTo>
                    <a:pt x="242987" y="656947"/>
                    <a:pt x="244361" y="647372"/>
                    <a:pt x="248906" y="639192"/>
                  </a:cubicBezTo>
                  <a:cubicBezTo>
                    <a:pt x="274004" y="594016"/>
                    <a:pt x="275232" y="595110"/>
                    <a:pt x="302172" y="568171"/>
                  </a:cubicBezTo>
                  <a:cubicBezTo>
                    <a:pt x="308090" y="550416"/>
                    <a:pt x="309546" y="530478"/>
                    <a:pt x="319927" y="514905"/>
                  </a:cubicBezTo>
                  <a:cubicBezTo>
                    <a:pt x="325845" y="506027"/>
                    <a:pt x="333349" y="498022"/>
                    <a:pt x="337682" y="488272"/>
                  </a:cubicBezTo>
                  <a:cubicBezTo>
                    <a:pt x="345283" y="471169"/>
                    <a:pt x="355438" y="435006"/>
                    <a:pt x="355438" y="435006"/>
                  </a:cubicBezTo>
                  <a:cubicBezTo>
                    <a:pt x="352479" y="408373"/>
                    <a:pt x="350966" y="381539"/>
                    <a:pt x="346560" y="355107"/>
                  </a:cubicBezTo>
                  <a:cubicBezTo>
                    <a:pt x="340982" y="321637"/>
                    <a:pt x="335264" y="332514"/>
                    <a:pt x="319927" y="301841"/>
                  </a:cubicBezTo>
                  <a:cubicBezTo>
                    <a:pt x="315742" y="293471"/>
                    <a:pt x="315234" y="283578"/>
                    <a:pt x="311049" y="275208"/>
                  </a:cubicBezTo>
                  <a:cubicBezTo>
                    <a:pt x="306277" y="265665"/>
                    <a:pt x="298066" y="258118"/>
                    <a:pt x="293294" y="248575"/>
                  </a:cubicBezTo>
                  <a:cubicBezTo>
                    <a:pt x="289109" y="240205"/>
                    <a:pt x="288601" y="230312"/>
                    <a:pt x="284416" y="221942"/>
                  </a:cubicBezTo>
                  <a:cubicBezTo>
                    <a:pt x="279644" y="212399"/>
                    <a:pt x="271433" y="204852"/>
                    <a:pt x="266661" y="195309"/>
                  </a:cubicBezTo>
                  <a:cubicBezTo>
                    <a:pt x="262476" y="186939"/>
                    <a:pt x="261142" y="177410"/>
                    <a:pt x="257783" y="168676"/>
                  </a:cubicBezTo>
                  <a:cubicBezTo>
                    <a:pt x="246342" y="138929"/>
                    <a:pt x="237898" y="107678"/>
                    <a:pt x="222273" y="79899"/>
                  </a:cubicBezTo>
                  <a:cubicBezTo>
                    <a:pt x="210942" y="59755"/>
                    <a:pt x="195063" y="42094"/>
                    <a:pt x="177884" y="26633"/>
                  </a:cubicBezTo>
                  <a:cubicBezTo>
                    <a:pt x="165058" y="15090"/>
                    <a:pt x="133496" y="0"/>
                    <a:pt x="133496" y="0"/>
                  </a:cubicBezTo>
                </a:path>
              </a:pathLst>
            </a:cu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6E8A65B8-DEBF-63FD-C525-23296CCB17F3}"/>
                </a:ext>
              </a:extLst>
            </p:cNvPr>
            <p:cNvSpPr/>
            <p:nvPr/>
          </p:nvSpPr>
          <p:spPr>
            <a:xfrm>
              <a:off x="23997305" y="17496281"/>
              <a:ext cx="596579" cy="556807"/>
            </a:xfrm>
            <a:custGeom>
              <a:avLst/>
              <a:gdLst>
                <a:gd name="connsiteX0" fmla="*/ 0 w 532660"/>
                <a:gd name="connsiteY0" fmla="*/ 497149 h 497149"/>
                <a:gd name="connsiteX1" fmla="*/ 88777 w 532660"/>
                <a:gd name="connsiteY1" fmla="*/ 435006 h 497149"/>
                <a:gd name="connsiteX2" fmla="*/ 106532 w 532660"/>
                <a:gd name="connsiteY2" fmla="*/ 417250 h 497149"/>
                <a:gd name="connsiteX3" fmla="*/ 142043 w 532660"/>
                <a:gd name="connsiteY3" fmla="*/ 399495 h 497149"/>
                <a:gd name="connsiteX4" fmla="*/ 186431 w 532660"/>
                <a:gd name="connsiteY4" fmla="*/ 372862 h 497149"/>
                <a:gd name="connsiteX5" fmla="*/ 221942 w 532660"/>
                <a:gd name="connsiteY5" fmla="*/ 346229 h 497149"/>
                <a:gd name="connsiteX6" fmla="*/ 248575 w 532660"/>
                <a:gd name="connsiteY6" fmla="*/ 328473 h 497149"/>
                <a:gd name="connsiteX7" fmla="*/ 266330 w 532660"/>
                <a:gd name="connsiteY7" fmla="*/ 301840 h 497149"/>
                <a:gd name="connsiteX8" fmla="*/ 284086 w 532660"/>
                <a:gd name="connsiteY8" fmla="*/ 284085 h 497149"/>
                <a:gd name="connsiteX9" fmla="*/ 292963 w 532660"/>
                <a:gd name="connsiteY9" fmla="*/ 248574 h 497149"/>
                <a:gd name="connsiteX10" fmla="*/ 310719 w 532660"/>
                <a:gd name="connsiteY10" fmla="*/ 221941 h 497149"/>
                <a:gd name="connsiteX11" fmla="*/ 328474 w 532660"/>
                <a:gd name="connsiteY11" fmla="*/ 168675 h 497149"/>
                <a:gd name="connsiteX12" fmla="*/ 355107 w 532660"/>
                <a:gd name="connsiteY12" fmla="*/ 142042 h 497149"/>
                <a:gd name="connsiteX13" fmla="*/ 372862 w 532660"/>
                <a:gd name="connsiteY13" fmla="*/ 115409 h 497149"/>
                <a:gd name="connsiteX14" fmla="*/ 399495 w 532660"/>
                <a:gd name="connsiteY14" fmla="*/ 97654 h 497149"/>
                <a:gd name="connsiteX15" fmla="*/ 443884 w 532660"/>
                <a:gd name="connsiteY15" fmla="*/ 71021 h 497149"/>
                <a:gd name="connsiteX16" fmla="*/ 497150 w 532660"/>
                <a:gd name="connsiteY16" fmla="*/ 26633 h 497149"/>
                <a:gd name="connsiteX17" fmla="*/ 532660 w 532660"/>
                <a:gd name="connsiteY17" fmla="*/ 0 h 49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2660" h="497149">
                  <a:moveTo>
                    <a:pt x="0" y="497149"/>
                  </a:moveTo>
                  <a:cubicBezTo>
                    <a:pt x="29592" y="476435"/>
                    <a:pt x="63236" y="460549"/>
                    <a:pt x="88777" y="435006"/>
                  </a:cubicBezTo>
                  <a:cubicBezTo>
                    <a:pt x="94695" y="429087"/>
                    <a:pt x="99568" y="421893"/>
                    <a:pt x="106532" y="417250"/>
                  </a:cubicBezTo>
                  <a:cubicBezTo>
                    <a:pt x="117543" y="409909"/>
                    <a:pt x="130206" y="405413"/>
                    <a:pt x="142043" y="399495"/>
                  </a:cubicBezTo>
                  <a:cubicBezTo>
                    <a:pt x="183593" y="357943"/>
                    <a:pt x="132652" y="403592"/>
                    <a:pt x="186431" y="372862"/>
                  </a:cubicBezTo>
                  <a:cubicBezTo>
                    <a:pt x="199278" y="365521"/>
                    <a:pt x="209902" y="354829"/>
                    <a:pt x="221942" y="346229"/>
                  </a:cubicBezTo>
                  <a:cubicBezTo>
                    <a:pt x="230624" y="340027"/>
                    <a:pt x="239697" y="334392"/>
                    <a:pt x="248575" y="328473"/>
                  </a:cubicBezTo>
                  <a:cubicBezTo>
                    <a:pt x="254493" y="319595"/>
                    <a:pt x="259665" y="310171"/>
                    <a:pt x="266330" y="301840"/>
                  </a:cubicBezTo>
                  <a:cubicBezTo>
                    <a:pt x="271559" y="295304"/>
                    <a:pt x="280343" y="291571"/>
                    <a:pt x="284086" y="284085"/>
                  </a:cubicBezTo>
                  <a:cubicBezTo>
                    <a:pt x="289543" y="273172"/>
                    <a:pt x="288157" y="259789"/>
                    <a:pt x="292963" y="248574"/>
                  </a:cubicBezTo>
                  <a:cubicBezTo>
                    <a:pt x="297166" y="238767"/>
                    <a:pt x="304800" y="230819"/>
                    <a:pt x="310719" y="221941"/>
                  </a:cubicBezTo>
                  <a:cubicBezTo>
                    <a:pt x="316637" y="204186"/>
                    <a:pt x="315240" y="181909"/>
                    <a:pt x="328474" y="168675"/>
                  </a:cubicBezTo>
                  <a:cubicBezTo>
                    <a:pt x="337352" y="159797"/>
                    <a:pt x="347070" y="151687"/>
                    <a:pt x="355107" y="142042"/>
                  </a:cubicBezTo>
                  <a:cubicBezTo>
                    <a:pt x="361937" y="133845"/>
                    <a:pt x="365317" y="122954"/>
                    <a:pt x="372862" y="115409"/>
                  </a:cubicBezTo>
                  <a:cubicBezTo>
                    <a:pt x="380407" y="107864"/>
                    <a:pt x="391163" y="104319"/>
                    <a:pt x="399495" y="97654"/>
                  </a:cubicBezTo>
                  <a:cubicBezTo>
                    <a:pt x="434313" y="69800"/>
                    <a:pt x="397633" y="86439"/>
                    <a:pt x="443884" y="71021"/>
                  </a:cubicBezTo>
                  <a:cubicBezTo>
                    <a:pt x="507157" y="7748"/>
                    <a:pt x="435345" y="76078"/>
                    <a:pt x="497150" y="26633"/>
                  </a:cubicBezTo>
                  <a:cubicBezTo>
                    <a:pt x="534541" y="-3280"/>
                    <a:pt x="495595" y="18532"/>
                    <a:pt x="532660" y="0"/>
                  </a:cubicBezTo>
                </a:path>
              </a:pathLst>
            </a:custGeom>
            <a:noFill/>
            <a:ln w="762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D8F4482D-88EA-92AE-49A3-F53786DEBF85}"/>
                </a:ext>
              </a:extLst>
            </p:cNvPr>
            <p:cNvSpPr/>
            <p:nvPr/>
          </p:nvSpPr>
          <p:spPr>
            <a:xfrm>
              <a:off x="24508997" y="17390677"/>
              <a:ext cx="180098" cy="16864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3"/>
            </a:p>
          </p:txBody>
        </p: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E9F4E515-B4ED-C4D1-FB39-6E715C678271}"/>
                </a:ext>
              </a:extLst>
            </p:cNvPr>
            <p:cNvCxnSpPr>
              <a:cxnSpLocks/>
            </p:cNvCxnSpPr>
            <p:nvPr/>
          </p:nvCxnSpPr>
          <p:spPr>
            <a:xfrm>
              <a:off x="25444334" y="15905811"/>
              <a:ext cx="21792" cy="1403655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C6CB4B15-32F4-5251-C0DE-09D5758AB555}"/>
                    </a:ext>
                  </a:extLst>
                </p:cNvPr>
                <p:cNvSpPr txBox="1"/>
                <p:nvPr/>
              </p:nvSpPr>
              <p:spPr>
                <a:xfrm>
                  <a:off x="24696117" y="16687783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509" dirty="0"/>
                </a:p>
              </p:txBody>
            </p:sp>
          </mc:Choice>
          <mc:Fallback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C6CB4B15-32F4-5251-C0DE-09D5758AB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96117" y="16687783"/>
                  <a:ext cx="1120139" cy="598080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4AA37B75-744F-E536-51BA-CA28716999DE}"/>
                </a:ext>
              </a:extLst>
            </p:cNvPr>
            <p:cNvSpPr txBox="1"/>
            <p:nvPr/>
          </p:nvSpPr>
          <p:spPr>
            <a:xfrm>
              <a:off x="13685269" y="14213461"/>
              <a:ext cx="5478715" cy="730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Unbalanced species tree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EE198E38-1CC1-98AA-A627-0FA15ACE629B}"/>
                </a:ext>
              </a:extLst>
            </p:cNvPr>
            <p:cNvSpPr txBox="1"/>
            <p:nvPr/>
          </p:nvSpPr>
          <p:spPr>
            <a:xfrm>
              <a:off x="23980777" y="14160368"/>
              <a:ext cx="5197093" cy="730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Gene tree</a:t>
              </a:r>
            </a:p>
          </p:txBody>
        </p: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2D471EAE-E9A9-5263-3F19-A3E0C80A8E1D}"/>
                </a:ext>
              </a:extLst>
            </p:cNvPr>
            <p:cNvCxnSpPr>
              <a:cxnSpLocks/>
            </p:cNvCxnSpPr>
            <p:nvPr/>
          </p:nvCxnSpPr>
          <p:spPr>
            <a:xfrm>
              <a:off x="22035574" y="20224079"/>
              <a:ext cx="912274" cy="1279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8281EF7C-3FEC-F63F-7D54-E498897C33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51859" y="22107590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6CF19239-5953-F385-0791-60B228695B2E}"/>
                    </a:ext>
                  </a:extLst>
                </p:cNvPr>
                <p:cNvSpPr txBox="1"/>
                <p:nvPr/>
              </p:nvSpPr>
              <p:spPr>
                <a:xfrm>
                  <a:off x="21876752" y="20230477"/>
                  <a:ext cx="1120139" cy="6669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67" b="1" i="1">
                            <a:latin typeface="Cambria Math" panose="02040503050406030204" pitchFamily="18" charset="0"/>
                          </a:rPr>
                          <m:t>𝑨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6CF19239-5953-F385-0791-60B228695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76752" y="20230477"/>
                  <a:ext cx="1120139" cy="666930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4741AC20-24B4-70AE-7350-8E79F8791E24}"/>
                    </a:ext>
                  </a:extLst>
                </p:cNvPr>
                <p:cNvSpPr txBox="1"/>
                <p:nvPr/>
              </p:nvSpPr>
              <p:spPr>
                <a:xfrm>
                  <a:off x="24038976" y="22119675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𝑩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4741AC20-24B4-70AE-7350-8E79F8791E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38976" y="22119675"/>
                  <a:ext cx="1120139" cy="598080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81A89F55-E069-FAF6-785D-FE75A969B8E2}"/>
                    </a:ext>
                  </a:extLst>
                </p:cNvPr>
                <p:cNvSpPr txBox="1"/>
                <p:nvPr/>
              </p:nvSpPr>
              <p:spPr>
                <a:xfrm>
                  <a:off x="24747887" y="19468262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𝑪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81A89F55-E069-FAF6-785D-FE75A969B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47887" y="19468262"/>
                  <a:ext cx="1120139" cy="598080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F9868D38-6B2F-5C59-F4D4-9161AF1C6B2D}"/>
                    </a:ext>
                  </a:extLst>
                </p:cNvPr>
                <p:cNvSpPr txBox="1"/>
                <p:nvPr/>
              </p:nvSpPr>
              <p:spPr>
                <a:xfrm>
                  <a:off x="26957973" y="20518722"/>
                  <a:ext cx="1120139" cy="5980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509" b="1" i="1">
                            <a:latin typeface="Cambria Math" panose="02040503050406030204" pitchFamily="18" charset="0"/>
                          </a:rPr>
                          <m:t>𝑫</m:t>
                        </m:r>
                      </m:oMath>
                    </m:oMathPara>
                  </a14:m>
                  <a:endParaRPr lang="en-US" sz="2509" b="1" dirty="0"/>
                </a:p>
              </p:txBody>
            </p:sp>
          </mc:Choice>
          <mc:Fallback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F9868D38-6B2F-5C59-F4D4-9161AF1C6B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57973" y="20518722"/>
                  <a:ext cx="1120139" cy="598080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98DCB00-1E42-A45F-F7B5-5C9F3ACB31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83167" y="19463423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90BC5DCA-09A8-BB58-6529-5D9F757DA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22499" y="20559113"/>
              <a:ext cx="1040928" cy="349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7D7C9799-5806-BE5A-9BB8-C8C790E889E2}"/>
                    </a:ext>
                  </a:extLst>
                </p:cNvPr>
                <p:cNvSpPr txBox="1"/>
                <p:nvPr/>
              </p:nvSpPr>
              <p:spPr>
                <a:xfrm>
                  <a:off x="19840416" y="17262235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7D7C9799-5806-BE5A-9BB8-C8C790E88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40416" y="17262235"/>
                  <a:ext cx="5999931" cy="607859"/>
                </a:xfrm>
                <a:prstGeom prst="rect">
                  <a:avLst/>
                </a:prstGeom>
                <a:blipFill>
                  <a:blip r:embed="rId41"/>
                  <a:stretch>
                    <a:fillRect b="-230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81607324-E2D8-49EA-1F0D-9FAC89E65A0E}"/>
                    </a:ext>
                  </a:extLst>
                </p:cNvPr>
                <p:cNvSpPr txBox="1"/>
                <p:nvPr/>
              </p:nvSpPr>
              <p:spPr>
                <a:xfrm>
                  <a:off x="22307989" y="15177808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+(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) 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81607324-E2D8-49EA-1F0D-9FAC89E65A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07989" y="15177808"/>
                  <a:ext cx="5999931" cy="607859"/>
                </a:xfrm>
                <a:prstGeom prst="rect">
                  <a:avLst/>
                </a:prstGeom>
                <a:blipFill>
                  <a:blip r:embed="rId42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7" name="TextBox 376">
                  <a:extLst>
                    <a:ext uri="{FF2B5EF4-FFF2-40B4-BE49-F238E27FC236}">
                      <a16:creationId xmlns:a16="http://schemas.microsoft.com/office/drawing/2014/main" id="{0AD1D60F-0EE2-56CD-CBE8-891E0143ACBD}"/>
                    </a:ext>
                  </a:extLst>
                </p:cNvPr>
                <p:cNvSpPr txBox="1"/>
                <p:nvPr/>
              </p:nvSpPr>
              <p:spPr>
                <a:xfrm>
                  <a:off x="18047334" y="18448955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77" name="TextBox 376">
                  <a:extLst>
                    <a:ext uri="{FF2B5EF4-FFF2-40B4-BE49-F238E27FC236}">
                      <a16:creationId xmlns:a16="http://schemas.microsoft.com/office/drawing/2014/main" id="{0AD1D60F-0EE2-56CD-CBE8-891E0143A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47334" y="18448955"/>
                  <a:ext cx="5999931" cy="607859"/>
                </a:xfrm>
                <a:prstGeom prst="rect">
                  <a:avLst/>
                </a:prstGeom>
                <a:blipFill>
                  <a:blip r:embed="rId43"/>
                  <a:stretch>
                    <a:fillRect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8" name="Straight Arrow Connector 377">
              <a:extLst>
                <a:ext uri="{FF2B5EF4-FFF2-40B4-BE49-F238E27FC236}">
                  <a16:creationId xmlns:a16="http://schemas.microsoft.com/office/drawing/2014/main" id="{53F99B61-19E7-4B72-E2C7-C6967DD4419D}"/>
                </a:ext>
              </a:extLst>
            </p:cNvPr>
            <p:cNvCxnSpPr>
              <a:cxnSpLocks/>
            </p:cNvCxnSpPr>
            <p:nvPr/>
          </p:nvCxnSpPr>
          <p:spPr>
            <a:xfrm>
              <a:off x="13884297" y="19349775"/>
              <a:ext cx="69078" cy="3344802"/>
            </a:xfrm>
            <a:prstGeom prst="straightConnector1">
              <a:avLst/>
            </a:prstGeom>
            <a:ln w="88900"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83A76A2-B822-183A-4599-03A6DD5C3FE7}"/>
                </a:ext>
              </a:extLst>
            </p:cNvPr>
            <p:cNvSpPr txBox="1"/>
            <p:nvPr/>
          </p:nvSpPr>
          <p:spPr>
            <a:xfrm>
              <a:off x="4404661" y="14119456"/>
              <a:ext cx="5850683" cy="730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Balanced species tree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4E666650-EFC0-DDEC-E891-44227B0169A4}"/>
                    </a:ext>
                  </a:extLst>
                </p:cNvPr>
                <p:cNvSpPr txBox="1"/>
                <p:nvPr/>
              </p:nvSpPr>
              <p:spPr>
                <a:xfrm>
                  <a:off x="19132154" y="21046960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𝑥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4E666650-EFC0-DDEC-E891-44227B016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32154" y="21046960"/>
                  <a:ext cx="5999931" cy="607859"/>
                </a:xfrm>
                <a:prstGeom prst="rect">
                  <a:avLst/>
                </a:prstGeom>
                <a:blipFill>
                  <a:blip r:embed="rId44"/>
                  <a:stretch>
                    <a:fillRect b="-236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E7FB9269-E9AC-0B96-C9AA-5983D11DC568}"/>
                    </a:ext>
                  </a:extLst>
                </p:cNvPr>
                <p:cNvSpPr txBox="1"/>
                <p:nvPr/>
              </p:nvSpPr>
              <p:spPr>
                <a:xfrm>
                  <a:off x="22840377" y="19883430"/>
                  <a:ext cx="5999931" cy="6078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56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56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560" i="1"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sz="256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560" i="1">
                                <a:latin typeface="Cambria Math" panose="02040503050406030204" pitchFamily="18" charset="0"/>
                              </a:rPr>
                              <m:t>2 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E7FB9269-E9AC-0B96-C9AA-5983D11DC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0377" y="19883430"/>
                  <a:ext cx="5999931" cy="607859"/>
                </a:xfrm>
                <a:prstGeom prst="rect">
                  <a:avLst/>
                </a:prstGeom>
                <a:blipFill>
                  <a:blip r:embed="rId45"/>
                  <a:stretch>
                    <a:fillRect b="-230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8" name="TextBox 397">
                  <a:extLst>
                    <a:ext uri="{FF2B5EF4-FFF2-40B4-BE49-F238E27FC236}">
                      <a16:creationId xmlns:a16="http://schemas.microsoft.com/office/drawing/2014/main" id="{49D58D3B-90DB-4CFA-3657-363C9E2CB763}"/>
                    </a:ext>
                  </a:extLst>
                </p:cNvPr>
                <p:cNvSpPr txBox="1"/>
                <p:nvPr/>
              </p:nvSpPr>
              <p:spPr>
                <a:xfrm>
                  <a:off x="15780634" y="23311772"/>
                  <a:ext cx="13198417" cy="25776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a:rPr lang="en-US" sz="3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		          	Substitution rate per coalescent units</a:t>
                  </a:r>
                  <a:endParaRPr lang="en-US" sz="3200" i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		 		    Branch length in coalescent units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.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32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	 	Branch length in substitution units</a:t>
                  </a:r>
                </a:p>
                <a:p>
                  <a:endPara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98" name="TextBox 397">
                  <a:extLst>
                    <a:ext uri="{FF2B5EF4-FFF2-40B4-BE49-F238E27FC236}">
                      <a16:creationId xmlns:a16="http://schemas.microsoft.com/office/drawing/2014/main" id="{49D58D3B-90DB-4CFA-3657-363C9E2CB7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80634" y="23311772"/>
                  <a:ext cx="13198417" cy="2577629"/>
                </a:xfrm>
                <a:prstGeom prst="rect">
                  <a:avLst/>
                </a:prstGeom>
                <a:blipFill>
                  <a:blip r:embed="rId46"/>
                  <a:stretch>
                    <a:fillRect l="-360" t="-36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040C8BDE-E19D-0369-6149-28BF8C96A1C8}"/>
                </a:ext>
              </a:extLst>
            </p:cNvPr>
            <p:cNvSpPr txBox="1"/>
            <p:nvPr/>
          </p:nvSpPr>
          <p:spPr>
            <a:xfrm>
              <a:off x="11427850" y="22601281"/>
              <a:ext cx="7027691" cy="730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Parameters of branch 1:</a:t>
              </a:r>
            </a:p>
          </p:txBody>
        </p:sp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7531A99C-63D6-3F17-C0AD-271BA8E27C2A}"/>
                </a:ext>
              </a:extLst>
            </p:cNvPr>
            <p:cNvGrpSpPr/>
            <p:nvPr/>
          </p:nvGrpSpPr>
          <p:grpSpPr>
            <a:xfrm>
              <a:off x="29132464" y="14569795"/>
              <a:ext cx="7402451" cy="5884179"/>
              <a:chOff x="29735901" y="14271456"/>
              <a:chExt cx="7402451" cy="5884179"/>
            </a:xfrm>
          </p:grpSpPr>
          <p:grpSp>
            <p:nvGrpSpPr>
              <p:cNvPr id="379" name="Group 378">
                <a:extLst>
                  <a:ext uri="{FF2B5EF4-FFF2-40B4-BE49-F238E27FC236}">
                    <a16:creationId xmlns:a16="http://schemas.microsoft.com/office/drawing/2014/main" id="{44282207-BF7B-2075-C2D5-2B9F1C3C2A28}"/>
                  </a:ext>
                </a:extLst>
              </p:cNvPr>
              <p:cNvGrpSpPr/>
              <p:nvPr/>
            </p:nvGrpSpPr>
            <p:grpSpPr>
              <a:xfrm>
                <a:off x="29735901" y="14271456"/>
                <a:ext cx="7402451" cy="5884179"/>
                <a:chOff x="29454143" y="14223080"/>
                <a:chExt cx="8119166" cy="5884179"/>
              </a:xfrm>
            </p:grpSpPr>
            <p:sp>
              <p:nvSpPr>
                <p:cNvPr id="306" name="Parallelogram 305">
                  <a:extLst>
                    <a:ext uri="{FF2B5EF4-FFF2-40B4-BE49-F238E27FC236}">
                      <a16:creationId xmlns:a16="http://schemas.microsoft.com/office/drawing/2014/main" id="{ACE58C7A-AC42-E576-96B7-54B0D6B050FB}"/>
                    </a:ext>
                  </a:extLst>
                </p:cNvPr>
                <p:cNvSpPr/>
                <p:nvPr/>
              </p:nvSpPr>
              <p:spPr>
                <a:xfrm>
                  <a:off x="30170557" y="16546586"/>
                  <a:ext cx="2551145" cy="856124"/>
                </a:xfrm>
                <a:prstGeom prst="parallelogram">
                  <a:avLst>
                    <a:gd name="adj" fmla="val 64128"/>
                  </a:avLst>
                </a:prstGeom>
                <a:solidFill>
                  <a:srgbClr val="712FA1"/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26" dirty="0"/>
                </a:p>
              </p:txBody>
            </p:sp>
            <p:grpSp>
              <p:nvGrpSpPr>
                <p:cNvPr id="181" name="Group 180">
                  <a:extLst>
                    <a:ext uri="{FF2B5EF4-FFF2-40B4-BE49-F238E27FC236}">
                      <a16:creationId xmlns:a16="http://schemas.microsoft.com/office/drawing/2014/main" id="{2DD607D7-5B0E-4E32-814B-DF1D02E6D6BC}"/>
                    </a:ext>
                  </a:extLst>
                </p:cNvPr>
                <p:cNvGrpSpPr/>
                <p:nvPr/>
              </p:nvGrpSpPr>
              <p:grpSpPr>
                <a:xfrm>
                  <a:off x="29734943" y="14223080"/>
                  <a:ext cx="7053118" cy="5884179"/>
                  <a:chOff x="28091219" y="16311470"/>
                  <a:chExt cx="7053118" cy="6442449"/>
                </a:xfrm>
              </p:grpSpPr>
              <p:cxnSp>
                <p:nvCxnSpPr>
                  <p:cNvPr id="186" name="Straight Connector 185">
                    <a:extLst>
                      <a:ext uri="{FF2B5EF4-FFF2-40B4-BE49-F238E27FC236}">
                        <a16:creationId xmlns:a16="http://schemas.microsoft.com/office/drawing/2014/main" id="{4B6EC721-60C4-6A1C-187B-26502DA88E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952530" y="16311470"/>
                    <a:ext cx="19748" cy="1443033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7" name="Straight Connector 186">
                    <a:extLst>
                      <a:ext uri="{FF2B5EF4-FFF2-40B4-BE49-F238E27FC236}">
                        <a16:creationId xmlns:a16="http://schemas.microsoft.com/office/drawing/2014/main" id="{3E82737D-6B49-8FB9-7308-B9C0A0C340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807097" y="16776952"/>
                    <a:ext cx="0" cy="959965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8" name="Straight Connector 187">
                    <a:extLst>
                      <a:ext uri="{FF2B5EF4-FFF2-40B4-BE49-F238E27FC236}">
                        <a16:creationId xmlns:a16="http://schemas.microsoft.com/office/drawing/2014/main" id="{8E4008D7-4B76-27A6-E958-636DB1F874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8091219" y="19788627"/>
                    <a:ext cx="392537" cy="799686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9" name="Straight Connector 188">
                    <a:extLst>
                      <a:ext uri="{FF2B5EF4-FFF2-40B4-BE49-F238E27FC236}">
                        <a16:creationId xmlns:a16="http://schemas.microsoft.com/office/drawing/2014/main" id="{B8922C79-FFC6-6EC7-78ED-7727321CE73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9048379" y="19824568"/>
                    <a:ext cx="394766" cy="793429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1" name="Straight Connector 190">
                    <a:extLst>
                      <a:ext uri="{FF2B5EF4-FFF2-40B4-BE49-F238E27FC236}">
                        <a16:creationId xmlns:a16="http://schemas.microsoft.com/office/drawing/2014/main" id="{0D00D360-5101-F1F0-F59C-650487A1C2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462247" y="19824568"/>
                    <a:ext cx="494630" cy="778795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2" name="Straight Connector 191">
                    <a:extLst>
                      <a:ext uri="{FF2B5EF4-FFF2-40B4-BE49-F238E27FC236}">
                        <a16:creationId xmlns:a16="http://schemas.microsoft.com/office/drawing/2014/main" id="{62A39DE2-651E-8A29-3E43-C8D159F521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513355" y="19788625"/>
                    <a:ext cx="397730" cy="84248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4" name="Straight Connector 193">
                    <a:extLst>
                      <a:ext uri="{FF2B5EF4-FFF2-40B4-BE49-F238E27FC236}">
                        <a16:creationId xmlns:a16="http://schemas.microsoft.com/office/drawing/2014/main" id="{9B7ADE64-873E-05DA-8F43-1F6B48205B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483756" y="19794561"/>
                    <a:ext cx="2029599" cy="1164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25CE84C0-6584-4949-9FDB-8FD69D5809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8483756" y="18800895"/>
                    <a:ext cx="646861" cy="987730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6" name="Straight Connector 195">
                    <a:extLst>
                      <a:ext uri="{FF2B5EF4-FFF2-40B4-BE49-F238E27FC236}">
                        <a16:creationId xmlns:a16="http://schemas.microsoft.com/office/drawing/2014/main" id="{E4921A92-A462-70BE-82BD-FD28E57E36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0484538" y="18886643"/>
                    <a:ext cx="593440" cy="946120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7" name="Straight Connector 196">
                    <a:extLst>
                      <a:ext uri="{FF2B5EF4-FFF2-40B4-BE49-F238E27FC236}">
                        <a16:creationId xmlns:a16="http://schemas.microsoft.com/office/drawing/2014/main" id="{CC8C9608-D069-2E54-63C3-BED6273FE3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1069833" y="18886643"/>
                    <a:ext cx="824987" cy="182095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8" name="Straight Connector 197">
                    <a:extLst>
                      <a:ext uri="{FF2B5EF4-FFF2-40B4-BE49-F238E27FC236}">
                        <a16:creationId xmlns:a16="http://schemas.microsoft.com/office/drawing/2014/main" id="{481D7431-5CE5-159E-6911-AD006606F03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016385" y="18858615"/>
                    <a:ext cx="831623" cy="1772494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0" name="Straight Connector 199">
                    <a:extLst>
                      <a:ext uri="{FF2B5EF4-FFF2-40B4-BE49-F238E27FC236}">
                        <a16:creationId xmlns:a16="http://schemas.microsoft.com/office/drawing/2014/main" id="{DA66DCAA-60D2-A05B-884D-B199624113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000045" y="17719332"/>
                    <a:ext cx="24109" cy="1155653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1" name="Straight Connector 200">
                    <a:extLst>
                      <a:ext uri="{FF2B5EF4-FFF2-40B4-BE49-F238E27FC236}">
                        <a16:creationId xmlns:a16="http://schemas.microsoft.com/office/drawing/2014/main" id="{4E7A9FCA-6FDA-9766-3DE2-9C101A8361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809149" y="17718873"/>
                    <a:ext cx="1518358" cy="2885921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2" name="Straight Connector 201">
                    <a:extLst>
                      <a:ext uri="{FF2B5EF4-FFF2-40B4-BE49-F238E27FC236}">
                        <a16:creationId xmlns:a16="http://schemas.microsoft.com/office/drawing/2014/main" id="{D5A17825-F715-4C17-41D8-A5B051E0E6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9061233" y="18851267"/>
                    <a:ext cx="1958194" cy="14617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3" name="Straight Connector 202">
                    <a:extLst>
                      <a:ext uri="{FF2B5EF4-FFF2-40B4-BE49-F238E27FC236}">
                        <a16:creationId xmlns:a16="http://schemas.microsoft.com/office/drawing/2014/main" id="{A163F14F-E17E-4644-22AB-26CA01DE52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031546" y="17707413"/>
                    <a:ext cx="2762243" cy="15168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" name="Straight Connector 203">
                    <a:extLst>
                      <a:ext uri="{FF2B5EF4-FFF2-40B4-BE49-F238E27FC236}">
                        <a16:creationId xmlns:a16="http://schemas.microsoft.com/office/drawing/2014/main" id="{75A6F12A-D94A-B7F1-9A07-28C99087ED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040204" y="17734341"/>
                    <a:ext cx="1583736" cy="2925547"/>
                  </a:xfrm>
                  <a:prstGeom prst="line">
                    <a:avLst/>
                  </a:prstGeom>
                  <a:ln w="1016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19" name="TextBox 218">
                        <a:extLst>
                          <a:ext uri="{FF2B5EF4-FFF2-40B4-BE49-F238E27FC236}">
                            <a16:creationId xmlns:a16="http://schemas.microsoft.com/office/drawing/2014/main" id="{EB7FAAC3-C6D9-F292-5E83-204ABF94267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137028" y="21775227"/>
                        <a:ext cx="841575" cy="73020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19" name="TextBox 218">
                        <a:extLst>
                          <a:ext uri="{FF2B5EF4-FFF2-40B4-BE49-F238E27FC236}">
                            <a16:creationId xmlns:a16="http://schemas.microsoft.com/office/drawing/2014/main" id="{EB7FAAC3-C6D9-F292-5E83-204ABF94267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137028" y="21775227"/>
                        <a:ext cx="841575" cy="730206"/>
                      </a:xfrm>
                      <a:prstGeom prst="rect">
                        <a:avLst/>
                      </a:prstGeom>
                      <a:blipFill>
                        <a:blip r:embed="rId4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20" name="TextBox 219">
                        <a:extLst>
                          <a:ext uri="{FF2B5EF4-FFF2-40B4-BE49-F238E27FC236}">
                            <a16:creationId xmlns:a16="http://schemas.microsoft.com/office/drawing/2014/main" id="{22A484E4-5A52-D815-10A1-A720AD3423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107503" y="21775227"/>
                        <a:ext cx="841575" cy="6548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20" name="TextBox 219">
                        <a:extLst>
                          <a:ext uri="{FF2B5EF4-FFF2-40B4-BE49-F238E27FC236}">
                            <a16:creationId xmlns:a16="http://schemas.microsoft.com/office/drawing/2014/main" id="{22A484E4-5A52-D815-10A1-A720AD3423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107503" y="21775227"/>
                        <a:ext cx="841575" cy="654824"/>
                      </a:xfrm>
                      <a:prstGeom prst="rect">
                        <a:avLst/>
                      </a:prstGeom>
                      <a:blipFill>
                        <a:blip r:embed="rId4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9BB305F2-F04D-F393-C928-4A86502D4EE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952215" y="21818998"/>
                        <a:ext cx="841575" cy="6548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9BB305F2-F04D-F393-C928-4A86502D4EE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952215" y="21818998"/>
                        <a:ext cx="841575" cy="654824"/>
                      </a:xfrm>
                      <a:prstGeom prst="rect">
                        <a:avLst/>
                      </a:prstGeom>
                      <a:blipFill>
                        <a:blip r:embed="rId4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22" name="TextBox 221">
                        <a:extLst>
                          <a:ext uri="{FF2B5EF4-FFF2-40B4-BE49-F238E27FC236}">
                            <a16:creationId xmlns:a16="http://schemas.microsoft.com/office/drawing/2014/main" id="{E96A79B0-C728-16CA-9683-9AC25B1AD5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4302762" y="22099095"/>
                        <a:ext cx="841575" cy="6548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m:oMathPara>
                        </a14:m>
                        <a:endParaRPr lang="en-US" sz="2509" dirty="0"/>
                      </a:p>
                    </p:txBody>
                  </p:sp>
                </mc:Choice>
                <mc:Fallback>
                  <p:sp>
                    <p:nvSpPr>
                      <p:cNvPr id="222" name="TextBox 221">
                        <a:extLst>
                          <a:ext uri="{FF2B5EF4-FFF2-40B4-BE49-F238E27FC236}">
                            <a16:creationId xmlns:a16="http://schemas.microsoft.com/office/drawing/2014/main" id="{E96A79B0-C728-16CA-9683-9AC25B1AD5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4302762" y="22099095"/>
                        <a:ext cx="841575" cy="654824"/>
                      </a:xfrm>
                      <a:prstGeom prst="rect">
                        <a:avLst/>
                      </a:prstGeom>
                      <a:blipFill>
                        <a:blip r:embed="rId5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55" name="Trapezoid 254">
                  <a:extLst>
                    <a:ext uri="{FF2B5EF4-FFF2-40B4-BE49-F238E27FC236}">
                      <a16:creationId xmlns:a16="http://schemas.microsoft.com/office/drawing/2014/main" id="{86974620-15A3-0A3E-6E4D-16F3C423C5FE}"/>
                    </a:ext>
                  </a:extLst>
                </p:cNvPr>
                <p:cNvSpPr/>
                <p:nvPr/>
              </p:nvSpPr>
              <p:spPr>
                <a:xfrm>
                  <a:off x="29454143" y="18168401"/>
                  <a:ext cx="1505477" cy="1021386"/>
                </a:xfrm>
                <a:prstGeom prst="trapezoid">
                  <a:avLst/>
                </a:prstGeom>
                <a:solidFill>
                  <a:srgbClr val="C09000"/>
                </a:solidFill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426" dirty="0"/>
                </a:p>
              </p:txBody>
            </p:sp>
            <p:sp>
              <p:nvSpPr>
                <p:cNvPr id="257" name="Trapezoid 256">
                  <a:extLst>
                    <a:ext uri="{FF2B5EF4-FFF2-40B4-BE49-F238E27FC236}">
                      <a16:creationId xmlns:a16="http://schemas.microsoft.com/office/drawing/2014/main" id="{D836DA2A-778C-3EC5-0548-64175ED985D6}"/>
                    </a:ext>
                  </a:extLst>
                </p:cNvPr>
                <p:cNvSpPr/>
                <p:nvPr/>
              </p:nvSpPr>
              <p:spPr>
                <a:xfrm>
                  <a:off x="31328478" y="18168401"/>
                  <a:ext cx="1505477" cy="1021386"/>
                </a:xfrm>
                <a:prstGeom prst="trapezoid">
                  <a:avLst/>
                </a:prstGeom>
                <a:solidFill>
                  <a:srgbClr val="2D75B6"/>
                </a:solidFill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426"/>
                </a:p>
              </p:txBody>
            </p:sp>
            <p:sp>
              <p:nvSpPr>
                <p:cNvPr id="275" name="Trapezoid 274">
                  <a:extLst>
                    <a:ext uri="{FF2B5EF4-FFF2-40B4-BE49-F238E27FC236}">
                      <a16:creationId xmlns:a16="http://schemas.microsoft.com/office/drawing/2014/main" id="{28DFF800-1C29-51F2-B5B5-AE7F0F2B1481}"/>
                    </a:ext>
                  </a:extLst>
                </p:cNvPr>
                <p:cNvSpPr/>
                <p:nvPr/>
              </p:nvSpPr>
              <p:spPr>
                <a:xfrm>
                  <a:off x="33263987" y="18168401"/>
                  <a:ext cx="1505477" cy="1021386"/>
                </a:xfrm>
                <a:prstGeom prst="trapezoid">
                  <a:avLst/>
                </a:prstGeom>
                <a:solidFill>
                  <a:srgbClr val="C55A0F"/>
                </a:solidFill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426"/>
                </a:p>
              </p:txBody>
            </p:sp>
            <p:sp>
              <p:nvSpPr>
                <p:cNvPr id="277" name="Trapezoid 276">
                  <a:extLst>
                    <a:ext uri="{FF2B5EF4-FFF2-40B4-BE49-F238E27FC236}">
                      <a16:creationId xmlns:a16="http://schemas.microsoft.com/office/drawing/2014/main" id="{21C8A5BC-D5FC-3A5B-B104-06723CDA8C68}"/>
                    </a:ext>
                  </a:extLst>
                </p:cNvPr>
                <p:cNvSpPr/>
                <p:nvPr/>
              </p:nvSpPr>
              <p:spPr>
                <a:xfrm>
                  <a:off x="34940342" y="18153932"/>
                  <a:ext cx="1285672" cy="1021387"/>
                </a:xfrm>
                <a:prstGeom prst="trapezoid">
                  <a:avLst/>
                </a:prstGeom>
                <a:solidFill>
                  <a:srgbClr val="538234"/>
                </a:solidFill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426" dirty="0"/>
                </a:p>
              </p:txBody>
            </p:sp>
            <p:cxnSp>
              <p:nvCxnSpPr>
                <p:cNvPr id="341" name="Straight Connector 340">
                  <a:extLst>
                    <a:ext uri="{FF2B5EF4-FFF2-40B4-BE49-F238E27FC236}">
                      <a16:creationId xmlns:a16="http://schemas.microsoft.com/office/drawing/2014/main" id="{F1E7686A-BFAB-6D0C-6A04-2A00792470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749590" y="15522651"/>
                  <a:ext cx="851011" cy="101234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4" name="Straight Connector 343">
                  <a:extLst>
                    <a:ext uri="{FF2B5EF4-FFF2-40B4-BE49-F238E27FC236}">
                      <a16:creationId xmlns:a16="http://schemas.microsoft.com/office/drawing/2014/main" id="{E12B1000-3A7C-E6FA-C1BF-B38AB5E7C2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274676" y="14597904"/>
                  <a:ext cx="2027513" cy="3531408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Straight Connector 344">
                  <a:extLst>
                    <a:ext uri="{FF2B5EF4-FFF2-40B4-BE49-F238E27FC236}">
                      <a16:creationId xmlns:a16="http://schemas.microsoft.com/office/drawing/2014/main" id="{5D0D7471-45EC-7C1A-9A76-50A12D4B3C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83030" y="14648224"/>
                  <a:ext cx="2136513" cy="3493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6" name="Trapezoid 345">
                  <a:extLst>
                    <a:ext uri="{FF2B5EF4-FFF2-40B4-BE49-F238E27FC236}">
                      <a16:creationId xmlns:a16="http://schemas.microsoft.com/office/drawing/2014/main" id="{44D423C3-09B3-0A4D-1A36-F805959B2F89}"/>
                    </a:ext>
                  </a:extLst>
                </p:cNvPr>
                <p:cNvSpPr/>
                <p:nvPr/>
              </p:nvSpPr>
              <p:spPr>
                <a:xfrm>
                  <a:off x="36375695" y="18152707"/>
                  <a:ext cx="1197614" cy="1021386"/>
                </a:xfrm>
                <a:prstGeom prst="trapezoid">
                  <a:avLst/>
                </a:prstGeom>
                <a:solidFill>
                  <a:srgbClr val="538234"/>
                </a:solidFill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426"/>
                </a:p>
              </p:txBody>
            </p:sp>
            <p:cxnSp>
              <p:nvCxnSpPr>
                <p:cNvPr id="359" name="Straight Connector 358">
                  <a:extLst>
                    <a:ext uri="{FF2B5EF4-FFF2-40B4-BE49-F238E27FC236}">
                      <a16:creationId xmlns:a16="http://schemas.microsoft.com/office/drawing/2014/main" id="{F463C340-2198-4310-3CBC-49FFCE017D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600295" y="14628489"/>
                  <a:ext cx="366736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2ABF5531-A8A9-BDD6-5049-A460F4EE29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297821" y="14335385"/>
                  <a:ext cx="2051" cy="30970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81" name="Straight Connector 380">
                <a:extLst>
                  <a:ext uri="{FF2B5EF4-FFF2-40B4-BE49-F238E27FC236}">
                    <a16:creationId xmlns:a16="http://schemas.microsoft.com/office/drawing/2014/main" id="{9E1E668A-9A45-29B2-2013-A625347EEF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36519" y="16605013"/>
                <a:ext cx="930161" cy="209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5" name="Group 404">
              <a:extLst>
                <a:ext uri="{FF2B5EF4-FFF2-40B4-BE49-F238E27FC236}">
                  <a16:creationId xmlns:a16="http://schemas.microsoft.com/office/drawing/2014/main" id="{B38C4C88-821B-6ED6-3DED-944D7A1E936A}"/>
                </a:ext>
              </a:extLst>
            </p:cNvPr>
            <p:cNvGrpSpPr/>
            <p:nvPr/>
          </p:nvGrpSpPr>
          <p:grpSpPr>
            <a:xfrm>
              <a:off x="29057712" y="20282094"/>
              <a:ext cx="6607630" cy="5054571"/>
              <a:chOff x="30234841" y="20244775"/>
              <a:chExt cx="5779316" cy="5096132"/>
            </a:xfrm>
          </p:grpSpPr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822E7AA3-1F33-8458-1C70-8684F489475E}"/>
                  </a:ext>
                </a:extLst>
              </p:cNvPr>
              <p:cNvGrpSpPr/>
              <p:nvPr/>
            </p:nvGrpSpPr>
            <p:grpSpPr>
              <a:xfrm>
                <a:off x="30534400" y="20244775"/>
                <a:ext cx="5201797" cy="4668427"/>
                <a:chOff x="31103293" y="16628066"/>
                <a:chExt cx="5201797" cy="4668427"/>
              </a:xfrm>
            </p:grpSpPr>
            <p:sp>
              <p:nvSpPr>
                <p:cNvPr id="289" name="Freeform 288">
                  <a:extLst>
                    <a:ext uri="{FF2B5EF4-FFF2-40B4-BE49-F238E27FC236}">
                      <a16:creationId xmlns:a16="http://schemas.microsoft.com/office/drawing/2014/main" id="{7296AB60-C552-19AE-D41B-58A55CCDCA08}"/>
                    </a:ext>
                  </a:extLst>
                </p:cNvPr>
                <p:cNvSpPr/>
                <p:nvPr/>
              </p:nvSpPr>
              <p:spPr>
                <a:xfrm>
                  <a:off x="33087347" y="17599700"/>
                  <a:ext cx="861767" cy="1728476"/>
                </a:xfrm>
                <a:custGeom>
                  <a:avLst/>
                  <a:gdLst>
                    <a:gd name="connsiteX0" fmla="*/ 1768642 w 1768642"/>
                    <a:gd name="connsiteY0" fmla="*/ 3320716 h 3320716"/>
                    <a:gd name="connsiteX1" fmla="*/ 1118937 w 1768642"/>
                    <a:gd name="connsiteY1" fmla="*/ 2466474 h 3320716"/>
                    <a:gd name="connsiteX2" fmla="*/ 1058779 w 1768642"/>
                    <a:gd name="connsiteY2" fmla="*/ 2358190 h 3320716"/>
                    <a:gd name="connsiteX3" fmla="*/ 1022684 w 1768642"/>
                    <a:gd name="connsiteY3" fmla="*/ 2237874 h 3320716"/>
                    <a:gd name="connsiteX4" fmla="*/ 1010653 w 1768642"/>
                    <a:gd name="connsiteY4" fmla="*/ 2201779 h 3320716"/>
                    <a:gd name="connsiteX5" fmla="*/ 986590 w 1768642"/>
                    <a:gd name="connsiteY5" fmla="*/ 1864895 h 3320716"/>
                    <a:gd name="connsiteX6" fmla="*/ 974558 w 1768642"/>
                    <a:gd name="connsiteY6" fmla="*/ 1804737 h 3320716"/>
                    <a:gd name="connsiteX7" fmla="*/ 938463 w 1768642"/>
                    <a:gd name="connsiteY7" fmla="*/ 1684421 h 3320716"/>
                    <a:gd name="connsiteX8" fmla="*/ 914400 w 1768642"/>
                    <a:gd name="connsiteY8" fmla="*/ 1612232 h 3320716"/>
                    <a:gd name="connsiteX9" fmla="*/ 890337 w 1768642"/>
                    <a:gd name="connsiteY9" fmla="*/ 1564106 h 3320716"/>
                    <a:gd name="connsiteX10" fmla="*/ 866274 w 1768642"/>
                    <a:gd name="connsiteY10" fmla="*/ 1491916 h 3320716"/>
                    <a:gd name="connsiteX11" fmla="*/ 854242 w 1768642"/>
                    <a:gd name="connsiteY11" fmla="*/ 1455821 h 3320716"/>
                    <a:gd name="connsiteX12" fmla="*/ 830179 w 1768642"/>
                    <a:gd name="connsiteY12" fmla="*/ 1419727 h 3320716"/>
                    <a:gd name="connsiteX13" fmla="*/ 770021 w 1768642"/>
                    <a:gd name="connsiteY13" fmla="*/ 1311442 h 3320716"/>
                    <a:gd name="connsiteX14" fmla="*/ 745958 w 1768642"/>
                    <a:gd name="connsiteY14" fmla="*/ 1275348 h 3320716"/>
                    <a:gd name="connsiteX15" fmla="*/ 721895 w 1768642"/>
                    <a:gd name="connsiteY15" fmla="*/ 1239253 h 3320716"/>
                    <a:gd name="connsiteX16" fmla="*/ 613611 w 1768642"/>
                    <a:gd name="connsiteY16" fmla="*/ 1143000 h 3320716"/>
                    <a:gd name="connsiteX17" fmla="*/ 589548 w 1768642"/>
                    <a:gd name="connsiteY17" fmla="*/ 1106906 h 3320716"/>
                    <a:gd name="connsiteX18" fmla="*/ 529390 w 1768642"/>
                    <a:gd name="connsiteY18" fmla="*/ 1046748 h 3320716"/>
                    <a:gd name="connsiteX19" fmla="*/ 505326 w 1768642"/>
                    <a:gd name="connsiteY19" fmla="*/ 1010653 h 3320716"/>
                    <a:gd name="connsiteX20" fmla="*/ 469232 w 1768642"/>
                    <a:gd name="connsiteY20" fmla="*/ 974558 h 3320716"/>
                    <a:gd name="connsiteX21" fmla="*/ 421105 w 1768642"/>
                    <a:gd name="connsiteY21" fmla="*/ 902369 h 3320716"/>
                    <a:gd name="connsiteX22" fmla="*/ 397042 w 1768642"/>
                    <a:gd name="connsiteY22" fmla="*/ 866274 h 3320716"/>
                    <a:gd name="connsiteX23" fmla="*/ 360948 w 1768642"/>
                    <a:gd name="connsiteY23" fmla="*/ 830179 h 3320716"/>
                    <a:gd name="connsiteX24" fmla="*/ 312821 w 1768642"/>
                    <a:gd name="connsiteY24" fmla="*/ 757990 h 3320716"/>
                    <a:gd name="connsiteX25" fmla="*/ 276726 w 1768642"/>
                    <a:gd name="connsiteY25" fmla="*/ 697832 h 3320716"/>
                    <a:gd name="connsiteX26" fmla="*/ 240632 w 1768642"/>
                    <a:gd name="connsiteY26" fmla="*/ 625642 h 3320716"/>
                    <a:gd name="connsiteX27" fmla="*/ 216569 w 1768642"/>
                    <a:gd name="connsiteY27" fmla="*/ 553453 h 3320716"/>
                    <a:gd name="connsiteX28" fmla="*/ 192505 w 1768642"/>
                    <a:gd name="connsiteY28" fmla="*/ 481263 h 3320716"/>
                    <a:gd name="connsiteX29" fmla="*/ 168442 w 1768642"/>
                    <a:gd name="connsiteY29" fmla="*/ 409074 h 3320716"/>
                    <a:gd name="connsiteX30" fmla="*/ 156411 w 1768642"/>
                    <a:gd name="connsiteY30" fmla="*/ 372979 h 3320716"/>
                    <a:gd name="connsiteX31" fmla="*/ 108284 w 1768642"/>
                    <a:gd name="connsiteY31" fmla="*/ 180474 h 3320716"/>
                    <a:gd name="connsiteX32" fmla="*/ 36095 w 1768642"/>
                    <a:gd name="connsiteY32" fmla="*/ 72190 h 3320716"/>
                    <a:gd name="connsiteX33" fmla="*/ 12032 w 1768642"/>
                    <a:gd name="connsiteY33" fmla="*/ 36095 h 3320716"/>
                    <a:gd name="connsiteX34" fmla="*/ 0 w 1768642"/>
                    <a:gd name="connsiteY34" fmla="*/ 0 h 3320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768642" h="3320716">
                      <a:moveTo>
                        <a:pt x="1768642" y="3320716"/>
                      </a:moveTo>
                      <a:cubicBezTo>
                        <a:pt x="1552074" y="3035969"/>
                        <a:pt x="1292675" y="2779201"/>
                        <a:pt x="1118937" y="2466474"/>
                      </a:cubicBezTo>
                      <a:cubicBezTo>
                        <a:pt x="1098884" y="2430379"/>
                        <a:pt x="1076240" y="2395607"/>
                        <a:pt x="1058779" y="2358190"/>
                      </a:cubicBezTo>
                      <a:cubicBezTo>
                        <a:pt x="1037715" y="2313053"/>
                        <a:pt x="1035504" y="2282745"/>
                        <a:pt x="1022684" y="2237874"/>
                      </a:cubicBezTo>
                      <a:cubicBezTo>
                        <a:pt x="1019200" y="2225680"/>
                        <a:pt x="1014663" y="2213811"/>
                        <a:pt x="1010653" y="2201779"/>
                      </a:cubicBezTo>
                      <a:cubicBezTo>
                        <a:pt x="1007948" y="2161202"/>
                        <a:pt x="992139" y="1914835"/>
                        <a:pt x="986590" y="1864895"/>
                      </a:cubicBezTo>
                      <a:cubicBezTo>
                        <a:pt x="984332" y="1844570"/>
                        <a:pt x="978994" y="1824700"/>
                        <a:pt x="974558" y="1804737"/>
                      </a:cubicBezTo>
                      <a:cubicBezTo>
                        <a:pt x="962436" y="1750190"/>
                        <a:pt x="958456" y="1744401"/>
                        <a:pt x="938463" y="1684421"/>
                      </a:cubicBezTo>
                      <a:lnTo>
                        <a:pt x="914400" y="1612232"/>
                      </a:lnTo>
                      <a:cubicBezTo>
                        <a:pt x="906379" y="1596190"/>
                        <a:pt x="896998" y="1580759"/>
                        <a:pt x="890337" y="1564106"/>
                      </a:cubicBezTo>
                      <a:cubicBezTo>
                        <a:pt x="880917" y="1540555"/>
                        <a:pt x="874295" y="1515979"/>
                        <a:pt x="866274" y="1491916"/>
                      </a:cubicBezTo>
                      <a:cubicBezTo>
                        <a:pt x="862263" y="1479884"/>
                        <a:pt x="861277" y="1466373"/>
                        <a:pt x="854242" y="1455821"/>
                      </a:cubicBezTo>
                      <a:lnTo>
                        <a:pt x="830179" y="1419727"/>
                      </a:lnTo>
                      <a:cubicBezTo>
                        <a:pt x="809003" y="1356196"/>
                        <a:pt x="825183" y="1394184"/>
                        <a:pt x="770021" y="1311442"/>
                      </a:cubicBezTo>
                      <a:lnTo>
                        <a:pt x="745958" y="1275348"/>
                      </a:lnTo>
                      <a:cubicBezTo>
                        <a:pt x="737937" y="1263316"/>
                        <a:pt x="732120" y="1249478"/>
                        <a:pt x="721895" y="1239253"/>
                      </a:cubicBezTo>
                      <a:cubicBezTo>
                        <a:pt x="639480" y="1156838"/>
                        <a:pt x="678020" y="1185940"/>
                        <a:pt x="613611" y="1143000"/>
                      </a:cubicBezTo>
                      <a:cubicBezTo>
                        <a:pt x="605590" y="1130969"/>
                        <a:pt x="599070" y="1117788"/>
                        <a:pt x="589548" y="1106906"/>
                      </a:cubicBezTo>
                      <a:cubicBezTo>
                        <a:pt x="570874" y="1085564"/>
                        <a:pt x="545121" y="1070344"/>
                        <a:pt x="529390" y="1046748"/>
                      </a:cubicBezTo>
                      <a:cubicBezTo>
                        <a:pt x="521369" y="1034716"/>
                        <a:pt x="514583" y="1021762"/>
                        <a:pt x="505326" y="1010653"/>
                      </a:cubicBezTo>
                      <a:cubicBezTo>
                        <a:pt x="494433" y="997582"/>
                        <a:pt x="479678" y="987989"/>
                        <a:pt x="469232" y="974558"/>
                      </a:cubicBezTo>
                      <a:cubicBezTo>
                        <a:pt x="451477" y="951730"/>
                        <a:pt x="437147" y="926432"/>
                        <a:pt x="421105" y="902369"/>
                      </a:cubicBezTo>
                      <a:cubicBezTo>
                        <a:pt x="413084" y="890337"/>
                        <a:pt x="407267" y="876499"/>
                        <a:pt x="397042" y="866274"/>
                      </a:cubicBezTo>
                      <a:lnTo>
                        <a:pt x="360948" y="830179"/>
                      </a:lnTo>
                      <a:cubicBezTo>
                        <a:pt x="332338" y="744351"/>
                        <a:pt x="372907" y="848119"/>
                        <a:pt x="312821" y="757990"/>
                      </a:cubicBezTo>
                      <a:cubicBezTo>
                        <a:pt x="250348" y="664280"/>
                        <a:pt x="351667" y="772770"/>
                        <a:pt x="276726" y="697832"/>
                      </a:cubicBezTo>
                      <a:cubicBezTo>
                        <a:pt x="232854" y="566209"/>
                        <a:pt x="302821" y="765568"/>
                        <a:pt x="240632" y="625642"/>
                      </a:cubicBezTo>
                      <a:cubicBezTo>
                        <a:pt x="230330" y="602463"/>
                        <a:pt x="224590" y="577516"/>
                        <a:pt x="216569" y="553453"/>
                      </a:cubicBezTo>
                      <a:lnTo>
                        <a:pt x="192505" y="481263"/>
                      </a:lnTo>
                      <a:lnTo>
                        <a:pt x="168442" y="409074"/>
                      </a:lnTo>
                      <a:cubicBezTo>
                        <a:pt x="164432" y="397042"/>
                        <a:pt x="158898" y="385415"/>
                        <a:pt x="156411" y="372979"/>
                      </a:cubicBezTo>
                      <a:cubicBezTo>
                        <a:pt x="152939" y="355617"/>
                        <a:pt x="129427" y="212190"/>
                        <a:pt x="108284" y="180474"/>
                      </a:cubicBezTo>
                      <a:lnTo>
                        <a:pt x="36095" y="72190"/>
                      </a:lnTo>
                      <a:cubicBezTo>
                        <a:pt x="28074" y="60158"/>
                        <a:pt x="16605" y="49813"/>
                        <a:pt x="12032" y="36095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76200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290" name="Freeform 289">
                  <a:extLst>
                    <a:ext uri="{FF2B5EF4-FFF2-40B4-BE49-F238E27FC236}">
                      <a16:creationId xmlns:a16="http://schemas.microsoft.com/office/drawing/2014/main" id="{C3E8B878-C704-87D0-6DF2-E2E573FBEF61}"/>
                    </a:ext>
                  </a:extLst>
                </p:cNvPr>
                <p:cNvSpPr/>
                <p:nvPr/>
              </p:nvSpPr>
              <p:spPr>
                <a:xfrm>
                  <a:off x="33060316" y="16661028"/>
                  <a:ext cx="686501" cy="949466"/>
                </a:xfrm>
                <a:custGeom>
                  <a:avLst/>
                  <a:gdLst>
                    <a:gd name="connsiteX0" fmla="*/ 0 w 769434"/>
                    <a:gd name="connsiteY0" fmla="*/ 1650470 h 1650470"/>
                    <a:gd name="connsiteX1" fmla="*/ 11151 w 769434"/>
                    <a:gd name="connsiteY1" fmla="*/ 1338236 h 1650470"/>
                    <a:gd name="connsiteX2" fmla="*/ 89210 w 769434"/>
                    <a:gd name="connsiteY2" fmla="*/ 1226724 h 1650470"/>
                    <a:gd name="connsiteX3" fmla="*/ 122664 w 769434"/>
                    <a:gd name="connsiteY3" fmla="*/ 1204421 h 1650470"/>
                    <a:gd name="connsiteX4" fmla="*/ 144966 w 769434"/>
                    <a:gd name="connsiteY4" fmla="*/ 1170968 h 1650470"/>
                    <a:gd name="connsiteX5" fmla="*/ 223024 w 769434"/>
                    <a:gd name="connsiteY5" fmla="*/ 1126363 h 1650470"/>
                    <a:gd name="connsiteX6" fmla="*/ 278781 w 769434"/>
                    <a:gd name="connsiteY6" fmla="*/ 1070607 h 1650470"/>
                    <a:gd name="connsiteX7" fmla="*/ 345688 w 769434"/>
                    <a:gd name="connsiteY7" fmla="*/ 1014851 h 1650470"/>
                    <a:gd name="connsiteX8" fmla="*/ 367990 w 769434"/>
                    <a:gd name="connsiteY8" fmla="*/ 981397 h 1650470"/>
                    <a:gd name="connsiteX9" fmla="*/ 446049 w 769434"/>
                    <a:gd name="connsiteY9" fmla="*/ 892187 h 1650470"/>
                    <a:gd name="connsiteX10" fmla="*/ 468351 w 769434"/>
                    <a:gd name="connsiteY10" fmla="*/ 847582 h 1650470"/>
                    <a:gd name="connsiteX11" fmla="*/ 524107 w 769434"/>
                    <a:gd name="connsiteY11" fmla="*/ 769524 h 1650470"/>
                    <a:gd name="connsiteX12" fmla="*/ 535259 w 769434"/>
                    <a:gd name="connsiteY12" fmla="*/ 724919 h 1650470"/>
                    <a:gd name="connsiteX13" fmla="*/ 557561 w 769434"/>
                    <a:gd name="connsiteY13" fmla="*/ 669163 h 1650470"/>
                    <a:gd name="connsiteX14" fmla="*/ 591015 w 769434"/>
                    <a:gd name="connsiteY14" fmla="*/ 591104 h 1650470"/>
                    <a:gd name="connsiteX15" fmla="*/ 602166 w 769434"/>
                    <a:gd name="connsiteY15" fmla="*/ 546500 h 1650470"/>
                    <a:gd name="connsiteX16" fmla="*/ 635620 w 769434"/>
                    <a:gd name="connsiteY16" fmla="*/ 401534 h 1650470"/>
                    <a:gd name="connsiteX17" fmla="*/ 646771 w 769434"/>
                    <a:gd name="connsiteY17" fmla="*/ 368080 h 1650470"/>
                    <a:gd name="connsiteX18" fmla="*/ 669073 w 769434"/>
                    <a:gd name="connsiteY18" fmla="*/ 323475 h 1650470"/>
                    <a:gd name="connsiteX19" fmla="*/ 680224 w 769434"/>
                    <a:gd name="connsiteY19" fmla="*/ 290021 h 1650470"/>
                    <a:gd name="connsiteX20" fmla="*/ 691376 w 769434"/>
                    <a:gd name="connsiteY20" fmla="*/ 245417 h 1650470"/>
                    <a:gd name="connsiteX21" fmla="*/ 713678 w 769434"/>
                    <a:gd name="connsiteY21" fmla="*/ 211963 h 1650470"/>
                    <a:gd name="connsiteX22" fmla="*/ 724829 w 769434"/>
                    <a:gd name="connsiteY22" fmla="*/ 178509 h 1650470"/>
                    <a:gd name="connsiteX23" fmla="*/ 747132 w 769434"/>
                    <a:gd name="connsiteY23" fmla="*/ 33543 h 1650470"/>
                    <a:gd name="connsiteX24" fmla="*/ 769434 w 769434"/>
                    <a:gd name="connsiteY24" fmla="*/ 90 h 16504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9434" h="1650470">
                      <a:moveTo>
                        <a:pt x="0" y="1650470"/>
                      </a:moveTo>
                      <a:cubicBezTo>
                        <a:pt x="3717" y="1546392"/>
                        <a:pt x="-4001" y="1441272"/>
                        <a:pt x="11151" y="1338236"/>
                      </a:cubicBezTo>
                      <a:cubicBezTo>
                        <a:pt x="11779" y="1333965"/>
                        <a:pt x="77314" y="1238620"/>
                        <a:pt x="89210" y="1226724"/>
                      </a:cubicBezTo>
                      <a:cubicBezTo>
                        <a:pt x="98687" y="1217247"/>
                        <a:pt x="111513" y="1211855"/>
                        <a:pt x="122664" y="1204421"/>
                      </a:cubicBezTo>
                      <a:cubicBezTo>
                        <a:pt x="130098" y="1193270"/>
                        <a:pt x="135489" y="1180445"/>
                        <a:pt x="144966" y="1170968"/>
                      </a:cubicBezTo>
                      <a:cubicBezTo>
                        <a:pt x="160729" y="1155205"/>
                        <a:pt x="205530" y="1135110"/>
                        <a:pt x="223024" y="1126363"/>
                      </a:cubicBezTo>
                      <a:cubicBezTo>
                        <a:pt x="263915" y="1065028"/>
                        <a:pt x="223022" y="1117073"/>
                        <a:pt x="278781" y="1070607"/>
                      </a:cubicBezTo>
                      <a:cubicBezTo>
                        <a:pt x="364641" y="999056"/>
                        <a:pt x="262628" y="1070223"/>
                        <a:pt x="345688" y="1014851"/>
                      </a:cubicBezTo>
                      <a:cubicBezTo>
                        <a:pt x="353122" y="1003700"/>
                        <a:pt x="359410" y="991693"/>
                        <a:pt x="367990" y="981397"/>
                      </a:cubicBezTo>
                      <a:cubicBezTo>
                        <a:pt x="421728" y="916910"/>
                        <a:pt x="386379" y="981693"/>
                        <a:pt x="446049" y="892187"/>
                      </a:cubicBezTo>
                      <a:cubicBezTo>
                        <a:pt x="455270" y="878356"/>
                        <a:pt x="460104" y="862015"/>
                        <a:pt x="468351" y="847582"/>
                      </a:cubicBezTo>
                      <a:cubicBezTo>
                        <a:pt x="481390" y="824764"/>
                        <a:pt x="509757" y="788658"/>
                        <a:pt x="524107" y="769524"/>
                      </a:cubicBezTo>
                      <a:cubicBezTo>
                        <a:pt x="527824" y="754656"/>
                        <a:pt x="530412" y="739458"/>
                        <a:pt x="535259" y="724919"/>
                      </a:cubicBezTo>
                      <a:cubicBezTo>
                        <a:pt x="541589" y="705929"/>
                        <a:pt x="550533" y="687906"/>
                        <a:pt x="557561" y="669163"/>
                      </a:cubicBezTo>
                      <a:cubicBezTo>
                        <a:pt x="582172" y="603532"/>
                        <a:pt x="551854" y="669424"/>
                        <a:pt x="591015" y="591104"/>
                      </a:cubicBezTo>
                      <a:cubicBezTo>
                        <a:pt x="594732" y="576236"/>
                        <a:pt x="598841" y="561461"/>
                        <a:pt x="602166" y="546500"/>
                      </a:cubicBezTo>
                      <a:cubicBezTo>
                        <a:pt x="613963" y="493413"/>
                        <a:pt x="617396" y="456207"/>
                        <a:pt x="635620" y="401534"/>
                      </a:cubicBezTo>
                      <a:cubicBezTo>
                        <a:pt x="639337" y="390383"/>
                        <a:pt x="642141" y="378884"/>
                        <a:pt x="646771" y="368080"/>
                      </a:cubicBezTo>
                      <a:cubicBezTo>
                        <a:pt x="653319" y="352801"/>
                        <a:pt x="662525" y="338754"/>
                        <a:pt x="669073" y="323475"/>
                      </a:cubicBezTo>
                      <a:cubicBezTo>
                        <a:pt x="673703" y="312671"/>
                        <a:pt x="676995" y="301323"/>
                        <a:pt x="680224" y="290021"/>
                      </a:cubicBezTo>
                      <a:cubicBezTo>
                        <a:pt x="684434" y="275285"/>
                        <a:pt x="685339" y="259503"/>
                        <a:pt x="691376" y="245417"/>
                      </a:cubicBezTo>
                      <a:cubicBezTo>
                        <a:pt x="696655" y="233099"/>
                        <a:pt x="707685" y="223950"/>
                        <a:pt x="713678" y="211963"/>
                      </a:cubicBezTo>
                      <a:cubicBezTo>
                        <a:pt x="718935" y="201449"/>
                        <a:pt x="721112" y="189660"/>
                        <a:pt x="724829" y="178509"/>
                      </a:cubicBezTo>
                      <a:cubicBezTo>
                        <a:pt x="733816" y="97628"/>
                        <a:pt x="729574" y="94998"/>
                        <a:pt x="747132" y="33543"/>
                      </a:cubicBezTo>
                      <a:cubicBezTo>
                        <a:pt x="757697" y="-3436"/>
                        <a:pt x="747086" y="90"/>
                        <a:pt x="769434" y="90"/>
                      </a:cubicBezTo>
                    </a:path>
                  </a:pathLst>
                </a:custGeom>
                <a:noFill/>
                <a:ln w="762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291" name="Freeform 290">
                  <a:extLst>
                    <a:ext uri="{FF2B5EF4-FFF2-40B4-BE49-F238E27FC236}">
                      <a16:creationId xmlns:a16="http://schemas.microsoft.com/office/drawing/2014/main" id="{B45AA4E7-1B35-C987-0A05-8BBE46E244CD}"/>
                    </a:ext>
                  </a:extLst>
                </p:cNvPr>
                <p:cNvSpPr/>
                <p:nvPr/>
              </p:nvSpPr>
              <p:spPr>
                <a:xfrm>
                  <a:off x="33734338" y="16628066"/>
                  <a:ext cx="2570752" cy="3939934"/>
                </a:xfrm>
                <a:custGeom>
                  <a:avLst/>
                  <a:gdLst>
                    <a:gd name="connsiteX0" fmla="*/ 0 w 2497903"/>
                    <a:gd name="connsiteY0" fmla="*/ 0 h 4850780"/>
                    <a:gd name="connsiteX1" fmla="*/ 66907 w 2497903"/>
                    <a:gd name="connsiteY1" fmla="*/ 78058 h 4850780"/>
                    <a:gd name="connsiteX2" fmla="*/ 122663 w 2497903"/>
                    <a:gd name="connsiteY2" fmla="*/ 133814 h 4850780"/>
                    <a:gd name="connsiteX3" fmla="*/ 167268 w 2497903"/>
                    <a:gd name="connsiteY3" fmla="*/ 200722 h 4850780"/>
                    <a:gd name="connsiteX4" fmla="*/ 178420 w 2497903"/>
                    <a:gd name="connsiteY4" fmla="*/ 245326 h 4850780"/>
                    <a:gd name="connsiteX5" fmla="*/ 200722 w 2497903"/>
                    <a:gd name="connsiteY5" fmla="*/ 278780 h 4850780"/>
                    <a:gd name="connsiteX6" fmla="*/ 223024 w 2497903"/>
                    <a:gd name="connsiteY6" fmla="*/ 323385 h 4850780"/>
                    <a:gd name="connsiteX7" fmla="*/ 234176 w 2497903"/>
                    <a:gd name="connsiteY7" fmla="*/ 367990 h 4850780"/>
                    <a:gd name="connsiteX8" fmla="*/ 267629 w 2497903"/>
                    <a:gd name="connsiteY8" fmla="*/ 446048 h 4850780"/>
                    <a:gd name="connsiteX9" fmla="*/ 278781 w 2497903"/>
                    <a:gd name="connsiteY9" fmla="*/ 490653 h 4850780"/>
                    <a:gd name="connsiteX10" fmla="*/ 301083 w 2497903"/>
                    <a:gd name="connsiteY10" fmla="*/ 524107 h 4850780"/>
                    <a:gd name="connsiteX11" fmla="*/ 323385 w 2497903"/>
                    <a:gd name="connsiteY11" fmla="*/ 579863 h 4850780"/>
                    <a:gd name="connsiteX12" fmla="*/ 334537 w 2497903"/>
                    <a:gd name="connsiteY12" fmla="*/ 613317 h 4850780"/>
                    <a:gd name="connsiteX13" fmla="*/ 356839 w 2497903"/>
                    <a:gd name="connsiteY13" fmla="*/ 646770 h 4850780"/>
                    <a:gd name="connsiteX14" fmla="*/ 379141 w 2497903"/>
                    <a:gd name="connsiteY14" fmla="*/ 691375 h 4850780"/>
                    <a:gd name="connsiteX15" fmla="*/ 401444 w 2497903"/>
                    <a:gd name="connsiteY15" fmla="*/ 724829 h 4850780"/>
                    <a:gd name="connsiteX16" fmla="*/ 423746 w 2497903"/>
                    <a:gd name="connsiteY16" fmla="*/ 769434 h 4850780"/>
                    <a:gd name="connsiteX17" fmla="*/ 468351 w 2497903"/>
                    <a:gd name="connsiteY17" fmla="*/ 825190 h 4850780"/>
                    <a:gd name="connsiteX18" fmla="*/ 479502 w 2497903"/>
                    <a:gd name="connsiteY18" fmla="*/ 858644 h 4850780"/>
                    <a:gd name="connsiteX19" fmla="*/ 535259 w 2497903"/>
                    <a:gd name="connsiteY19" fmla="*/ 925551 h 4850780"/>
                    <a:gd name="connsiteX20" fmla="*/ 591015 w 2497903"/>
                    <a:gd name="connsiteY20" fmla="*/ 992458 h 4850780"/>
                    <a:gd name="connsiteX21" fmla="*/ 669073 w 2497903"/>
                    <a:gd name="connsiteY21" fmla="*/ 1092819 h 4850780"/>
                    <a:gd name="connsiteX22" fmla="*/ 669073 w 2497903"/>
                    <a:gd name="connsiteY22" fmla="*/ 1092819 h 4850780"/>
                    <a:gd name="connsiteX23" fmla="*/ 735981 w 2497903"/>
                    <a:gd name="connsiteY23" fmla="*/ 1193180 h 4850780"/>
                    <a:gd name="connsiteX24" fmla="*/ 758283 w 2497903"/>
                    <a:gd name="connsiteY24" fmla="*/ 1226634 h 4850780"/>
                    <a:gd name="connsiteX25" fmla="*/ 802888 w 2497903"/>
                    <a:gd name="connsiteY25" fmla="*/ 1304692 h 4850780"/>
                    <a:gd name="connsiteX26" fmla="*/ 836341 w 2497903"/>
                    <a:gd name="connsiteY26" fmla="*/ 1371600 h 4850780"/>
                    <a:gd name="connsiteX27" fmla="*/ 869795 w 2497903"/>
                    <a:gd name="connsiteY27" fmla="*/ 1471961 h 4850780"/>
                    <a:gd name="connsiteX28" fmla="*/ 880946 w 2497903"/>
                    <a:gd name="connsiteY28" fmla="*/ 1505414 h 4850780"/>
                    <a:gd name="connsiteX29" fmla="*/ 892098 w 2497903"/>
                    <a:gd name="connsiteY29" fmla="*/ 1538868 h 4850780"/>
                    <a:gd name="connsiteX30" fmla="*/ 914400 w 2497903"/>
                    <a:gd name="connsiteY30" fmla="*/ 1683834 h 4850780"/>
                    <a:gd name="connsiteX31" fmla="*/ 947854 w 2497903"/>
                    <a:gd name="connsiteY31" fmla="*/ 1784195 h 4850780"/>
                    <a:gd name="connsiteX32" fmla="*/ 981307 w 2497903"/>
                    <a:gd name="connsiteY32" fmla="*/ 1884556 h 4850780"/>
                    <a:gd name="connsiteX33" fmla="*/ 1070517 w 2497903"/>
                    <a:gd name="connsiteY33" fmla="*/ 2118731 h 4850780"/>
                    <a:gd name="connsiteX34" fmla="*/ 1427356 w 2497903"/>
                    <a:gd name="connsiteY34" fmla="*/ 2843561 h 4850780"/>
                    <a:gd name="connsiteX35" fmla="*/ 1750741 w 2497903"/>
                    <a:gd name="connsiteY35" fmla="*/ 3200400 h 4850780"/>
                    <a:gd name="connsiteX36" fmla="*/ 1839951 w 2497903"/>
                    <a:gd name="connsiteY36" fmla="*/ 3445726 h 4850780"/>
                    <a:gd name="connsiteX37" fmla="*/ 1962615 w 2497903"/>
                    <a:gd name="connsiteY37" fmla="*/ 3802566 h 4850780"/>
                    <a:gd name="connsiteX38" fmla="*/ 2029522 w 2497903"/>
                    <a:gd name="connsiteY38" fmla="*/ 3947531 h 4850780"/>
                    <a:gd name="connsiteX39" fmla="*/ 2074127 w 2497903"/>
                    <a:gd name="connsiteY39" fmla="*/ 4047892 h 4850780"/>
                    <a:gd name="connsiteX40" fmla="*/ 2118732 w 2497903"/>
                    <a:gd name="connsiteY40" fmla="*/ 4148253 h 4850780"/>
                    <a:gd name="connsiteX41" fmla="*/ 2152185 w 2497903"/>
                    <a:gd name="connsiteY41" fmla="*/ 4215161 h 4850780"/>
                    <a:gd name="connsiteX42" fmla="*/ 2174488 w 2497903"/>
                    <a:gd name="connsiteY42" fmla="*/ 4293219 h 4850780"/>
                    <a:gd name="connsiteX43" fmla="*/ 2219093 w 2497903"/>
                    <a:gd name="connsiteY43" fmla="*/ 4371278 h 4850780"/>
                    <a:gd name="connsiteX44" fmla="*/ 2241395 w 2497903"/>
                    <a:gd name="connsiteY44" fmla="*/ 4438185 h 4850780"/>
                    <a:gd name="connsiteX45" fmla="*/ 2252546 w 2497903"/>
                    <a:gd name="connsiteY45" fmla="*/ 4471639 h 4850780"/>
                    <a:gd name="connsiteX46" fmla="*/ 2297151 w 2497903"/>
                    <a:gd name="connsiteY46" fmla="*/ 4516244 h 4850780"/>
                    <a:gd name="connsiteX47" fmla="*/ 2319454 w 2497903"/>
                    <a:gd name="connsiteY47" fmla="*/ 4538546 h 4850780"/>
                    <a:gd name="connsiteX48" fmla="*/ 2341756 w 2497903"/>
                    <a:gd name="connsiteY48" fmla="*/ 4572000 h 4850780"/>
                    <a:gd name="connsiteX49" fmla="*/ 2386361 w 2497903"/>
                    <a:gd name="connsiteY49" fmla="*/ 4616605 h 4850780"/>
                    <a:gd name="connsiteX50" fmla="*/ 2430966 w 2497903"/>
                    <a:gd name="connsiteY50" fmla="*/ 4672361 h 4850780"/>
                    <a:gd name="connsiteX51" fmla="*/ 2442117 w 2497903"/>
                    <a:gd name="connsiteY51" fmla="*/ 4705814 h 4850780"/>
                    <a:gd name="connsiteX52" fmla="*/ 2464420 w 2497903"/>
                    <a:gd name="connsiteY52" fmla="*/ 4739268 h 4850780"/>
                    <a:gd name="connsiteX53" fmla="*/ 2486722 w 2497903"/>
                    <a:gd name="connsiteY53" fmla="*/ 4806175 h 4850780"/>
                    <a:gd name="connsiteX54" fmla="*/ 2497873 w 2497903"/>
                    <a:gd name="connsiteY54" fmla="*/ 4850780 h 4850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</a:cxnLst>
                  <a:rect l="l" t="t" r="r" b="b"/>
                  <a:pathLst>
                    <a:path w="2497903" h="4850780">
                      <a:moveTo>
                        <a:pt x="0" y="0"/>
                      </a:moveTo>
                      <a:cubicBezTo>
                        <a:pt x="22302" y="26019"/>
                        <a:pt x="43750" y="52796"/>
                        <a:pt x="66907" y="78058"/>
                      </a:cubicBezTo>
                      <a:cubicBezTo>
                        <a:pt x="84668" y="97433"/>
                        <a:pt x="110908" y="110305"/>
                        <a:pt x="122663" y="133814"/>
                      </a:cubicBezTo>
                      <a:cubicBezTo>
                        <a:pt x="149668" y="187823"/>
                        <a:pt x="133212" y="166664"/>
                        <a:pt x="167268" y="200722"/>
                      </a:cubicBezTo>
                      <a:cubicBezTo>
                        <a:pt x="170985" y="215590"/>
                        <a:pt x="172383" y="231240"/>
                        <a:pt x="178420" y="245326"/>
                      </a:cubicBezTo>
                      <a:cubicBezTo>
                        <a:pt x="183699" y="257644"/>
                        <a:pt x="194073" y="267144"/>
                        <a:pt x="200722" y="278780"/>
                      </a:cubicBezTo>
                      <a:cubicBezTo>
                        <a:pt x="208969" y="293213"/>
                        <a:pt x="217187" y="307820"/>
                        <a:pt x="223024" y="323385"/>
                      </a:cubicBezTo>
                      <a:cubicBezTo>
                        <a:pt x="228405" y="337735"/>
                        <a:pt x="228795" y="353640"/>
                        <a:pt x="234176" y="367990"/>
                      </a:cubicBezTo>
                      <a:cubicBezTo>
                        <a:pt x="269861" y="463148"/>
                        <a:pt x="245475" y="368513"/>
                        <a:pt x="267629" y="446048"/>
                      </a:cubicBezTo>
                      <a:cubicBezTo>
                        <a:pt x="271839" y="460784"/>
                        <a:pt x="272744" y="476566"/>
                        <a:pt x="278781" y="490653"/>
                      </a:cubicBezTo>
                      <a:cubicBezTo>
                        <a:pt x="284060" y="502971"/>
                        <a:pt x="295090" y="512120"/>
                        <a:pt x="301083" y="524107"/>
                      </a:cubicBezTo>
                      <a:cubicBezTo>
                        <a:pt x="310035" y="542011"/>
                        <a:pt x="316357" y="561121"/>
                        <a:pt x="323385" y="579863"/>
                      </a:cubicBezTo>
                      <a:cubicBezTo>
                        <a:pt x="327512" y="590869"/>
                        <a:pt x="329280" y="602803"/>
                        <a:pt x="334537" y="613317"/>
                      </a:cubicBezTo>
                      <a:cubicBezTo>
                        <a:pt x="340531" y="625304"/>
                        <a:pt x="350190" y="635134"/>
                        <a:pt x="356839" y="646770"/>
                      </a:cubicBezTo>
                      <a:cubicBezTo>
                        <a:pt x="365086" y="661203"/>
                        <a:pt x="370894" y="676942"/>
                        <a:pt x="379141" y="691375"/>
                      </a:cubicBezTo>
                      <a:cubicBezTo>
                        <a:pt x="385790" y="703011"/>
                        <a:pt x="394795" y="713193"/>
                        <a:pt x="401444" y="724829"/>
                      </a:cubicBezTo>
                      <a:cubicBezTo>
                        <a:pt x="409691" y="739262"/>
                        <a:pt x="414525" y="755603"/>
                        <a:pt x="423746" y="769434"/>
                      </a:cubicBezTo>
                      <a:cubicBezTo>
                        <a:pt x="436948" y="789238"/>
                        <a:pt x="453483" y="806605"/>
                        <a:pt x="468351" y="825190"/>
                      </a:cubicBezTo>
                      <a:cubicBezTo>
                        <a:pt x="472068" y="836341"/>
                        <a:pt x="473670" y="848438"/>
                        <a:pt x="479502" y="858644"/>
                      </a:cubicBezTo>
                      <a:cubicBezTo>
                        <a:pt x="511925" y="915383"/>
                        <a:pt x="503966" y="887999"/>
                        <a:pt x="535259" y="925551"/>
                      </a:cubicBezTo>
                      <a:cubicBezTo>
                        <a:pt x="601523" y="1005068"/>
                        <a:pt x="540578" y="942023"/>
                        <a:pt x="591015" y="992458"/>
                      </a:cubicBezTo>
                      <a:cubicBezTo>
                        <a:pt x="625071" y="1060572"/>
                        <a:pt x="601563" y="1025309"/>
                        <a:pt x="669073" y="1092819"/>
                      </a:cubicBezTo>
                      <a:lnTo>
                        <a:pt x="669073" y="1092819"/>
                      </a:lnTo>
                      <a:lnTo>
                        <a:pt x="735981" y="1193180"/>
                      </a:lnTo>
                      <a:cubicBezTo>
                        <a:pt x="743415" y="1204331"/>
                        <a:pt x="752290" y="1214647"/>
                        <a:pt x="758283" y="1226634"/>
                      </a:cubicBezTo>
                      <a:cubicBezTo>
                        <a:pt x="786578" y="1283226"/>
                        <a:pt x="771364" y="1257408"/>
                        <a:pt x="802888" y="1304692"/>
                      </a:cubicBezTo>
                      <a:cubicBezTo>
                        <a:pt x="843551" y="1426684"/>
                        <a:pt x="778702" y="1241914"/>
                        <a:pt x="836341" y="1371600"/>
                      </a:cubicBezTo>
                      <a:cubicBezTo>
                        <a:pt x="836348" y="1371615"/>
                        <a:pt x="864217" y="1455226"/>
                        <a:pt x="869795" y="1471961"/>
                      </a:cubicBezTo>
                      <a:lnTo>
                        <a:pt x="880946" y="1505414"/>
                      </a:lnTo>
                      <a:lnTo>
                        <a:pt x="892098" y="1538868"/>
                      </a:lnTo>
                      <a:cubicBezTo>
                        <a:pt x="894456" y="1555372"/>
                        <a:pt x="909243" y="1663206"/>
                        <a:pt x="914400" y="1683834"/>
                      </a:cubicBezTo>
                      <a:cubicBezTo>
                        <a:pt x="914407" y="1683861"/>
                        <a:pt x="942274" y="1767455"/>
                        <a:pt x="947854" y="1784195"/>
                      </a:cubicBezTo>
                      <a:lnTo>
                        <a:pt x="981307" y="1884556"/>
                      </a:lnTo>
                      <a:cubicBezTo>
                        <a:pt x="1007721" y="1963800"/>
                        <a:pt x="1038005" y="2041787"/>
                        <a:pt x="1070517" y="2118731"/>
                      </a:cubicBezTo>
                      <a:cubicBezTo>
                        <a:pt x="1219066" y="2470296"/>
                        <a:pt x="1244059" y="2595570"/>
                        <a:pt x="1427356" y="2843561"/>
                      </a:cubicBezTo>
                      <a:cubicBezTo>
                        <a:pt x="1691747" y="3201267"/>
                        <a:pt x="1554019" y="3161053"/>
                        <a:pt x="1750741" y="3200400"/>
                      </a:cubicBezTo>
                      <a:cubicBezTo>
                        <a:pt x="1776034" y="3352147"/>
                        <a:pt x="1742873" y="3186850"/>
                        <a:pt x="1839951" y="3445726"/>
                      </a:cubicBezTo>
                      <a:cubicBezTo>
                        <a:pt x="1884115" y="3563496"/>
                        <a:pt x="1918165" y="3684904"/>
                        <a:pt x="1962615" y="3802566"/>
                      </a:cubicBezTo>
                      <a:cubicBezTo>
                        <a:pt x="1981423" y="3852352"/>
                        <a:pt x="2008870" y="3898481"/>
                        <a:pt x="2029522" y="3947531"/>
                      </a:cubicBezTo>
                      <a:cubicBezTo>
                        <a:pt x="2075019" y="4055588"/>
                        <a:pt x="2027976" y="3978668"/>
                        <a:pt x="2074127" y="4047892"/>
                      </a:cubicBezTo>
                      <a:cubicBezTo>
                        <a:pt x="2100667" y="4127514"/>
                        <a:pt x="2083388" y="4095240"/>
                        <a:pt x="2118732" y="4148253"/>
                      </a:cubicBezTo>
                      <a:cubicBezTo>
                        <a:pt x="2146233" y="4258260"/>
                        <a:pt x="2109579" y="4144152"/>
                        <a:pt x="2152185" y="4215161"/>
                      </a:cubicBezTo>
                      <a:cubicBezTo>
                        <a:pt x="2161175" y="4230145"/>
                        <a:pt x="2169624" y="4280249"/>
                        <a:pt x="2174488" y="4293219"/>
                      </a:cubicBezTo>
                      <a:cubicBezTo>
                        <a:pt x="2186615" y="4325560"/>
                        <a:pt x="2200604" y="4343545"/>
                        <a:pt x="2219093" y="4371278"/>
                      </a:cubicBezTo>
                      <a:lnTo>
                        <a:pt x="2241395" y="4438185"/>
                      </a:lnTo>
                      <a:cubicBezTo>
                        <a:pt x="2245112" y="4449336"/>
                        <a:pt x="2244234" y="4463327"/>
                        <a:pt x="2252546" y="4471639"/>
                      </a:cubicBezTo>
                      <a:lnTo>
                        <a:pt x="2297151" y="4516244"/>
                      </a:lnTo>
                      <a:cubicBezTo>
                        <a:pt x="2304585" y="4523678"/>
                        <a:pt x="2313622" y="4529798"/>
                        <a:pt x="2319454" y="4538546"/>
                      </a:cubicBezTo>
                      <a:cubicBezTo>
                        <a:pt x="2326888" y="4549697"/>
                        <a:pt x="2333034" y="4561824"/>
                        <a:pt x="2341756" y="4572000"/>
                      </a:cubicBezTo>
                      <a:cubicBezTo>
                        <a:pt x="2355440" y="4587965"/>
                        <a:pt x="2374697" y="4599109"/>
                        <a:pt x="2386361" y="4616605"/>
                      </a:cubicBezTo>
                      <a:cubicBezTo>
                        <a:pt x="2414495" y="4658806"/>
                        <a:pt x="2399186" y="4640581"/>
                        <a:pt x="2430966" y="4672361"/>
                      </a:cubicBezTo>
                      <a:cubicBezTo>
                        <a:pt x="2434683" y="4683512"/>
                        <a:pt x="2436860" y="4695301"/>
                        <a:pt x="2442117" y="4705814"/>
                      </a:cubicBezTo>
                      <a:cubicBezTo>
                        <a:pt x="2448111" y="4717801"/>
                        <a:pt x="2458977" y="4727021"/>
                        <a:pt x="2464420" y="4739268"/>
                      </a:cubicBezTo>
                      <a:cubicBezTo>
                        <a:pt x="2473968" y="4760751"/>
                        <a:pt x="2479288" y="4783873"/>
                        <a:pt x="2486722" y="4806175"/>
                      </a:cubicBezTo>
                      <a:cubicBezTo>
                        <a:pt x="2499048" y="4843155"/>
                        <a:pt x="2497873" y="4827875"/>
                        <a:pt x="2497873" y="4850780"/>
                      </a:cubicBezTo>
                    </a:path>
                  </a:pathLst>
                </a:custGeom>
                <a:noFill/>
                <a:ln w="762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 dirty="0"/>
                </a:p>
              </p:txBody>
            </p:sp>
            <p:sp>
              <p:nvSpPr>
                <p:cNvPr id="292" name="Freeform 291">
                  <a:extLst>
                    <a:ext uri="{FF2B5EF4-FFF2-40B4-BE49-F238E27FC236}">
                      <a16:creationId xmlns:a16="http://schemas.microsoft.com/office/drawing/2014/main" id="{4E040DF3-9237-0CC0-89F0-55A5C71F9CFD}"/>
                    </a:ext>
                  </a:extLst>
                </p:cNvPr>
                <p:cNvSpPr/>
                <p:nvPr/>
              </p:nvSpPr>
              <p:spPr>
                <a:xfrm>
                  <a:off x="31103293" y="18454009"/>
                  <a:ext cx="1147773" cy="1653439"/>
                </a:xfrm>
                <a:custGeom>
                  <a:avLst/>
                  <a:gdLst>
                    <a:gd name="connsiteX0" fmla="*/ 0 w 1961965"/>
                    <a:gd name="connsiteY0" fmla="*/ 2911876 h 2911876"/>
                    <a:gd name="connsiteX1" fmla="*/ 8878 w 1961965"/>
                    <a:gd name="connsiteY1" fmla="*/ 2840854 h 2911876"/>
                    <a:gd name="connsiteX2" fmla="*/ 44389 w 1961965"/>
                    <a:gd name="connsiteY2" fmla="*/ 2752078 h 2911876"/>
                    <a:gd name="connsiteX3" fmla="*/ 62144 w 1961965"/>
                    <a:gd name="connsiteY3" fmla="*/ 2698812 h 2911876"/>
                    <a:gd name="connsiteX4" fmla="*/ 71022 w 1961965"/>
                    <a:gd name="connsiteY4" fmla="*/ 2672179 h 2911876"/>
                    <a:gd name="connsiteX5" fmla="*/ 88777 w 1961965"/>
                    <a:gd name="connsiteY5" fmla="*/ 2636668 h 2911876"/>
                    <a:gd name="connsiteX6" fmla="*/ 115410 w 1961965"/>
                    <a:gd name="connsiteY6" fmla="*/ 2592279 h 2911876"/>
                    <a:gd name="connsiteX7" fmla="*/ 124288 w 1961965"/>
                    <a:gd name="connsiteY7" fmla="*/ 2556769 h 2911876"/>
                    <a:gd name="connsiteX8" fmla="*/ 142043 w 1961965"/>
                    <a:gd name="connsiteY8" fmla="*/ 2539013 h 2911876"/>
                    <a:gd name="connsiteX9" fmla="*/ 177554 w 1961965"/>
                    <a:gd name="connsiteY9" fmla="*/ 2485747 h 2911876"/>
                    <a:gd name="connsiteX10" fmla="*/ 195309 w 1961965"/>
                    <a:gd name="connsiteY10" fmla="*/ 2459114 h 2911876"/>
                    <a:gd name="connsiteX11" fmla="*/ 213064 w 1961965"/>
                    <a:gd name="connsiteY11" fmla="*/ 2432481 h 2911876"/>
                    <a:gd name="connsiteX12" fmla="*/ 239698 w 1961965"/>
                    <a:gd name="connsiteY12" fmla="*/ 2405848 h 2911876"/>
                    <a:gd name="connsiteX13" fmla="*/ 257453 w 1961965"/>
                    <a:gd name="connsiteY13" fmla="*/ 2370338 h 2911876"/>
                    <a:gd name="connsiteX14" fmla="*/ 275208 w 1961965"/>
                    <a:gd name="connsiteY14" fmla="*/ 2352582 h 2911876"/>
                    <a:gd name="connsiteX15" fmla="*/ 292964 w 1961965"/>
                    <a:gd name="connsiteY15" fmla="*/ 2325949 h 2911876"/>
                    <a:gd name="connsiteX16" fmla="*/ 319597 w 1961965"/>
                    <a:gd name="connsiteY16" fmla="*/ 2299316 h 2911876"/>
                    <a:gd name="connsiteX17" fmla="*/ 408373 w 1961965"/>
                    <a:gd name="connsiteY17" fmla="*/ 2175029 h 2911876"/>
                    <a:gd name="connsiteX18" fmla="*/ 426129 w 1961965"/>
                    <a:gd name="connsiteY18" fmla="*/ 2139518 h 2911876"/>
                    <a:gd name="connsiteX19" fmla="*/ 461639 w 1961965"/>
                    <a:gd name="connsiteY19" fmla="*/ 2086252 h 2911876"/>
                    <a:gd name="connsiteX20" fmla="*/ 470517 w 1961965"/>
                    <a:gd name="connsiteY20" fmla="*/ 2059619 h 2911876"/>
                    <a:gd name="connsiteX21" fmla="*/ 497150 w 1961965"/>
                    <a:gd name="connsiteY21" fmla="*/ 2024109 h 2911876"/>
                    <a:gd name="connsiteX22" fmla="*/ 523783 w 1961965"/>
                    <a:gd name="connsiteY22" fmla="*/ 1953087 h 2911876"/>
                    <a:gd name="connsiteX23" fmla="*/ 559294 w 1961965"/>
                    <a:gd name="connsiteY23" fmla="*/ 1882066 h 2911876"/>
                    <a:gd name="connsiteX24" fmla="*/ 577049 w 1961965"/>
                    <a:gd name="connsiteY24" fmla="*/ 1855433 h 2911876"/>
                    <a:gd name="connsiteX25" fmla="*/ 594804 w 1961965"/>
                    <a:gd name="connsiteY25" fmla="*/ 1802167 h 2911876"/>
                    <a:gd name="connsiteX26" fmla="*/ 612560 w 1961965"/>
                    <a:gd name="connsiteY26" fmla="*/ 1766656 h 2911876"/>
                    <a:gd name="connsiteX27" fmla="*/ 648070 w 1961965"/>
                    <a:gd name="connsiteY27" fmla="*/ 1660124 h 2911876"/>
                    <a:gd name="connsiteX28" fmla="*/ 656948 w 1961965"/>
                    <a:gd name="connsiteY28" fmla="*/ 1633491 h 2911876"/>
                    <a:gd name="connsiteX29" fmla="*/ 674703 w 1961965"/>
                    <a:gd name="connsiteY29" fmla="*/ 1606858 h 2911876"/>
                    <a:gd name="connsiteX30" fmla="*/ 692459 w 1961965"/>
                    <a:gd name="connsiteY30" fmla="*/ 1571347 h 2911876"/>
                    <a:gd name="connsiteX31" fmla="*/ 719092 w 1961965"/>
                    <a:gd name="connsiteY31" fmla="*/ 1535837 h 2911876"/>
                    <a:gd name="connsiteX32" fmla="*/ 736847 w 1961965"/>
                    <a:gd name="connsiteY32" fmla="*/ 1500326 h 2911876"/>
                    <a:gd name="connsiteX33" fmla="*/ 790113 w 1961965"/>
                    <a:gd name="connsiteY33" fmla="*/ 1420427 h 2911876"/>
                    <a:gd name="connsiteX34" fmla="*/ 843379 w 1961965"/>
                    <a:gd name="connsiteY34" fmla="*/ 1322773 h 2911876"/>
                    <a:gd name="connsiteX35" fmla="*/ 861134 w 1961965"/>
                    <a:gd name="connsiteY35" fmla="*/ 1287262 h 2911876"/>
                    <a:gd name="connsiteX36" fmla="*/ 878890 w 1961965"/>
                    <a:gd name="connsiteY36" fmla="*/ 1269507 h 2911876"/>
                    <a:gd name="connsiteX37" fmla="*/ 914400 w 1961965"/>
                    <a:gd name="connsiteY37" fmla="*/ 1216241 h 2911876"/>
                    <a:gd name="connsiteX38" fmla="*/ 967666 w 1961965"/>
                    <a:gd name="connsiteY38" fmla="*/ 1145219 h 2911876"/>
                    <a:gd name="connsiteX39" fmla="*/ 985422 w 1961965"/>
                    <a:gd name="connsiteY39" fmla="*/ 1118586 h 2911876"/>
                    <a:gd name="connsiteX40" fmla="*/ 1012055 w 1961965"/>
                    <a:gd name="connsiteY40" fmla="*/ 1100831 h 2911876"/>
                    <a:gd name="connsiteX41" fmla="*/ 1065321 w 1961965"/>
                    <a:gd name="connsiteY41" fmla="*/ 1056443 h 2911876"/>
                    <a:gd name="connsiteX42" fmla="*/ 1109709 w 1961965"/>
                    <a:gd name="connsiteY42" fmla="*/ 941033 h 2911876"/>
                    <a:gd name="connsiteX43" fmla="*/ 1109709 w 1961965"/>
                    <a:gd name="connsiteY43" fmla="*/ 941033 h 2911876"/>
                    <a:gd name="connsiteX44" fmla="*/ 1118587 w 1961965"/>
                    <a:gd name="connsiteY44" fmla="*/ 914400 h 2911876"/>
                    <a:gd name="connsiteX45" fmla="*/ 1154098 w 1961965"/>
                    <a:gd name="connsiteY45" fmla="*/ 870012 h 2911876"/>
                    <a:gd name="connsiteX46" fmla="*/ 1180731 w 1961965"/>
                    <a:gd name="connsiteY46" fmla="*/ 816746 h 2911876"/>
                    <a:gd name="connsiteX47" fmla="*/ 1189608 w 1961965"/>
                    <a:gd name="connsiteY47" fmla="*/ 790113 h 2911876"/>
                    <a:gd name="connsiteX48" fmla="*/ 1233997 w 1961965"/>
                    <a:gd name="connsiteY48" fmla="*/ 719091 h 2911876"/>
                    <a:gd name="connsiteX49" fmla="*/ 1260630 w 1961965"/>
                    <a:gd name="connsiteY49" fmla="*/ 665825 h 2911876"/>
                    <a:gd name="connsiteX50" fmla="*/ 1278385 w 1961965"/>
                    <a:gd name="connsiteY50" fmla="*/ 639192 h 2911876"/>
                    <a:gd name="connsiteX51" fmla="*/ 1305018 w 1961965"/>
                    <a:gd name="connsiteY51" fmla="*/ 630314 h 2911876"/>
                    <a:gd name="connsiteX52" fmla="*/ 1331651 w 1961965"/>
                    <a:gd name="connsiteY52" fmla="*/ 603681 h 2911876"/>
                    <a:gd name="connsiteX53" fmla="*/ 1358284 w 1961965"/>
                    <a:gd name="connsiteY53" fmla="*/ 585926 h 2911876"/>
                    <a:gd name="connsiteX54" fmla="*/ 1411550 w 1961965"/>
                    <a:gd name="connsiteY54" fmla="*/ 532660 h 2911876"/>
                    <a:gd name="connsiteX55" fmla="*/ 1464816 w 1961965"/>
                    <a:gd name="connsiteY55" fmla="*/ 426128 h 2911876"/>
                    <a:gd name="connsiteX56" fmla="*/ 1482571 w 1961965"/>
                    <a:gd name="connsiteY56" fmla="*/ 399495 h 2911876"/>
                    <a:gd name="connsiteX57" fmla="*/ 1518082 w 1961965"/>
                    <a:gd name="connsiteY57" fmla="*/ 363984 h 2911876"/>
                    <a:gd name="connsiteX58" fmla="*/ 1553593 w 1961965"/>
                    <a:gd name="connsiteY58" fmla="*/ 319596 h 2911876"/>
                    <a:gd name="connsiteX59" fmla="*/ 1606859 w 1961965"/>
                    <a:gd name="connsiteY59" fmla="*/ 248575 h 2911876"/>
                    <a:gd name="connsiteX60" fmla="*/ 1633492 w 1961965"/>
                    <a:gd name="connsiteY60" fmla="*/ 230819 h 2911876"/>
                    <a:gd name="connsiteX61" fmla="*/ 1713391 w 1961965"/>
                    <a:gd name="connsiteY61" fmla="*/ 159798 h 2911876"/>
                    <a:gd name="connsiteX62" fmla="*/ 1740024 w 1961965"/>
                    <a:gd name="connsiteY62" fmla="*/ 150920 h 2911876"/>
                    <a:gd name="connsiteX63" fmla="*/ 1828800 w 1961965"/>
                    <a:gd name="connsiteY63" fmla="*/ 106532 h 2911876"/>
                    <a:gd name="connsiteX64" fmla="*/ 1846556 w 1961965"/>
                    <a:gd name="connsiteY64" fmla="*/ 88777 h 2911876"/>
                    <a:gd name="connsiteX65" fmla="*/ 1899822 w 1961965"/>
                    <a:gd name="connsiteY65" fmla="*/ 62144 h 2911876"/>
                    <a:gd name="connsiteX66" fmla="*/ 1961965 w 1961965"/>
                    <a:gd name="connsiteY66" fmla="*/ 0 h 29118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</a:cxnLst>
                  <a:rect l="l" t="t" r="r" b="b"/>
                  <a:pathLst>
                    <a:path w="1961965" h="2911876">
                      <a:moveTo>
                        <a:pt x="0" y="2911876"/>
                      </a:moveTo>
                      <a:cubicBezTo>
                        <a:pt x="2959" y="2888202"/>
                        <a:pt x="2492" y="2863842"/>
                        <a:pt x="8878" y="2840854"/>
                      </a:cubicBezTo>
                      <a:cubicBezTo>
                        <a:pt x="17408" y="2810145"/>
                        <a:pt x="34310" y="2782314"/>
                        <a:pt x="44389" y="2752078"/>
                      </a:cubicBezTo>
                      <a:lnTo>
                        <a:pt x="62144" y="2698812"/>
                      </a:lnTo>
                      <a:cubicBezTo>
                        <a:pt x="65103" y="2689934"/>
                        <a:pt x="66837" y="2680549"/>
                        <a:pt x="71022" y="2672179"/>
                      </a:cubicBezTo>
                      <a:cubicBezTo>
                        <a:pt x="76940" y="2660342"/>
                        <a:pt x="83564" y="2648832"/>
                        <a:pt x="88777" y="2636668"/>
                      </a:cubicBezTo>
                      <a:cubicBezTo>
                        <a:pt x="106063" y="2596333"/>
                        <a:pt x="85885" y="2621806"/>
                        <a:pt x="115410" y="2592279"/>
                      </a:cubicBezTo>
                      <a:cubicBezTo>
                        <a:pt x="118369" y="2580442"/>
                        <a:pt x="118832" y="2567682"/>
                        <a:pt x="124288" y="2556769"/>
                      </a:cubicBezTo>
                      <a:cubicBezTo>
                        <a:pt x="128031" y="2549283"/>
                        <a:pt x="137021" y="2545709"/>
                        <a:pt x="142043" y="2539013"/>
                      </a:cubicBezTo>
                      <a:cubicBezTo>
                        <a:pt x="154847" y="2521941"/>
                        <a:pt x="165717" y="2503502"/>
                        <a:pt x="177554" y="2485747"/>
                      </a:cubicBezTo>
                      <a:lnTo>
                        <a:pt x="195309" y="2459114"/>
                      </a:lnTo>
                      <a:cubicBezTo>
                        <a:pt x="201227" y="2450236"/>
                        <a:pt x="205519" y="2440025"/>
                        <a:pt x="213064" y="2432481"/>
                      </a:cubicBezTo>
                      <a:lnTo>
                        <a:pt x="239698" y="2405848"/>
                      </a:lnTo>
                      <a:cubicBezTo>
                        <a:pt x="245616" y="2394011"/>
                        <a:pt x="250112" y="2381349"/>
                        <a:pt x="257453" y="2370338"/>
                      </a:cubicBezTo>
                      <a:cubicBezTo>
                        <a:pt x="262096" y="2363374"/>
                        <a:pt x="269979" y="2359118"/>
                        <a:pt x="275208" y="2352582"/>
                      </a:cubicBezTo>
                      <a:cubicBezTo>
                        <a:pt x="281873" y="2344250"/>
                        <a:pt x="286133" y="2334146"/>
                        <a:pt x="292964" y="2325949"/>
                      </a:cubicBezTo>
                      <a:cubicBezTo>
                        <a:pt x="301002" y="2316304"/>
                        <a:pt x="311647" y="2309033"/>
                        <a:pt x="319597" y="2299316"/>
                      </a:cubicBezTo>
                      <a:cubicBezTo>
                        <a:pt x="329942" y="2286672"/>
                        <a:pt x="396632" y="2198511"/>
                        <a:pt x="408373" y="2175029"/>
                      </a:cubicBezTo>
                      <a:cubicBezTo>
                        <a:pt x="414292" y="2163192"/>
                        <a:pt x="419320" y="2150866"/>
                        <a:pt x="426129" y="2139518"/>
                      </a:cubicBezTo>
                      <a:cubicBezTo>
                        <a:pt x="437108" y="2121220"/>
                        <a:pt x="454891" y="2106496"/>
                        <a:pt x="461639" y="2086252"/>
                      </a:cubicBezTo>
                      <a:cubicBezTo>
                        <a:pt x="464598" y="2077374"/>
                        <a:pt x="465874" y="2067744"/>
                        <a:pt x="470517" y="2059619"/>
                      </a:cubicBezTo>
                      <a:cubicBezTo>
                        <a:pt x="477858" y="2046773"/>
                        <a:pt x="489308" y="2036656"/>
                        <a:pt x="497150" y="2024109"/>
                      </a:cubicBezTo>
                      <a:cubicBezTo>
                        <a:pt x="534976" y="1963588"/>
                        <a:pt x="498221" y="2014434"/>
                        <a:pt x="523783" y="1953087"/>
                      </a:cubicBezTo>
                      <a:cubicBezTo>
                        <a:pt x="533963" y="1928655"/>
                        <a:pt x="544612" y="1904089"/>
                        <a:pt x="559294" y="1882066"/>
                      </a:cubicBezTo>
                      <a:cubicBezTo>
                        <a:pt x="565212" y="1873188"/>
                        <a:pt x="572716" y="1865183"/>
                        <a:pt x="577049" y="1855433"/>
                      </a:cubicBezTo>
                      <a:cubicBezTo>
                        <a:pt x="584650" y="1838330"/>
                        <a:pt x="586434" y="1818907"/>
                        <a:pt x="594804" y="1802167"/>
                      </a:cubicBezTo>
                      <a:lnTo>
                        <a:pt x="612560" y="1766656"/>
                      </a:lnTo>
                      <a:cubicBezTo>
                        <a:pt x="644095" y="1640514"/>
                        <a:pt x="613670" y="1740392"/>
                        <a:pt x="648070" y="1660124"/>
                      </a:cubicBezTo>
                      <a:cubicBezTo>
                        <a:pt x="651756" y="1651523"/>
                        <a:pt x="652763" y="1641861"/>
                        <a:pt x="656948" y="1633491"/>
                      </a:cubicBezTo>
                      <a:cubicBezTo>
                        <a:pt x="661720" y="1623948"/>
                        <a:pt x="669409" y="1616122"/>
                        <a:pt x="674703" y="1606858"/>
                      </a:cubicBezTo>
                      <a:cubicBezTo>
                        <a:pt x="681269" y="1595367"/>
                        <a:pt x="685445" y="1582570"/>
                        <a:pt x="692459" y="1571347"/>
                      </a:cubicBezTo>
                      <a:cubicBezTo>
                        <a:pt x="700301" y="1558800"/>
                        <a:pt x="711250" y="1548384"/>
                        <a:pt x="719092" y="1535837"/>
                      </a:cubicBezTo>
                      <a:cubicBezTo>
                        <a:pt x="726106" y="1524615"/>
                        <a:pt x="730420" y="1511895"/>
                        <a:pt x="736847" y="1500326"/>
                      </a:cubicBezTo>
                      <a:cubicBezTo>
                        <a:pt x="761306" y="1456299"/>
                        <a:pt x="761519" y="1458553"/>
                        <a:pt x="790113" y="1420427"/>
                      </a:cubicBezTo>
                      <a:cubicBezTo>
                        <a:pt x="814438" y="1347455"/>
                        <a:pt x="774286" y="1460962"/>
                        <a:pt x="843379" y="1322773"/>
                      </a:cubicBezTo>
                      <a:cubicBezTo>
                        <a:pt x="849297" y="1310936"/>
                        <a:pt x="853793" y="1298273"/>
                        <a:pt x="861134" y="1287262"/>
                      </a:cubicBezTo>
                      <a:cubicBezTo>
                        <a:pt x="865777" y="1280298"/>
                        <a:pt x="873868" y="1276203"/>
                        <a:pt x="878890" y="1269507"/>
                      </a:cubicBezTo>
                      <a:cubicBezTo>
                        <a:pt x="891694" y="1252436"/>
                        <a:pt x="901597" y="1233312"/>
                        <a:pt x="914400" y="1216241"/>
                      </a:cubicBezTo>
                      <a:cubicBezTo>
                        <a:pt x="932155" y="1192567"/>
                        <a:pt x="951251" y="1169841"/>
                        <a:pt x="967666" y="1145219"/>
                      </a:cubicBezTo>
                      <a:cubicBezTo>
                        <a:pt x="973585" y="1136341"/>
                        <a:pt x="977877" y="1126131"/>
                        <a:pt x="985422" y="1118586"/>
                      </a:cubicBezTo>
                      <a:cubicBezTo>
                        <a:pt x="992967" y="1111042"/>
                        <a:pt x="1003858" y="1107661"/>
                        <a:pt x="1012055" y="1100831"/>
                      </a:cubicBezTo>
                      <a:cubicBezTo>
                        <a:pt x="1080410" y="1043869"/>
                        <a:pt x="999196" y="1100525"/>
                        <a:pt x="1065321" y="1056443"/>
                      </a:cubicBezTo>
                      <a:cubicBezTo>
                        <a:pt x="1079388" y="986100"/>
                        <a:pt x="1067450" y="1025550"/>
                        <a:pt x="1109709" y="941033"/>
                      </a:cubicBezTo>
                      <a:lnTo>
                        <a:pt x="1109709" y="941033"/>
                      </a:lnTo>
                      <a:cubicBezTo>
                        <a:pt x="1112668" y="932155"/>
                        <a:pt x="1113627" y="922335"/>
                        <a:pt x="1118587" y="914400"/>
                      </a:cubicBezTo>
                      <a:cubicBezTo>
                        <a:pt x="1128630" y="898332"/>
                        <a:pt x="1142261" y="884808"/>
                        <a:pt x="1154098" y="870012"/>
                      </a:cubicBezTo>
                      <a:cubicBezTo>
                        <a:pt x="1176410" y="803070"/>
                        <a:pt x="1146312" y="885584"/>
                        <a:pt x="1180731" y="816746"/>
                      </a:cubicBezTo>
                      <a:cubicBezTo>
                        <a:pt x="1184916" y="808376"/>
                        <a:pt x="1185922" y="798714"/>
                        <a:pt x="1189608" y="790113"/>
                      </a:cubicBezTo>
                      <a:cubicBezTo>
                        <a:pt x="1205855" y="752203"/>
                        <a:pt x="1208509" y="753076"/>
                        <a:pt x="1233997" y="719091"/>
                      </a:cubicBezTo>
                      <a:cubicBezTo>
                        <a:pt x="1248400" y="661473"/>
                        <a:pt x="1231848" y="701802"/>
                        <a:pt x="1260630" y="665825"/>
                      </a:cubicBezTo>
                      <a:cubicBezTo>
                        <a:pt x="1267295" y="657494"/>
                        <a:pt x="1270054" y="645857"/>
                        <a:pt x="1278385" y="639192"/>
                      </a:cubicBezTo>
                      <a:cubicBezTo>
                        <a:pt x="1285692" y="633346"/>
                        <a:pt x="1296140" y="633273"/>
                        <a:pt x="1305018" y="630314"/>
                      </a:cubicBezTo>
                      <a:cubicBezTo>
                        <a:pt x="1313896" y="621436"/>
                        <a:pt x="1322006" y="611718"/>
                        <a:pt x="1331651" y="603681"/>
                      </a:cubicBezTo>
                      <a:cubicBezTo>
                        <a:pt x="1339848" y="596851"/>
                        <a:pt x="1350309" y="593014"/>
                        <a:pt x="1358284" y="585926"/>
                      </a:cubicBezTo>
                      <a:cubicBezTo>
                        <a:pt x="1377051" y="569244"/>
                        <a:pt x="1411550" y="532660"/>
                        <a:pt x="1411550" y="532660"/>
                      </a:cubicBezTo>
                      <a:cubicBezTo>
                        <a:pt x="1436053" y="459149"/>
                        <a:pt x="1418923" y="494968"/>
                        <a:pt x="1464816" y="426128"/>
                      </a:cubicBezTo>
                      <a:cubicBezTo>
                        <a:pt x="1470734" y="417250"/>
                        <a:pt x="1475026" y="407040"/>
                        <a:pt x="1482571" y="399495"/>
                      </a:cubicBezTo>
                      <a:cubicBezTo>
                        <a:pt x="1494408" y="387658"/>
                        <a:pt x="1508796" y="377913"/>
                        <a:pt x="1518082" y="363984"/>
                      </a:cubicBezTo>
                      <a:cubicBezTo>
                        <a:pt x="1572730" y="282011"/>
                        <a:pt x="1502993" y="382845"/>
                        <a:pt x="1553593" y="319596"/>
                      </a:cubicBezTo>
                      <a:cubicBezTo>
                        <a:pt x="1572079" y="296489"/>
                        <a:pt x="1582237" y="264990"/>
                        <a:pt x="1606859" y="248575"/>
                      </a:cubicBezTo>
                      <a:cubicBezTo>
                        <a:pt x="1615737" y="242656"/>
                        <a:pt x="1625517" y="237908"/>
                        <a:pt x="1633492" y="230819"/>
                      </a:cubicBezTo>
                      <a:cubicBezTo>
                        <a:pt x="1663745" y="203927"/>
                        <a:pt x="1678849" y="177069"/>
                        <a:pt x="1713391" y="159798"/>
                      </a:cubicBezTo>
                      <a:cubicBezTo>
                        <a:pt x="1721761" y="155613"/>
                        <a:pt x="1731844" y="155465"/>
                        <a:pt x="1740024" y="150920"/>
                      </a:cubicBezTo>
                      <a:cubicBezTo>
                        <a:pt x="1826503" y="102877"/>
                        <a:pt x="1759403" y="123882"/>
                        <a:pt x="1828800" y="106532"/>
                      </a:cubicBezTo>
                      <a:cubicBezTo>
                        <a:pt x="1834719" y="100614"/>
                        <a:pt x="1839379" y="93083"/>
                        <a:pt x="1846556" y="88777"/>
                      </a:cubicBezTo>
                      <a:cubicBezTo>
                        <a:pt x="1892497" y="61213"/>
                        <a:pt x="1854929" y="102548"/>
                        <a:pt x="1899822" y="62144"/>
                      </a:cubicBezTo>
                      <a:cubicBezTo>
                        <a:pt x="1921597" y="42547"/>
                        <a:pt x="1961965" y="0"/>
                        <a:pt x="1961965" y="0"/>
                      </a:cubicBezTo>
                    </a:path>
                  </a:pathLst>
                </a:custGeom>
                <a:noFill/>
                <a:ln w="7620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293" name="Freeform 292">
                  <a:extLst>
                    <a:ext uri="{FF2B5EF4-FFF2-40B4-BE49-F238E27FC236}">
                      <a16:creationId xmlns:a16="http://schemas.microsoft.com/office/drawing/2014/main" id="{EF7DC215-0634-3EAD-9228-28EF6587E797}"/>
                    </a:ext>
                  </a:extLst>
                </p:cNvPr>
                <p:cNvSpPr/>
                <p:nvPr/>
              </p:nvSpPr>
              <p:spPr>
                <a:xfrm>
                  <a:off x="32121432" y="18463945"/>
                  <a:ext cx="564749" cy="2832548"/>
                </a:xfrm>
                <a:custGeom>
                  <a:avLst/>
                  <a:gdLst>
                    <a:gd name="connsiteX0" fmla="*/ 790443 w 790443"/>
                    <a:gd name="connsiteY0" fmla="*/ 2902998 h 2902998"/>
                    <a:gd name="connsiteX1" fmla="*/ 719422 w 790443"/>
                    <a:gd name="connsiteY1" fmla="*/ 2805344 h 2902998"/>
                    <a:gd name="connsiteX2" fmla="*/ 692789 w 790443"/>
                    <a:gd name="connsiteY2" fmla="*/ 2769833 h 2902998"/>
                    <a:gd name="connsiteX3" fmla="*/ 630645 w 790443"/>
                    <a:gd name="connsiteY3" fmla="*/ 2672179 h 2902998"/>
                    <a:gd name="connsiteX4" fmla="*/ 595135 w 790443"/>
                    <a:gd name="connsiteY4" fmla="*/ 2610035 h 2902998"/>
                    <a:gd name="connsiteX5" fmla="*/ 577379 w 790443"/>
                    <a:gd name="connsiteY5" fmla="*/ 2574524 h 2902998"/>
                    <a:gd name="connsiteX6" fmla="*/ 524113 w 790443"/>
                    <a:gd name="connsiteY6" fmla="*/ 2494625 h 2902998"/>
                    <a:gd name="connsiteX7" fmla="*/ 506358 w 790443"/>
                    <a:gd name="connsiteY7" fmla="*/ 2467992 h 2902998"/>
                    <a:gd name="connsiteX8" fmla="*/ 488603 w 790443"/>
                    <a:gd name="connsiteY8" fmla="*/ 2432482 h 2902998"/>
                    <a:gd name="connsiteX9" fmla="*/ 435337 w 790443"/>
                    <a:gd name="connsiteY9" fmla="*/ 2343705 h 2902998"/>
                    <a:gd name="connsiteX10" fmla="*/ 426459 w 790443"/>
                    <a:gd name="connsiteY10" fmla="*/ 2308194 h 2902998"/>
                    <a:gd name="connsiteX11" fmla="*/ 408704 w 790443"/>
                    <a:gd name="connsiteY11" fmla="*/ 2254928 h 2902998"/>
                    <a:gd name="connsiteX12" fmla="*/ 399826 w 790443"/>
                    <a:gd name="connsiteY12" fmla="*/ 2219418 h 2902998"/>
                    <a:gd name="connsiteX13" fmla="*/ 382071 w 790443"/>
                    <a:gd name="connsiteY13" fmla="*/ 2166152 h 2902998"/>
                    <a:gd name="connsiteX14" fmla="*/ 373193 w 790443"/>
                    <a:gd name="connsiteY14" fmla="*/ 2139519 h 2902998"/>
                    <a:gd name="connsiteX15" fmla="*/ 364315 w 790443"/>
                    <a:gd name="connsiteY15" fmla="*/ 2068497 h 2902998"/>
                    <a:gd name="connsiteX16" fmla="*/ 355438 w 790443"/>
                    <a:gd name="connsiteY16" fmla="*/ 1882066 h 2902998"/>
                    <a:gd name="connsiteX17" fmla="*/ 293294 w 790443"/>
                    <a:gd name="connsiteY17" fmla="*/ 1784412 h 2902998"/>
                    <a:gd name="connsiteX18" fmla="*/ 266661 w 790443"/>
                    <a:gd name="connsiteY18" fmla="*/ 1748901 h 2902998"/>
                    <a:gd name="connsiteX19" fmla="*/ 240028 w 790443"/>
                    <a:gd name="connsiteY19" fmla="*/ 1722268 h 2902998"/>
                    <a:gd name="connsiteX20" fmla="*/ 213395 w 790443"/>
                    <a:gd name="connsiteY20" fmla="*/ 1677880 h 2902998"/>
                    <a:gd name="connsiteX21" fmla="*/ 186762 w 790443"/>
                    <a:gd name="connsiteY21" fmla="*/ 1642369 h 2902998"/>
                    <a:gd name="connsiteX22" fmla="*/ 160129 w 790443"/>
                    <a:gd name="connsiteY22" fmla="*/ 1589103 h 2902998"/>
                    <a:gd name="connsiteX23" fmla="*/ 142373 w 790443"/>
                    <a:gd name="connsiteY23" fmla="*/ 1544715 h 2902998"/>
                    <a:gd name="connsiteX24" fmla="*/ 124618 w 790443"/>
                    <a:gd name="connsiteY24" fmla="*/ 1518082 h 2902998"/>
                    <a:gd name="connsiteX25" fmla="*/ 89107 w 790443"/>
                    <a:gd name="connsiteY25" fmla="*/ 1447060 h 2902998"/>
                    <a:gd name="connsiteX26" fmla="*/ 71352 w 790443"/>
                    <a:gd name="connsiteY26" fmla="*/ 1393794 h 2902998"/>
                    <a:gd name="connsiteX27" fmla="*/ 35841 w 790443"/>
                    <a:gd name="connsiteY27" fmla="*/ 1331651 h 2902998"/>
                    <a:gd name="connsiteX28" fmla="*/ 26964 w 790443"/>
                    <a:gd name="connsiteY28" fmla="*/ 1296140 h 2902998"/>
                    <a:gd name="connsiteX29" fmla="*/ 9208 w 790443"/>
                    <a:gd name="connsiteY29" fmla="*/ 1242874 h 2902998"/>
                    <a:gd name="connsiteX30" fmla="*/ 331 w 790443"/>
                    <a:gd name="connsiteY30" fmla="*/ 1189608 h 2902998"/>
                    <a:gd name="connsiteX31" fmla="*/ 18086 w 790443"/>
                    <a:gd name="connsiteY31" fmla="*/ 1020932 h 2902998"/>
                    <a:gd name="connsiteX32" fmla="*/ 26964 w 790443"/>
                    <a:gd name="connsiteY32" fmla="*/ 985422 h 2902998"/>
                    <a:gd name="connsiteX33" fmla="*/ 44719 w 790443"/>
                    <a:gd name="connsiteY33" fmla="*/ 949911 h 2902998"/>
                    <a:gd name="connsiteX34" fmla="*/ 53597 w 790443"/>
                    <a:gd name="connsiteY34" fmla="*/ 923278 h 2902998"/>
                    <a:gd name="connsiteX35" fmla="*/ 71352 w 790443"/>
                    <a:gd name="connsiteY35" fmla="*/ 896645 h 2902998"/>
                    <a:gd name="connsiteX36" fmla="*/ 80230 w 790443"/>
                    <a:gd name="connsiteY36" fmla="*/ 870012 h 2902998"/>
                    <a:gd name="connsiteX37" fmla="*/ 106863 w 790443"/>
                    <a:gd name="connsiteY37" fmla="*/ 843379 h 2902998"/>
                    <a:gd name="connsiteX38" fmla="*/ 133496 w 790443"/>
                    <a:gd name="connsiteY38" fmla="*/ 798991 h 2902998"/>
                    <a:gd name="connsiteX39" fmla="*/ 151251 w 790443"/>
                    <a:gd name="connsiteY39" fmla="*/ 772358 h 2902998"/>
                    <a:gd name="connsiteX40" fmla="*/ 186762 w 790443"/>
                    <a:gd name="connsiteY40" fmla="*/ 736847 h 2902998"/>
                    <a:gd name="connsiteX41" fmla="*/ 204517 w 790443"/>
                    <a:gd name="connsiteY41" fmla="*/ 719091 h 2902998"/>
                    <a:gd name="connsiteX42" fmla="*/ 240028 w 790443"/>
                    <a:gd name="connsiteY42" fmla="*/ 665825 h 2902998"/>
                    <a:gd name="connsiteX43" fmla="*/ 248906 w 790443"/>
                    <a:gd name="connsiteY43" fmla="*/ 639192 h 2902998"/>
                    <a:gd name="connsiteX44" fmla="*/ 302172 w 790443"/>
                    <a:gd name="connsiteY44" fmla="*/ 568171 h 2902998"/>
                    <a:gd name="connsiteX45" fmla="*/ 319927 w 790443"/>
                    <a:gd name="connsiteY45" fmla="*/ 514905 h 2902998"/>
                    <a:gd name="connsiteX46" fmla="*/ 337682 w 790443"/>
                    <a:gd name="connsiteY46" fmla="*/ 488272 h 2902998"/>
                    <a:gd name="connsiteX47" fmla="*/ 355438 w 790443"/>
                    <a:gd name="connsiteY47" fmla="*/ 435006 h 2902998"/>
                    <a:gd name="connsiteX48" fmla="*/ 346560 w 790443"/>
                    <a:gd name="connsiteY48" fmla="*/ 355107 h 2902998"/>
                    <a:gd name="connsiteX49" fmla="*/ 319927 w 790443"/>
                    <a:gd name="connsiteY49" fmla="*/ 301841 h 2902998"/>
                    <a:gd name="connsiteX50" fmla="*/ 311049 w 790443"/>
                    <a:gd name="connsiteY50" fmla="*/ 275208 h 2902998"/>
                    <a:gd name="connsiteX51" fmla="*/ 293294 w 790443"/>
                    <a:gd name="connsiteY51" fmla="*/ 248575 h 2902998"/>
                    <a:gd name="connsiteX52" fmla="*/ 284416 w 790443"/>
                    <a:gd name="connsiteY52" fmla="*/ 221942 h 2902998"/>
                    <a:gd name="connsiteX53" fmla="*/ 266661 w 790443"/>
                    <a:gd name="connsiteY53" fmla="*/ 195309 h 2902998"/>
                    <a:gd name="connsiteX54" fmla="*/ 257783 w 790443"/>
                    <a:gd name="connsiteY54" fmla="*/ 168676 h 2902998"/>
                    <a:gd name="connsiteX55" fmla="*/ 222273 w 790443"/>
                    <a:gd name="connsiteY55" fmla="*/ 79899 h 2902998"/>
                    <a:gd name="connsiteX56" fmla="*/ 177884 w 790443"/>
                    <a:gd name="connsiteY56" fmla="*/ 26633 h 2902998"/>
                    <a:gd name="connsiteX57" fmla="*/ 133496 w 790443"/>
                    <a:gd name="connsiteY57" fmla="*/ 0 h 29029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</a:cxnLst>
                  <a:rect l="l" t="t" r="r" b="b"/>
                  <a:pathLst>
                    <a:path w="790443" h="2902998">
                      <a:moveTo>
                        <a:pt x="790443" y="2902998"/>
                      </a:moveTo>
                      <a:cubicBezTo>
                        <a:pt x="671561" y="2764304"/>
                        <a:pt x="777029" y="2897517"/>
                        <a:pt x="719422" y="2805344"/>
                      </a:cubicBezTo>
                      <a:cubicBezTo>
                        <a:pt x="711580" y="2792797"/>
                        <a:pt x="700244" y="2782614"/>
                        <a:pt x="692789" y="2769833"/>
                      </a:cubicBezTo>
                      <a:cubicBezTo>
                        <a:pt x="635214" y="2671133"/>
                        <a:pt x="683796" y="2725330"/>
                        <a:pt x="630645" y="2672179"/>
                      </a:cubicBezTo>
                      <a:cubicBezTo>
                        <a:pt x="577003" y="2564892"/>
                        <a:pt x="645317" y="2697853"/>
                        <a:pt x="595135" y="2610035"/>
                      </a:cubicBezTo>
                      <a:cubicBezTo>
                        <a:pt x="588569" y="2598544"/>
                        <a:pt x="584188" y="2585872"/>
                        <a:pt x="577379" y="2574524"/>
                      </a:cubicBezTo>
                      <a:cubicBezTo>
                        <a:pt x="577354" y="2574482"/>
                        <a:pt x="533004" y="2507962"/>
                        <a:pt x="524113" y="2494625"/>
                      </a:cubicBezTo>
                      <a:cubicBezTo>
                        <a:pt x="518195" y="2485747"/>
                        <a:pt x="511130" y="2477535"/>
                        <a:pt x="506358" y="2467992"/>
                      </a:cubicBezTo>
                      <a:cubicBezTo>
                        <a:pt x="500440" y="2456155"/>
                        <a:pt x="495412" y="2443830"/>
                        <a:pt x="488603" y="2432482"/>
                      </a:cubicBezTo>
                      <a:cubicBezTo>
                        <a:pt x="467951" y="2398063"/>
                        <a:pt x="448867" y="2379785"/>
                        <a:pt x="435337" y="2343705"/>
                      </a:cubicBezTo>
                      <a:cubicBezTo>
                        <a:pt x="431053" y="2332281"/>
                        <a:pt x="429965" y="2319881"/>
                        <a:pt x="426459" y="2308194"/>
                      </a:cubicBezTo>
                      <a:cubicBezTo>
                        <a:pt x="421081" y="2290268"/>
                        <a:pt x="413243" y="2273085"/>
                        <a:pt x="408704" y="2254928"/>
                      </a:cubicBezTo>
                      <a:cubicBezTo>
                        <a:pt x="405745" y="2243091"/>
                        <a:pt x="403332" y="2231104"/>
                        <a:pt x="399826" y="2219418"/>
                      </a:cubicBezTo>
                      <a:cubicBezTo>
                        <a:pt x="394448" y="2201492"/>
                        <a:pt x="387989" y="2183907"/>
                        <a:pt x="382071" y="2166152"/>
                      </a:cubicBezTo>
                      <a:lnTo>
                        <a:pt x="373193" y="2139519"/>
                      </a:lnTo>
                      <a:cubicBezTo>
                        <a:pt x="370234" y="2115845"/>
                        <a:pt x="365956" y="2092299"/>
                        <a:pt x="364315" y="2068497"/>
                      </a:cubicBezTo>
                      <a:cubicBezTo>
                        <a:pt x="360035" y="2006430"/>
                        <a:pt x="360605" y="1944065"/>
                        <a:pt x="355438" y="1882066"/>
                      </a:cubicBezTo>
                      <a:cubicBezTo>
                        <a:pt x="352589" y="1847875"/>
                        <a:pt x="303517" y="1798043"/>
                        <a:pt x="293294" y="1784412"/>
                      </a:cubicBezTo>
                      <a:cubicBezTo>
                        <a:pt x="284416" y="1772575"/>
                        <a:pt x="277123" y="1759363"/>
                        <a:pt x="266661" y="1748901"/>
                      </a:cubicBezTo>
                      <a:cubicBezTo>
                        <a:pt x="257783" y="1740023"/>
                        <a:pt x="247561" y="1732312"/>
                        <a:pt x="240028" y="1722268"/>
                      </a:cubicBezTo>
                      <a:cubicBezTo>
                        <a:pt x="229675" y="1708464"/>
                        <a:pt x="222966" y="1692237"/>
                        <a:pt x="213395" y="1677880"/>
                      </a:cubicBezTo>
                      <a:cubicBezTo>
                        <a:pt x="205188" y="1665569"/>
                        <a:pt x="195640" y="1654206"/>
                        <a:pt x="186762" y="1642369"/>
                      </a:cubicBezTo>
                      <a:cubicBezTo>
                        <a:pt x="164448" y="1575429"/>
                        <a:pt x="194547" y="1657939"/>
                        <a:pt x="160129" y="1589103"/>
                      </a:cubicBezTo>
                      <a:cubicBezTo>
                        <a:pt x="153002" y="1574850"/>
                        <a:pt x="149500" y="1558968"/>
                        <a:pt x="142373" y="1544715"/>
                      </a:cubicBezTo>
                      <a:cubicBezTo>
                        <a:pt x="137601" y="1535172"/>
                        <a:pt x="129389" y="1527625"/>
                        <a:pt x="124618" y="1518082"/>
                      </a:cubicBezTo>
                      <a:cubicBezTo>
                        <a:pt x="81187" y="1431217"/>
                        <a:pt x="130241" y="1508759"/>
                        <a:pt x="89107" y="1447060"/>
                      </a:cubicBezTo>
                      <a:cubicBezTo>
                        <a:pt x="83189" y="1429305"/>
                        <a:pt x="81733" y="1409367"/>
                        <a:pt x="71352" y="1393794"/>
                      </a:cubicBezTo>
                      <a:cubicBezTo>
                        <a:pt x="46256" y="1356150"/>
                        <a:pt x="58369" y="1376704"/>
                        <a:pt x="35841" y="1331651"/>
                      </a:cubicBezTo>
                      <a:cubicBezTo>
                        <a:pt x="32882" y="1319814"/>
                        <a:pt x="30470" y="1307827"/>
                        <a:pt x="26964" y="1296140"/>
                      </a:cubicBezTo>
                      <a:cubicBezTo>
                        <a:pt x="21586" y="1278213"/>
                        <a:pt x="9208" y="1242874"/>
                        <a:pt x="9208" y="1242874"/>
                      </a:cubicBezTo>
                      <a:cubicBezTo>
                        <a:pt x="6249" y="1225119"/>
                        <a:pt x="331" y="1207608"/>
                        <a:pt x="331" y="1189608"/>
                      </a:cubicBezTo>
                      <a:cubicBezTo>
                        <a:pt x="331" y="1010812"/>
                        <a:pt x="-3928" y="1097978"/>
                        <a:pt x="18086" y="1020932"/>
                      </a:cubicBezTo>
                      <a:cubicBezTo>
                        <a:pt x="21438" y="1009200"/>
                        <a:pt x="22680" y="996846"/>
                        <a:pt x="26964" y="985422"/>
                      </a:cubicBezTo>
                      <a:cubicBezTo>
                        <a:pt x="31611" y="973031"/>
                        <a:pt x="39506" y="962075"/>
                        <a:pt x="44719" y="949911"/>
                      </a:cubicBezTo>
                      <a:cubicBezTo>
                        <a:pt x="48405" y="941310"/>
                        <a:pt x="49412" y="931648"/>
                        <a:pt x="53597" y="923278"/>
                      </a:cubicBezTo>
                      <a:cubicBezTo>
                        <a:pt x="58369" y="913735"/>
                        <a:pt x="66580" y="906188"/>
                        <a:pt x="71352" y="896645"/>
                      </a:cubicBezTo>
                      <a:cubicBezTo>
                        <a:pt x="75537" y="888275"/>
                        <a:pt x="75039" y="877798"/>
                        <a:pt x="80230" y="870012"/>
                      </a:cubicBezTo>
                      <a:cubicBezTo>
                        <a:pt x="87194" y="859566"/>
                        <a:pt x="97985" y="852257"/>
                        <a:pt x="106863" y="843379"/>
                      </a:cubicBezTo>
                      <a:cubicBezTo>
                        <a:pt x="122279" y="797126"/>
                        <a:pt x="105641" y="833809"/>
                        <a:pt x="133496" y="798991"/>
                      </a:cubicBezTo>
                      <a:cubicBezTo>
                        <a:pt x="140161" y="790660"/>
                        <a:pt x="144307" y="780459"/>
                        <a:pt x="151251" y="772358"/>
                      </a:cubicBezTo>
                      <a:cubicBezTo>
                        <a:pt x="162145" y="759648"/>
                        <a:pt x="174925" y="748684"/>
                        <a:pt x="186762" y="736847"/>
                      </a:cubicBezTo>
                      <a:cubicBezTo>
                        <a:pt x="192680" y="730928"/>
                        <a:pt x="199874" y="726055"/>
                        <a:pt x="204517" y="719091"/>
                      </a:cubicBezTo>
                      <a:cubicBezTo>
                        <a:pt x="216354" y="701336"/>
                        <a:pt x="233280" y="686069"/>
                        <a:pt x="240028" y="665825"/>
                      </a:cubicBezTo>
                      <a:cubicBezTo>
                        <a:pt x="242987" y="656947"/>
                        <a:pt x="244361" y="647372"/>
                        <a:pt x="248906" y="639192"/>
                      </a:cubicBezTo>
                      <a:cubicBezTo>
                        <a:pt x="274004" y="594016"/>
                        <a:pt x="275232" y="595110"/>
                        <a:pt x="302172" y="568171"/>
                      </a:cubicBezTo>
                      <a:cubicBezTo>
                        <a:pt x="308090" y="550416"/>
                        <a:pt x="309546" y="530478"/>
                        <a:pt x="319927" y="514905"/>
                      </a:cubicBezTo>
                      <a:cubicBezTo>
                        <a:pt x="325845" y="506027"/>
                        <a:pt x="333349" y="498022"/>
                        <a:pt x="337682" y="488272"/>
                      </a:cubicBezTo>
                      <a:cubicBezTo>
                        <a:pt x="345283" y="471169"/>
                        <a:pt x="355438" y="435006"/>
                        <a:pt x="355438" y="435006"/>
                      </a:cubicBezTo>
                      <a:cubicBezTo>
                        <a:pt x="352479" y="408373"/>
                        <a:pt x="350966" y="381539"/>
                        <a:pt x="346560" y="355107"/>
                      </a:cubicBezTo>
                      <a:cubicBezTo>
                        <a:pt x="340982" y="321637"/>
                        <a:pt x="335264" y="332514"/>
                        <a:pt x="319927" y="301841"/>
                      </a:cubicBezTo>
                      <a:cubicBezTo>
                        <a:pt x="315742" y="293471"/>
                        <a:pt x="315234" y="283578"/>
                        <a:pt x="311049" y="275208"/>
                      </a:cubicBezTo>
                      <a:cubicBezTo>
                        <a:pt x="306277" y="265665"/>
                        <a:pt x="298066" y="258118"/>
                        <a:pt x="293294" y="248575"/>
                      </a:cubicBezTo>
                      <a:cubicBezTo>
                        <a:pt x="289109" y="240205"/>
                        <a:pt x="288601" y="230312"/>
                        <a:pt x="284416" y="221942"/>
                      </a:cubicBezTo>
                      <a:cubicBezTo>
                        <a:pt x="279644" y="212399"/>
                        <a:pt x="271433" y="204852"/>
                        <a:pt x="266661" y="195309"/>
                      </a:cubicBezTo>
                      <a:cubicBezTo>
                        <a:pt x="262476" y="186939"/>
                        <a:pt x="261142" y="177410"/>
                        <a:pt x="257783" y="168676"/>
                      </a:cubicBezTo>
                      <a:cubicBezTo>
                        <a:pt x="246342" y="138929"/>
                        <a:pt x="237898" y="107678"/>
                        <a:pt x="222273" y="79899"/>
                      </a:cubicBezTo>
                      <a:cubicBezTo>
                        <a:pt x="210942" y="59755"/>
                        <a:pt x="195063" y="42094"/>
                        <a:pt x="177884" y="26633"/>
                      </a:cubicBezTo>
                      <a:cubicBezTo>
                        <a:pt x="165058" y="15090"/>
                        <a:pt x="133496" y="0"/>
                        <a:pt x="133496" y="0"/>
                      </a:cubicBezTo>
                    </a:path>
                  </a:pathLst>
                </a:custGeom>
                <a:noFill/>
                <a:ln w="76200">
                  <a:solidFill>
                    <a:schemeClr val="accent5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 dirty="0"/>
                </a:p>
              </p:txBody>
            </p:sp>
            <p:sp>
              <p:nvSpPr>
                <p:cNvPr id="296" name="Freeform 295">
                  <a:extLst>
                    <a:ext uri="{FF2B5EF4-FFF2-40B4-BE49-F238E27FC236}">
                      <a16:creationId xmlns:a16="http://schemas.microsoft.com/office/drawing/2014/main" id="{0EA7AA7F-BBC5-FC56-87DD-D05132BA3908}"/>
                    </a:ext>
                  </a:extLst>
                </p:cNvPr>
                <p:cNvSpPr/>
                <p:nvPr/>
              </p:nvSpPr>
              <p:spPr>
                <a:xfrm>
                  <a:off x="32227724" y="17595166"/>
                  <a:ext cx="859623" cy="868772"/>
                </a:xfrm>
                <a:custGeom>
                  <a:avLst/>
                  <a:gdLst>
                    <a:gd name="connsiteX0" fmla="*/ 0 w 532660"/>
                    <a:gd name="connsiteY0" fmla="*/ 497149 h 497149"/>
                    <a:gd name="connsiteX1" fmla="*/ 88777 w 532660"/>
                    <a:gd name="connsiteY1" fmla="*/ 435006 h 497149"/>
                    <a:gd name="connsiteX2" fmla="*/ 106532 w 532660"/>
                    <a:gd name="connsiteY2" fmla="*/ 417250 h 497149"/>
                    <a:gd name="connsiteX3" fmla="*/ 142043 w 532660"/>
                    <a:gd name="connsiteY3" fmla="*/ 399495 h 497149"/>
                    <a:gd name="connsiteX4" fmla="*/ 186431 w 532660"/>
                    <a:gd name="connsiteY4" fmla="*/ 372862 h 497149"/>
                    <a:gd name="connsiteX5" fmla="*/ 221942 w 532660"/>
                    <a:gd name="connsiteY5" fmla="*/ 346229 h 497149"/>
                    <a:gd name="connsiteX6" fmla="*/ 248575 w 532660"/>
                    <a:gd name="connsiteY6" fmla="*/ 328473 h 497149"/>
                    <a:gd name="connsiteX7" fmla="*/ 266330 w 532660"/>
                    <a:gd name="connsiteY7" fmla="*/ 301840 h 497149"/>
                    <a:gd name="connsiteX8" fmla="*/ 284086 w 532660"/>
                    <a:gd name="connsiteY8" fmla="*/ 284085 h 497149"/>
                    <a:gd name="connsiteX9" fmla="*/ 292963 w 532660"/>
                    <a:gd name="connsiteY9" fmla="*/ 248574 h 497149"/>
                    <a:gd name="connsiteX10" fmla="*/ 310719 w 532660"/>
                    <a:gd name="connsiteY10" fmla="*/ 221941 h 497149"/>
                    <a:gd name="connsiteX11" fmla="*/ 328474 w 532660"/>
                    <a:gd name="connsiteY11" fmla="*/ 168675 h 497149"/>
                    <a:gd name="connsiteX12" fmla="*/ 355107 w 532660"/>
                    <a:gd name="connsiteY12" fmla="*/ 142042 h 497149"/>
                    <a:gd name="connsiteX13" fmla="*/ 372862 w 532660"/>
                    <a:gd name="connsiteY13" fmla="*/ 115409 h 497149"/>
                    <a:gd name="connsiteX14" fmla="*/ 399495 w 532660"/>
                    <a:gd name="connsiteY14" fmla="*/ 97654 h 497149"/>
                    <a:gd name="connsiteX15" fmla="*/ 443884 w 532660"/>
                    <a:gd name="connsiteY15" fmla="*/ 71021 h 497149"/>
                    <a:gd name="connsiteX16" fmla="*/ 497150 w 532660"/>
                    <a:gd name="connsiteY16" fmla="*/ 26633 h 497149"/>
                    <a:gd name="connsiteX17" fmla="*/ 532660 w 532660"/>
                    <a:gd name="connsiteY17" fmla="*/ 0 h 497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532660" h="497149">
                      <a:moveTo>
                        <a:pt x="0" y="497149"/>
                      </a:moveTo>
                      <a:cubicBezTo>
                        <a:pt x="29592" y="476435"/>
                        <a:pt x="63236" y="460549"/>
                        <a:pt x="88777" y="435006"/>
                      </a:cubicBezTo>
                      <a:cubicBezTo>
                        <a:pt x="94695" y="429087"/>
                        <a:pt x="99568" y="421893"/>
                        <a:pt x="106532" y="417250"/>
                      </a:cubicBezTo>
                      <a:cubicBezTo>
                        <a:pt x="117543" y="409909"/>
                        <a:pt x="130206" y="405413"/>
                        <a:pt x="142043" y="399495"/>
                      </a:cubicBezTo>
                      <a:cubicBezTo>
                        <a:pt x="183593" y="357943"/>
                        <a:pt x="132652" y="403592"/>
                        <a:pt x="186431" y="372862"/>
                      </a:cubicBezTo>
                      <a:cubicBezTo>
                        <a:pt x="199278" y="365521"/>
                        <a:pt x="209902" y="354829"/>
                        <a:pt x="221942" y="346229"/>
                      </a:cubicBezTo>
                      <a:cubicBezTo>
                        <a:pt x="230624" y="340027"/>
                        <a:pt x="239697" y="334392"/>
                        <a:pt x="248575" y="328473"/>
                      </a:cubicBezTo>
                      <a:cubicBezTo>
                        <a:pt x="254493" y="319595"/>
                        <a:pt x="259665" y="310171"/>
                        <a:pt x="266330" y="301840"/>
                      </a:cubicBezTo>
                      <a:cubicBezTo>
                        <a:pt x="271559" y="295304"/>
                        <a:pt x="280343" y="291571"/>
                        <a:pt x="284086" y="284085"/>
                      </a:cubicBezTo>
                      <a:cubicBezTo>
                        <a:pt x="289543" y="273172"/>
                        <a:pt x="288157" y="259789"/>
                        <a:pt x="292963" y="248574"/>
                      </a:cubicBezTo>
                      <a:cubicBezTo>
                        <a:pt x="297166" y="238767"/>
                        <a:pt x="304800" y="230819"/>
                        <a:pt x="310719" y="221941"/>
                      </a:cubicBezTo>
                      <a:cubicBezTo>
                        <a:pt x="316637" y="204186"/>
                        <a:pt x="315240" y="181909"/>
                        <a:pt x="328474" y="168675"/>
                      </a:cubicBezTo>
                      <a:cubicBezTo>
                        <a:pt x="337352" y="159797"/>
                        <a:pt x="347070" y="151687"/>
                        <a:pt x="355107" y="142042"/>
                      </a:cubicBezTo>
                      <a:cubicBezTo>
                        <a:pt x="361937" y="133845"/>
                        <a:pt x="365317" y="122954"/>
                        <a:pt x="372862" y="115409"/>
                      </a:cubicBezTo>
                      <a:cubicBezTo>
                        <a:pt x="380407" y="107864"/>
                        <a:pt x="391163" y="104319"/>
                        <a:pt x="399495" y="97654"/>
                      </a:cubicBezTo>
                      <a:cubicBezTo>
                        <a:pt x="434313" y="69800"/>
                        <a:pt x="397633" y="86439"/>
                        <a:pt x="443884" y="71021"/>
                      </a:cubicBezTo>
                      <a:cubicBezTo>
                        <a:pt x="507157" y="7748"/>
                        <a:pt x="435345" y="76078"/>
                        <a:pt x="497150" y="26633"/>
                      </a:cubicBezTo>
                      <a:cubicBezTo>
                        <a:pt x="534541" y="-3280"/>
                        <a:pt x="495595" y="18532"/>
                        <a:pt x="532660" y="0"/>
                      </a:cubicBezTo>
                    </a:path>
                  </a:pathLst>
                </a:custGeom>
                <a:noFill/>
                <a:ln w="7620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300" name="Freeform: Shape 639">
                  <a:extLst>
                    <a:ext uri="{FF2B5EF4-FFF2-40B4-BE49-F238E27FC236}">
                      <a16:creationId xmlns:a16="http://schemas.microsoft.com/office/drawing/2014/main" id="{3FABF73E-B6A2-9795-99DC-59428A1FB03A}"/>
                    </a:ext>
                  </a:extLst>
                </p:cNvPr>
                <p:cNvSpPr/>
                <p:nvPr/>
              </p:nvSpPr>
              <p:spPr>
                <a:xfrm>
                  <a:off x="32749861" y="17827825"/>
                  <a:ext cx="410551" cy="2061151"/>
                </a:xfrm>
                <a:custGeom>
                  <a:avLst/>
                  <a:gdLst>
                    <a:gd name="connsiteX0" fmla="*/ 27516 w 27516"/>
                    <a:gd name="connsiteY0" fmla="*/ 0 h 141817"/>
                    <a:gd name="connsiteX1" fmla="*/ 21166 w 27516"/>
                    <a:gd name="connsiteY1" fmla="*/ 10584 h 141817"/>
                    <a:gd name="connsiteX2" fmla="*/ 19050 w 27516"/>
                    <a:gd name="connsiteY2" fmla="*/ 25400 h 141817"/>
                    <a:gd name="connsiteX3" fmla="*/ 16933 w 27516"/>
                    <a:gd name="connsiteY3" fmla="*/ 80434 h 141817"/>
                    <a:gd name="connsiteX4" fmla="*/ 8466 w 27516"/>
                    <a:gd name="connsiteY4" fmla="*/ 91017 h 141817"/>
                    <a:gd name="connsiteX5" fmla="*/ 6350 w 27516"/>
                    <a:gd name="connsiteY5" fmla="*/ 99484 h 141817"/>
                    <a:gd name="connsiteX6" fmla="*/ 4233 w 27516"/>
                    <a:gd name="connsiteY6" fmla="*/ 110067 h 141817"/>
                    <a:gd name="connsiteX7" fmla="*/ 0 w 27516"/>
                    <a:gd name="connsiteY7" fmla="*/ 122767 h 141817"/>
                    <a:gd name="connsiteX8" fmla="*/ 0 w 27516"/>
                    <a:gd name="connsiteY8" fmla="*/ 141817 h 141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516" h="141817">
                      <a:moveTo>
                        <a:pt x="27516" y="0"/>
                      </a:moveTo>
                      <a:cubicBezTo>
                        <a:pt x="25399" y="3528"/>
                        <a:pt x="22467" y="6681"/>
                        <a:pt x="21166" y="10584"/>
                      </a:cubicBezTo>
                      <a:cubicBezTo>
                        <a:pt x="19589" y="15317"/>
                        <a:pt x="19352" y="20420"/>
                        <a:pt x="19050" y="25400"/>
                      </a:cubicBezTo>
                      <a:cubicBezTo>
                        <a:pt x="17940" y="43725"/>
                        <a:pt x="18822" y="62173"/>
                        <a:pt x="16933" y="80434"/>
                      </a:cubicBezTo>
                      <a:cubicBezTo>
                        <a:pt x="16625" y="83414"/>
                        <a:pt x="10552" y="88932"/>
                        <a:pt x="8466" y="91017"/>
                      </a:cubicBezTo>
                      <a:cubicBezTo>
                        <a:pt x="7761" y="93839"/>
                        <a:pt x="6981" y="96644"/>
                        <a:pt x="6350" y="99484"/>
                      </a:cubicBezTo>
                      <a:cubicBezTo>
                        <a:pt x="5570" y="102996"/>
                        <a:pt x="5180" y="106596"/>
                        <a:pt x="4233" y="110067"/>
                      </a:cubicBezTo>
                      <a:cubicBezTo>
                        <a:pt x="3059" y="114372"/>
                        <a:pt x="0" y="118305"/>
                        <a:pt x="0" y="122767"/>
                      </a:cubicBezTo>
                      <a:lnTo>
                        <a:pt x="0" y="141817"/>
                      </a:lnTo>
                    </a:path>
                  </a:pathLst>
                </a:custGeom>
                <a:noFill/>
                <a:ln w="76200">
                  <a:solidFill>
                    <a:schemeClr val="accent5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 sz="1613"/>
                </a:p>
              </p:txBody>
            </p:sp>
            <p:sp>
              <p:nvSpPr>
                <p:cNvPr id="301" name="Freeform: Shape 582">
                  <a:extLst>
                    <a:ext uri="{FF2B5EF4-FFF2-40B4-BE49-F238E27FC236}">
                      <a16:creationId xmlns:a16="http://schemas.microsoft.com/office/drawing/2014/main" id="{AAE3D7B8-30E8-92C6-D5A4-F362162F64F4}"/>
                    </a:ext>
                  </a:extLst>
                </p:cNvPr>
                <p:cNvSpPr/>
                <p:nvPr/>
              </p:nvSpPr>
              <p:spPr>
                <a:xfrm>
                  <a:off x="31405634" y="19549512"/>
                  <a:ext cx="285766" cy="1334468"/>
                </a:xfrm>
                <a:custGeom>
                  <a:avLst/>
                  <a:gdLst>
                    <a:gd name="connsiteX0" fmla="*/ 0 w 97367"/>
                    <a:gd name="connsiteY0" fmla="*/ 0 h 143933"/>
                    <a:gd name="connsiteX1" fmla="*/ 8467 w 97367"/>
                    <a:gd name="connsiteY1" fmla="*/ 19050 h 143933"/>
                    <a:gd name="connsiteX2" fmla="*/ 12700 w 97367"/>
                    <a:gd name="connsiteY2" fmla="*/ 27517 h 143933"/>
                    <a:gd name="connsiteX3" fmla="*/ 14817 w 97367"/>
                    <a:gd name="connsiteY3" fmla="*/ 33867 h 143933"/>
                    <a:gd name="connsiteX4" fmla="*/ 21167 w 97367"/>
                    <a:gd name="connsiteY4" fmla="*/ 38100 h 143933"/>
                    <a:gd name="connsiteX5" fmla="*/ 35983 w 97367"/>
                    <a:gd name="connsiteY5" fmla="*/ 55033 h 143933"/>
                    <a:gd name="connsiteX6" fmla="*/ 40217 w 97367"/>
                    <a:gd name="connsiteY6" fmla="*/ 63500 h 143933"/>
                    <a:gd name="connsiteX7" fmla="*/ 67733 w 97367"/>
                    <a:gd name="connsiteY7" fmla="*/ 86783 h 143933"/>
                    <a:gd name="connsiteX8" fmla="*/ 71967 w 97367"/>
                    <a:gd name="connsiteY8" fmla="*/ 99483 h 143933"/>
                    <a:gd name="connsiteX9" fmla="*/ 80433 w 97367"/>
                    <a:gd name="connsiteY9" fmla="*/ 112183 h 143933"/>
                    <a:gd name="connsiteX10" fmla="*/ 86783 w 97367"/>
                    <a:gd name="connsiteY10" fmla="*/ 129117 h 143933"/>
                    <a:gd name="connsiteX11" fmla="*/ 91017 w 97367"/>
                    <a:gd name="connsiteY11" fmla="*/ 133350 h 143933"/>
                    <a:gd name="connsiteX12" fmla="*/ 97367 w 97367"/>
                    <a:gd name="connsiteY12" fmla="*/ 143933 h 1439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7367" h="143933">
                      <a:moveTo>
                        <a:pt x="0" y="0"/>
                      </a:moveTo>
                      <a:cubicBezTo>
                        <a:pt x="3490" y="17446"/>
                        <a:pt x="-709" y="4367"/>
                        <a:pt x="8467" y="19050"/>
                      </a:cubicBezTo>
                      <a:cubicBezTo>
                        <a:pt x="10139" y="21726"/>
                        <a:pt x="11457" y="24617"/>
                        <a:pt x="12700" y="27517"/>
                      </a:cubicBezTo>
                      <a:cubicBezTo>
                        <a:pt x="13579" y="29568"/>
                        <a:pt x="13423" y="32125"/>
                        <a:pt x="14817" y="33867"/>
                      </a:cubicBezTo>
                      <a:cubicBezTo>
                        <a:pt x="16406" y="35853"/>
                        <a:pt x="19050" y="36689"/>
                        <a:pt x="21167" y="38100"/>
                      </a:cubicBezTo>
                      <a:cubicBezTo>
                        <a:pt x="31064" y="57896"/>
                        <a:pt x="17719" y="34161"/>
                        <a:pt x="35983" y="55033"/>
                      </a:cubicBezTo>
                      <a:cubicBezTo>
                        <a:pt x="38061" y="57408"/>
                        <a:pt x="38163" y="61104"/>
                        <a:pt x="40217" y="63500"/>
                      </a:cubicBezTo>
                      <a:cubicBezTo>
                        <a:pt x="58413" y="84729"/>
                        <a:pt x="52934" y="81851"/>
                        <a:pt x="67733" y="86783"/>
                      </a:cubicBezTo>
                      <a:cubicBezTo>
                        <a:pt x="69144" y="91016"/>
                        <a:pt x="68812" y="96327"/>
                        <a:pt x="71967" y="99483"/>
                      </a:cubicBezTo>
                      <a:cubicBezTo>
                        <a:pt x="77134" y="104651"/>
                        <a:pt x="77358" y="103983"/>
                        <a:pt x="80433" y="112183"/>
                      </a:cubicBezTo>
                      <a:cubicBezTo>
                        <a:pt x="84421" y="122816"/>
                        <a:pt x="80050" y="119018"/>
                        <a:pt x="86783" y="129117"/>
                      </a:cubicBezTo>
                      <a:cubicBezTo>
                        <a:pt x="87890" y="130777"/>
                        <a:pt x="89770" y="131792"/>
                        <a:pt x="91017" y="133350"/>
                      </a:cubicBezTo>
                      <a:cubicBezTo>
                        <a:pt x="94420" y="137604"/>
                        <a:pt x="95170" y="139539"/>
                        <a:pt x="97367" y="143933"/>
                      </a:cubicBezTo>
                    </a:path>
                  </a:pathLst>
                </a:custGeom>
                <a:noFill/>
                <a:ln w="7620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302" name="Freeform: Shape 406">
                  <a:extLst>
                    <a:ext uri="{FF2B5EF4-FFF2-40B4-BE49-F238E27FC236}">
                      <a16:creationId xmlns:a16="http://schemas.microsoft.com/office/drawing/2014/main" id="{50ABBEB7-EDE1-40C9-15E0-DF95016DEDE0}"/>
                    </a:ext>
                  </a:extLst>
                </p:cNvPr>
                <p:cNvSpPr/>
                <p:nvPr/>
              </p:nvSpPr>
              <p:spPr>
                <a:xfrm>
                  <a:off x="33510449" y="19033561"/>
                  <a:ext cx="259551" cy="1357689"/>
                </a:xfrm>
                <a:custGeom>
                  <a:avLst/>
                  <a:gdLst>
                    <a:gd name="connsiteX0" fmla="*/ 27516 w 27516"/>
                    <a:gd name="connsiteY0" fmla="*/ 0 h 141817"/>
                    <a:gd name="connsiteX1" fmla="*/ 21166 w 27516"/>
                    <a:gd name="connsiteY1" fmla="*/ 10584 h 141817"/>
                    <a:gd name="connsiteX2" fmla="*/ 19050 w 27516"/>
                    <a:gd name="connsiteY2" fmla="*/ 25400 h 141817"/>
                    <a:gd name="connsiteX3" fmla="*/ 16933 w 27516"/>
                    <a:gd name="connsiteY3" fmla="*/ 80434 h 141817"/>
                    <a:gd name="connsiteX4" fmla="*/ 8466 w 27516"/>
                    <a:gd name="connsiteY4" fmla="*/ 91017 h 141817"/>
                    <a:gd name="connsiteX5" fmla="*/ 6350 w 27516"/>
                    <a:gd name="connsiteY5" fmla="*/ 99484 h 141817"/>
                    <a:gd name="connsiteX6" fmla="*/ 4233 w 27516"/>
                    <a:gd name="connsiteY6" fmla="*/ 110067 h 141817"/>
                    <a:gd name="connsiteX7" fmla="*/ 0 w 27516"/>
                    <a:gd name="connsiteY7" fmla="*/ 122767 h 141817"/>
                    <a:gd name="connsiteX8" fmla="*/ 0 w 27516"/>
                    <a:gd name="connsiteY8" fmla="*/ 141817 h 141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516" h="141817">
                      <a:moveTo>
                        <a:pt x="27516" y="0"/>
                      </a:moveTo>
                      <a:cubicBezTo>
                        <a:pt x="25399" y="3528"/>
                        <a:pt x="22467" y="6681"/>
                        <a:pt x="21166" y="10584"/>
                      </a:cubicBezTo>
                      <a:cubicBezTo>
                        <a:pt x="19589" y="15317"/>
                        <a:pt x="19352" y="20420"/>
                        <a:pt x="19050" y="25400"/>
                      </a:cubicBezTo>
                      <a:cubicBezTo>
                        <a:pt x="17940" y="43725"/>
                        <a:pt x="18822" y="62173"/>
                        <a:pt x="16933" y="80434"/>
                      </a:cubicBezTo>
                      <a:cubicBezTo>
                        <a:pt x="16625" y="83414"/>
                        <a:pt x="10552" y="88932"/>
                        <a:pt x="8466" y="91017"/>
                      </a:cubicBezTo>
                      <a:cubicBezTo>
                        <a:pt x="7761" y="93839"/>
                        <a:pt x="6981" y="96644"/>
                        <a:pt x="6350" y="99484"/>
                      </a:cubicBezTo>
                      <a:cubicBezTo>
                        <a:pt x="5570" y="102996"/>
                        <a:pt x="5180" y="106596"/>
                        <a:pt x="4233" y="110067"/>
                      </a:cubicBezTo>
                      <a:cubicBezTo>
                        <a:pt x="3059" y="114372"/>
                        <a:pt x="0" y="118305"/>
                        <a:pt x="0" y="122767"/>
                      </a:cubicBezTo>
                      <a:lnTo>
                        <a:pt x="0" y="141817"/>
                      </a:lnTo>
                    </a:path>
                  </a:pathLst>
                </a:custGeom>
                <a:noFill/>
                <a:ln w="76200"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/>
                </a:p>
              </p:txBody>
            </p:sp>
            <p:sp>
              <p:nvSpPr>
                <p:cNvPr id="303" name="Freeform: Shape 639">
                  <a:extLst>
                    <a:ext uri="{FF2B5EF4-FFF2-40B4-BE49-F238E27FC236}">
                      <a16:creationId xmlns:a16="http://schemas.microsoft.com/office/drawing/2014/main" id="{80AB8AE9-3BD1-0222-538A-E6E71BF1335C}"/>
                    </a:ext>
                  </a:extLst>
                </p:cNvPr>
                <p:cNvSpPr/>
                <p:nvPr/>
              </p:nvSpPr>
              <p:spPr>
                <a:xfrm>
                  <a:off x="35068519" y="19239083"/>
                  <a:ext cx="475984" cy="772088"/>
                </a:xfrm>
                <a:custGeom>
                  <a:avLst/>
                  <a:gdLst>
                    <a:gd name="connsiteX0" fmla="*/ 27516 w 27516"/>
                    <a:gd name="connsiteY0" fmla="*/ 0 h 141817"/>
                    <a:gd name="connsiteX1" fmla="*/ 21166 w 27516"/>
                    <a:gd name="connsiteY1" fmla="*/ 10584 h 141817"/>
                    <a:gd name="connsiteX2" fmla="*/ 19050 w 27516"/>
                    <a:gd name="connsiteY2" fmla="*/ 25400 h 141817"/>
                    <a:gd name="connsiteX3" fmla="*/ 16933 w 27516"/>
                    <a:gd name="connsiteY3" fmla="*/ 80434 h 141817"/>
                    <a:gd name="connsiteX4" fmla="*/ 8466 w 27516"/>
                    <a:gd name="connsiteY4" fmla="*/ 91017 h 141817"/>
                    <a:gd name="connsiteX5" fmla="*/ 6350 w 27516"/>
                    <a:gd name="connsiteY5" fmla="*/ 99484 h 141817"/>
                    <a:gd name="connsiteX6" fmla="*/ 4233 w 27516"/>
                    <a:gd name="connsiteY6" fmla="*/ 110067 h 141817"/>
                    <a:gd name="connsiteX7" fmla="*/ 0 w 27516"/>
                    <a:gd name="connsiteY7" fmla="*/ 122767 h 141817"/>
                    <a:gd name="connsiteX8" fmla="*/ 0 w 27516"/>
                    <a:gd name="connsiteY8" fmla="*/ 141817 h 141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516" h="141817">
                      <a:moveTo>
                        <a:pt x="27516" y="0"/>
                      </a:moveTo>
                      <a:cubicBezTo>
                        <a:pt x="25399" y="3528"/>
                        <a:pt x="22467" y="6681"/>
                        <a:pt x="21166" y="10584"/>
                      </a:cubicBezTo>
                      <a:cubicBezTo>
                        <a:pt x="19589" y="15317"/>
                        <a:pt x="19352" y="20420"/>
                        <a:pt x="19050" y="25400"/>
                      </a:cubicBezTo>
                      <a:cubicBezTo>
                        <a:pt x="17940" y="43725"/>
                        <a:pt x="18822" y="62173"/>
                        <a:pt x="16933" y="80434"/>
                      </a:cubicBezTo>
                      <a:cubicBezTo>
                        <a:pt x="16625" y="83414"/>
                        <a:pt x="10552" y="88932"/>
                        <a:pt x="8466" y="91017"/>
                      </a:cubicBezTo>
                      <a:cubicBezTo>
                        <a:pt x="7761" y="93839"/>
                        <a:pt x="6981" y="96644"/>
                        <a:pt x="6350" y="99484"/>
                      </a:cubicBezTo>
                      <a:cubicBezTo>
                        <a:pt x="5570" y="102996"/>
                        <a:pt x="5180" y="106596"/>
                        <a:pt x="4233" y="110067"/>
                      </a:cubicBezTo>
                      <a:cubicBezTo>
                        <a:pt x="3059" y="114372"/>
                        <a:pt x="0" y="118305"/>
                        <a:pt x="0" y="122767"/>
                      </a:cubicBezTo>
                      <a:lnTo>
                        <a:pt x="0" y="141817"/>
                      </a:lnTo>
                    </a:path>
                  </a:pathLst>
                </a:custGeom>
                <a:noFill/>
                <a:ln w="762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 sz="1613"/>
                </a:p>
              </p:txBody>
            </p:sp>
            <p:sp>
              <p:nvSpPr>
                <p:cNvPr id="304" name="Freeform: Shape 406">
                  <a:extLst>
                    <a:ext uri="{FF2B5EF4-FFF2-40B4-BE49-F238E27FC236}">
                      <a16:creationId xmlns:a16="http://schemas.microsoft.com/office/drawing/2014/main" id="{C6E940FE-21E3-F34B-5C0D-29378BAD1778}"/>
                    </a:ext>
                  </a:extLst>
                </p:cNvPr>
                <p:cNvSpPr/>
                <p:nvPr/>
              </p:nvSpPr>
              <p:spPr>
                <a:xfrm>
                  <a:off x="35680849" y="19961727"/>
                  <a:ext cx="189583" cy="606273"/>
                </a:xfrm>
                <a:custGeom>
                  <a:avLst/>
                  <a:gdLst>
                    <a:gd name="connsiteX0" fmla="*/ 27516 w 27516"/>
                    <a:gd name="connsiteY0" fmla="*/ 0 h 141817"/>
                    <a:gd name="connsiteX1" fmla="*/ 21166 w 27516"/>
                    <a:gd name="connsiteY1" fmla="*/ 10584 h 141817"/>
                    <a:gd name="connsiteX2" fmla="*/ 19050 w 27516"/>
                    <a:gd name="connsiteY2" fmla="*/ 25400 h 141817"/>
                    <a:gd name="connsiteX3" fmla="*/ 16933 w 27516"/>
                    <a:gd name="connsiteY3" fmla="*/ 80434 h 141817"/>
                    <a:gd name="connsiteX4" fmla="*/ 8466 w 27516"/>
                    <a:gd name="connsiteY4" fmla="*/ 91017 h 141817"/>
                    <a:gd name="connsiteX5" fmla="*/ 6350 w 27516"/>
                    <a:gd name="connsiteY5" fmla="*/ 99484 h 141817"/>
                    <a:gd name="connsiteX6" fmla="*/ 4233 w 27516"/>
                    <a:gd name="connsiteY6" fmla="*/ 110067 h 141817"/>
                    <a:gd name="connsiteX7" fmla="*/ 0 w 27516"/>
                    <a:gd name="connsiteY7" fmla="*/ 122767 h 141817"/>
                    <a:gd name="connsiteX8" fmla="*/ 0 w 27516"/>
                    <a:gd name="connsiteY8" fmla="*/ 141817 h 141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516" h="141817">
                      <a:moveTo>
                        <a:pt x="27516" y="0"/>
                      </a:moveTo>
                      <a:cubicBezTo>
                        <a:pt x="25399" y="3528"/>
                        <a:pt x="22467" y="6681"/>
                        <a:pt x="21166" y="10584"/>
                      </a:cubicBezTo>
                      <a:cubicBezTo>
                        <a:pt x="19589" y="15317"/>
                        <a:pt x="19352" y="20420"/>
                        <a:pt x="19050" y="25400"/>
                      </a:cubicBezTo>
                      <a:cubicBezTo>
                        <a:pt x="17940" y="43725"/>
                        <a:pt x="18822" y="62173"/>
                        <a:pt x="16933" y="80434"/>
                      </a:cubicBezTo>
                      <a:cubicBezTo>
                        <a:pt x="16625" y="83414"/>
                        <a:pt x="10552" y="88932"/>
                        <a:pt x="8466" y="91017"/>
                      </a:cubicBezTo>
                      <a:cubicBezTo>
                        <a:pt x="7761" y="93839"/>
                        <a:pt x="6981" y="96644"/>
                        <a:pt x="6350" y="99484"/>
                      </a:cubicBezTo>
                      <a:cubicBezTo>
                        <a:pt x="5570" y="102996"/>
                        <a:pt x="5180" y="106596"/>
                        <a:pt x="4233" y="110067"/>
                      </a:cubicBezTo>
                      <a:cubicBezTo>
                        <a:pt x="3059" y="114372"/>
                        <a:pt x="0" y="118305"/>
                        <a:pt x="0" y="122767"/>
                      </a:cubicBezTo>
                      <a:lnTo>
                        <a:pt x="0" y="141817"/>
                      </a:lnTo>
                    </a:path>
                  </a:pathLst>
                </a:custGeom>
                <a:noFill/>
                <a:ln w="762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13" dirty="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4" name="TextBox 383">
                    <a:extLst>
                      <a:ext uri="{FF2B5EF4-FFF2-40B4-BE49-F238E27FC236}">
                        <a16:creationId xmlns:a16="http://schemas.microsoft.com/office/drawing/2014/main" id="{31B0FF47-CD3C-DA5A-293D-6903133DB962}"/>
                      </a:ext>
                    </a:extLst>
                  </p:cNvPr>
                  <p:cNvSpPr txBox="1"/>
                  <p:nvPr/>
                </p:nvSpPr>
                <p:spPr>
                  <a:xfrm>
                    <a:off x="30234841" y="23578436"/>
                    <a:ext cx="583706" cy="602998"/>
                  </a:xfrm>
                  <a:custGeom>
                    <a:avLst/>
                    <a:gdLst>
                      <a:gd name="connsiteX0" fmla="*/ 0 w 533892"/>
                      <a:gd name="connsiteY0" fmla="*/ 0 h 478464"/>
                      <a:gd name="connsiteX1" fmla="*/ 533892 w 533892"/>
                      <a:gd name="connsiteY1" fmla="*/ 0 h 478464"/>
                      <a:gd name="connsiteX2" fmla="*/ 533892 w 533892"/>
                      <a:gd name="connsiteY2" fmla="*/ 478464 h 478464"/>
                      <a:gd name="connsiteX3" fmla="*/ 0 w 533892"/>
                      <a:gd name="connsiteY3" fmla="*/ 478464 h 478464"/>
                      <a:gd name="connsiteX4" fmla="*/ 0 w 533892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33892" h="478464" extrusionOk="0">
                        <a:moveTo>
                          <a:pt x="0" y="0"/>
                        </a:moveTo>
                        <a:cubicBezTo>
                          <a:pt x="249798" y="-7628"/>
                          <a:pt x="307944" y="45758"/>
                          <a:pt x="533892" y="0"/>
                        </a:cubicBezTo>
                        <a:cubicBezTo>
                          <a:pt x="582841" y="175492"/>
                          <a:pt x="507721" y="339994"/>
                          <a:pt x="533892" y="478464"/>
                        </a:cubicBezTo>
                        <a:cubicBezTo>
                          <a:pt x="280547" y="523487"/>
                          <a:pt x="126532" y="471614"/>
                          <a:pt x="0" y="478464"/>
                        </a:cubicBezTo>
                        <a:cubicBezTo>
                          <a:pt x="-19422" y="349564"/>
                          <a:pt x="14864" y="150637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3780992294">
                          <a:prstGeom prst="rect">
                            <a:avLst/>
                          </a:pr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4" name="TextBox 383">
                    <a:extLst>
                      <a:ext uri="{FF2B5EF4-FFF2-40B4-BE49-F238E27FC236}">
                        <a16:creationId xmlns:a16="http://schemas.microsoft.com/office/drawing/2014/main" id="{31B0FF47-CD3C-DA5A-293D-6903133DB9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234841" y="23578436"/>
                    <a:ext cx="583706" cy="602998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3780992294">
                          <a:custGeom>
                            <a:avLst/>
                            <a:gdLst>
                              <a:gd name="connsiteX0" fmla="*/ 0 w 533892"/>
                              <a:gd name="connsiteY0" fmla="*/ 0 h 478464"/>
                              <a:gd name="connsiteX1" fmla="*/ 533892 w 533892"/>
                              <a:gd name="connsiteY1" fmla="*/ 0 h 478464"/>
                              <a:gd name="connsiteX2" fmla="*/ 533892 w 533892"/>
                              <a:gd name="connsiteY2" fmla="*/ 478464 h 478464"/>
                              <a:gd name="connsiteX3" fmla="*/ 0 w 533892"/>
                              <a:gd name="connsiteY3" fmla="*/ 478464 h 478464"/>
                              <a:gd name="connsiteX4" fmla="*/ 0 w 533892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33892" h="478464" extrusionOk="0">
                                <a:moveTo>
                                  <a:pt x="0" y="0"/>
                                </a:moveTo>
                                <a:cubicBezTo>
                                  <a:pt x="249798" y="-7628"/>
                                  <a:pt x="307944" y="45758"/>
                                  <a:pt x="533892" y="0"/>
                                </a:cubicBezTo>
                                <a:cubicBezTo>
                                  <a:pt x="582841" y="175492"/>
                                  <a:pt x="507721" y="339994"/>
                                  <a:pt x="533892" y="478464"/>
                                </a:cubicBezTo>
                                <a:cubicBezTo>
                                  <a:pt x="280547" y="523487"/>
                                  <a:pt x="126532" y="471614"/>
                                  <a:pt x="0" y="478464"/>
                                </a:cubicBezTo>
                                <a:cubicBezTo>
                                  <a:pt x="-19422" y="349564"/>
                                  <a:pt x="14864" y="15063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7" name="TextBox 386">
                    <a:extLst>
                      <a:ext uri="{FF2B5EF4-FFF2-40B4-BE49-F238E27FC236}">
                        <a16:creationId xmlns:a16="http://schemas.microsoft.com/office/drawing/2014/main" id="{678CA1F7-A323-8858-A201-1A2E542F345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37416" y="24352472"/>
                    <a:ext cx="564749" cy="602998"/>
                  </a:xfrm>
                  <a:custGeom>
                    <a:avLst/>
                    <a:gdLst>
                      <a:gd name="connsiteX0" fmla="*/ 0 w 516553"/>
                      <a:gd name="connsiteY0" fmla="*/ 0 h 478464"/>
                      <a:gd name="connsiteX1" fmla="*/ 516553 w 516553"/>
                      <a:gd name="connsiteY1" fmla="*/ 0 h 478464"/>
                      <a:gd name="connsiteX2" fmla="*/ 516553 w 516553"/>
                      <a:gd name="connsiteY2" fmla="*/ 478464 h 478464"/>
                      <a:gd name="connsiteX3" fmla="*/ 0 w 516553"/>
                      <a:gd name="connsiteY3" fmla="*/ 478464 h 478464"/>
                      <a:gd name="connsiteX4" fmla="*/ 0 w 516553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16553" h="478464" extrusionOk="0">
                        <a:moveTo>
                          <a:pt x="0" y="0"/>
                        </a:moveTo>
                        <a:cubicBezTo>
                          <a:pt x="108095" y="-2920"/>
                          <a:pt x="337862" y="7609"/>
                          <a:pt x="516553" y="0"/>
                        </a:cubicBezTo>
                        <a:cubicBezTo>
                          <a:pt x="526599" y="158809"/>
                          <a:pt x="508562" y="259416"/>
                          <a:pt x="516553" y="478464"/>
                        </a:cubicBezTo>
                        <a:cubicBezTo>
                          <a:pt x="373202" y="468128"/>
                          <a:pt x="223706" y="490637"/>
                          <a:pt x="0" y="478464"/>
                        </a:cubicBezTo>
                        <a:cubicBezTo>
                          <a:pt x="2260" y="300948"/>
                          <a:pt x="-15439" y="118539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3523161294">
                          <a:prstGeom prst="rect">
                            <a:avLst/>
                          </a:pr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>
                    <a:defPPr>
                      <a:defRPr lang="en-US"/>
                    </a:defPPr>
                    <a:lvl1pPr>
                      <a:defRPr sz="3136" b="0" i="1">
                        <a:latin typeface="Cambria Math" panose="02040503050406030204" pitchFamily="18" charset="0"/>
                      </a:defRPr>
                    </a:lvl1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/>
                              </m:ctrlPr>
                            </m:sSubPr>
                            <m:e>
                              <m:r>
                                <a:rPr lang="en-US" sz="2509"/>
                                <m:t>𝑎</m:t>
                              </m:r>
                            </m:e>
                            <m:sub>
                              <m:r>
                                <a:rPr lang="en-US" sz="2509"/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7" name="TextBox 386">
                    <a:extLst>
                      <a:ext uri="{FF2B5EF4-FFF2-40B4-BE49-F238E27FC236}">
                        <a16:creationId xmlns:a16="http://schemas.microsoft.com/office/drawing/2014/main" id="{678CA1F7-A323-8858-A201-1A2E542F34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37416" y="24352472"/>
                    <a:ext cx="564749" cy="602998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3523161294">
                          <a:custGeom>
                            <a:avLst/>
                            <a:gdLst>
                              <a:gd name="connsiteX0" fmla="*/ 0 w 516553"/>
                              <a:gd name="connsiteY0" fmla="*/ 0 h 478464"/>
                              <a:gd name="connsiteX1" fmla="*/ 516553 w 516553"/>
                              <a:gd name="connsiteY1" fmla="*/ 0 h 478464"/>
                              <a:gd name="connsiteX2" fmla="*/ 516553 w 516553"/>
                              <a:gd name="connsiteY2" fmla="*/ 478464 h 478464"/>
                              <a:gd name="connsiteX3" fmla="*/ 0 w 516553"/>
                              <a:gd name="connsiteY3" fmla="*/ 478464 h 478464"/>
                              <a:gd name="connsiteX4" fmla="*/ 0 w 516553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16553" h="478464" extrusionOk="0">
                                <a:moveTo>
                                  <a:pt x="0" y="0"/>
                                </a:moveTo>
                                <a:cubicBezTo>
                                  <a:pt x="108095" y="-2920"/>
                                  <a:pt x="337862" y="7609"/>
                                  <a:pt x="516553" y="0"/>
                                </a:cubicBezTo>
                                <a:cubicBezTo>
                                  <a:pt x="526599" y="158809"/>
                                  <a:pt x="508562" y="259416"/>
                                  <a:pt x="516553" y="478464"/>
                                </a:cubicBezTo>
                                <a:cubicBezTo>
                                  <a:pt x="373202" y="468128"/>
                                  <a:pt x="223706" y="490637"/>
                                  <a:pt x="0" y="478464"/>
                                </a:cubicBezTo>
                                <a:cubicBezTo>
                                  <a:pt x="2260" y="300948"/>
                                  <a:pt x="-15439" y="118539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8" name="TextBox 387">
                    <a:extLst>
                      <a:ext uri="{FF2B5EF4-FFF2-40B4-BE49-F238E27FC236}">
                        <a16:creationId xmlns:a16="http://schemas.microsoft.com/office/drawing/2014/main" id="{460B7926-4628-FDCA-BC4D-7CFF22BA6684}"/>
                      </a:ext>
                    </a:extLst>
                  </p:cNvPr>
                  <p:cNvSpPr txBox="1"/>
                  <p:nvPr/>
                </p:nvSpPr>
                <p:spPr>
                  <a:xfrm>
                    <a:off x="31812533" y="24737909"/>
                    <a:ext cx="564749" cy="602998"/>
                  </a:xfrm>
                  <a:custGeom>
                    <a:avLst/>
                    <a:gdLst>
                      <a:gd name="connsiteX0" fmla="*/ 0 w 516553"/>
                      <a:gd name="connsiteY0" fmla="*/ 0 h 478464"/>
                      <a:gd name="connsiteX1" fmla="*/ 516553 w 516553"/>
                      <a:gd name="connsiteY1" fmla="*/ 0 h 478464"/>
                      <a:gd name="connsiteX2" fmla="*/ 516553 w 516553"/>
                      <a:gd name="connsiteY2" fmla="*/ 478464 h 478464"/>
                      <a:gd name="connsiteX3" fmla="*/ 0 w 516553"/>
                      <a:gd name="connsiteY3" fmla="*/ 478464 h 478464"/>
                      <a:gd name="connsiteX4" fmla="*/ 0 w 516553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16553" h="478464" extrusionOk="0">
                        <a:moveTo>
                          <a:pt x="0" y="0"/>
                        </a:moveTo>
                        <a:cubicBezTo>
                          <a:pt x="207532" y="-7840"/>
                          <a:pt x="265328" y="21731"/>
                          <a:pt x="516553" y="0"/>
                        </a:cubicBezTo>
                        <a:cubicBezTo>
                          <a:pt x="514190" y="180754"/>
                          <a:pt x="503024" y="350996"/>
                          <a:pt x="516553" y="478464"/>
                        </a:cubicBezTo>
                        <a:cubicBezTo>
                          <a:pt x="277421" y="486504"/>
                          <a:pt x="116336" y="489071"/>
                          <a:pt x="0" y="478464"/>
                        </a:cubicBezTo>
                        <a:cubicBezTo>
                          <a:pt x="9598" y="253802"/>
                          <a:pt x="17872" y="103929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1023741404">
                          <a:prstGeom prst="rect">
                            <a:avLst/>
                          </a:pr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>
                    <a:defPPr>
                      <a:defRPr lang="en-US"/>
                    </a:defPPr>
                    <a:lvl1pPr>
                      <a:defRPr sz="3136" b="0" i="1">
                        <a:latin typeface="Cambria Math" panose="02040503050406030204" pitchFamily="18" charset="0"/>
                      </a:defRPr>
                    </a:lvl1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/>
                              </m:ctrlPr>
                            </m:sSubPr>
                            <m:e>
                              <m:r>
                                <a:rPr lang="en-US" sz="2509"/>
                                <m:t>𝑏</m:t>
                              </m:r>
                            </m:e>
                            <m:sub>
                              <m:r>
                                <a:rPr lang="en-US" sz="2509"/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88" name="TextBox 387">
                    <a:extLst>
                      <a:ext uri="{FF2B5EF4-FFF2-40B4-BE49-F238E27FC236}">
                        <a16:creationId xmlns:a16="http://schemas.microsoft.com/office/drawing/2014/main" id="{460B7926-4628-FDCA-BC4D-7CFF22BA66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12533" y="24737909"/>
                    <a:ext cx="564749" cy="602998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2326"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1023741404">
                          <a:custGeom>
                            <a:avLst/>
                            <a:gdLst>
                              <a:gd name="connsiteX0" fmla="*/ 0 w 516553"/>
                              <a:gd name="connsiteY0" fmla="*/ 0 h 478464"/>
                              <a:gd name="connsiteX1" fmla="*/ 516553 w 516553"/>
                              <a:gd name="connsiteY1" fmla="*/ 0 h 478464"/>
                              <a:gd name="connsiteX2" fmla="*/ 516553 w 516553"/>
                              <a:gd name="connsiteY2" fmla="*/ 478464 h 478464"/>
                              <a:gd name="connsiteX3" fmla="*/ 0 w 516553"/>
                              <a:gd name="connsiteY3" fmla="*/ 478464 h 478464"/>
                              <a:gd name="connsiteX4" fmla="*/ 0 w 516553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16553" h="478464" extrusionOk="0">
                                <a:moveTo>
                                  <a:pt x="0" y="0"/>
                                </a:moveTo>
                                <a:cubicBezTo>
                                  <a:pt x="207532" y="-7840"/>
                                  <a:pt x="265328" y="21731"/>
                                  <a:pt x="516553" y="0"/>
                                </a:cubicBezTo>
                                <a:cubicBezTo>
                                  <a:pt x="514190" y="180754"/>
                                  <a:pt x="503024" y="350996"/>
                                  <a:pt x="516553" y="478464"/>
                                </a:cubicBezTo>
                                <a:cubicBezTo>
                                  <a:pt x="277421" y="486504"/>
                                  <a:pt x="116336" y="489071"/>
                                  <a:pt x="0" y="478464"/>
                                </a:cubicBezTo>
                                <a:cubicBezTo>
                                  <a:pt x="9598" y="253802"/>
                                  <a:pt x="17872" y="103929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86B70681-D09F-3028-8DB5-8583C95E32C2}"/>
                  </a:ext>
                </a:extLst>
              </p:cNvPr>
              <p:cNvSpPr/>
              <p:nvPr/>
            </p:nvSpPr>
            <p:spPr>
              <a:xfrm>
                <a:off x="32691213" y="22107590"/>
                <a:ext cx="287531" cy="677595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762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0" name="TextBox 389">
                    <a:extLst>
                      <a:ext uri="{FF2B5EF4-FFF2-40B4-BE49-F238E27FC236}">
                        <a16:creationId xmlns:a16="http://schemas.microsoft.com/office/drawing/2014/main" id="{D82E62A5-A810-EE75-3095-DF895F614554}"/>
                      </a:ext>
                    </a:extLst>
                  </p:cNvPr>
                  <p:cNvSpPr txBox="1"/>
                  <p:nvPr/>
                </p:nvSpPr>
                <p:spPr>
                  <a:xfrm>
                    <a:off x="33219331" y="22808995"/>
                    <a:ext cx="464232" cy="602998"/>
                  </a:xfrm>
                  <a:custGeom>
                    <a:avLst/>
                    <a:gdLst>
                      <a:gd name="connsiteX0" fmla="*/ 0 w 424614"/>
                      <a:gd name="connsiteY0" fmla="*/ 0 h 478464"/>
                      <a:gd name="connsiteX1" fmla="*/ 424614 w 424614"/>
                      <a:gd name="connsiteY1" fmla="*/ 0 h 478464"/>
                      <a:gd name="connsiteX2" fmla="*/ 424614 w 424614"/>
                      <a:gd name="connsiteY2" fmla="*/ 478464 h 478464"/>
                      <a:gd name="connsiteX3" fmla="*/ 0 w 424614"/>
                      <a:gd name="connsiteY3" fmla="*/ 478464 h 478464"/>
                      <a:gd name="connsiteX4" fmla="*/ 0 w 424614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24614" h="478464" extrusionOk="0">
                        <a:moveTo>
                          <a:pt x="0" y="0"/>
                        </a:moveTo>
                        <a:cubicBezTo>
                          <a:pt x="103851" y="15446"/>
                          <a:pt x="320078" y="2545"/>
                          <a:pt x="424614" y="0"/>
                        </a:cubicBezTo>
                        <a:cubicBezTo>
                          <a:pt x="401096" y="171188"/>
                          <a:pt x="412981" y="340904"/>
                          <a:pt x="424614" y="478464"/>
                        </a:cubicBezTo>
                        <a:cubicBezTo>
                          <a:pt x="282577" y="468985"/>
                          <a:pt x="207562" y="496884"/>
                          <a:pt x="0" y="478464"/>
                        </a:cubicBezTo>
                        <a:cubicBezTo>
                          <a:pt x="-4507" y="375654"/>
                          <a:pt x="2506" y="207085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2594157703">
                          <a:prstGeom prst="rect">
                            <a:avLst/>
                          </a:pr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>
                    <a:defPPr>
                      <a:defRPr lang="en-US"/>
                    </a:defPPr>
                    <a:lvl1pPr>
                      <a:defRPr sz="3136" b="0" i="1">
                        <a:latin typeface="Cambria Math" panose="02040503050406030204" pitchFamily="18" charset="0"/>
                      </a:defRPr>
                    </a:lvl1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/>
                              </m:ctrlPr>
                            </m:sSubPr>
                            <m:e>
                              <m:r>
                                <a:rPr lang="en-US" sz="2509"/>
                                <m:t>𝑐</m:t>
                              </m:r>
                            </m:e>
                            <m:sub>
                              <m:r>
                                <a:rPr lang="en-US" sz="2509"/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0" name="TextBox 389">
                    <a:extLst>
                      <a:ext uri="{FF2B5EF4-FFF2-40B4-BE49-F238E27FC236}">
                        <a16:creationId xmlns:a16="http://schemas.microsoft.com/office/drawing/2014/main" id="{D82E62A5-A810-EE75-3095-DF895F6145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19331" y="22808995"/>
                    <a:ext cx="464232" cy="602998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2594157703">
                          <a:custGeom>
                            <a:avLst/>
                            <a:gdLst>
                              <a:gd name="connsiteX0" fmla="*/ 0 w 424614"/>
                              <a:gd name="connsiteY0" fmla="*/ 0 h 478464"/>
                              <a:gd name="connsiteX1" fmla="*/ 424614 w 424614"/>
                              <a:gd name="connsiteY1" fmla="*/ 0 h 478464"/>
                              <a:gd name="connsiteX2" fmla="*/ 424614 w 424614"/>
                              <a:gd name="connsiteY2" fmla="*/ 478464 h 478464"/>
                              <a:gd name="connsiteX3" fmla="*/ 0 w 424614"/>
                              <a:gd name="connsiteY3" fmla="*/ 478464 h 478464"/>
                              <a:gd name="connsiteX4" fmla="*/ 0 w 424614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424614" h="478464" extrusionOk="0">
                                <a:moveTo>
                                  <a:pt x="0" y="0"/>
                                </a:moveTo>
                                <a:cubicBezTo>
                                  <a:pt x="103851" y="15446"/>
                                  <a:pt x="320078" y="2545"/>
                                  <a:pt x="424614" y="0"/>
                                </a:cubicBezTo>
                                <a:cubicBezTo>
                                  <a:pt x="401096" y="171188"/>
                                  <a:pt x="412981" y="340904"/>
                                  <a:pt x="424614" y="478464"/>
                                </a:cubicBezTo>
                                <a:cubicBezTo>
                                  <a:pt x="282577" y="468985"/>
                                  <a:pt x="207562" y="496884"/>
                                  <a:pt x="0" y="478464"/>
                                </a:cubicBezTo>
                                <a:cubicBezTo>
                                  <a:pt x="-4507" y="375654"/>
                                  <a:pt x="2506" y="207085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3" name="TextBox 392">
                    <a:extLst>
                      <a:ext uri="{FF2B5EF4-FFF2-40B4-BE49-F238E27FC236}">
                        <a16:creationId xmlns:a16="http://schemas.microsoft.com/office/drawing/2014/main" id="{39753943-84C6-4BDE-6986-DF162A709772}"/>
                      </a:ext>
                    </a:extLst>
                  </p:cNvPr>
                  <p:cNvSpPr txBox="1"/>
                  <p:nvPr/>
                </p:nvSpPr>
                <p:spPr>
                  <a:xfrm>
                    <a:off x="32361300" y="22648990"/>
                    <a:ext cx="767288" cy="602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3" name="TextBox 392">
                    <a:extLst>
                      <a:ext uri="{FF2B5EF4-FFF2-40B4-BE49-F238E27FC236}">
                        <a16:creationId xmlns:a16="http://schemas.microsoft.com/office/drawing/2014/main" id="{39753943-84C6-4BDE-6986-DF162A7097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61300" y="22648990"/>
                    <a:ext cx="767288" cy="602998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4" name="TextBox 393">
                    <a:extLst>
                      <a:ext uri="{FF2B5EF4-FFF2-40B4-BE49-F238E27FC236}">
                        <a16:creationId xmlns:a16="http://schemas.microsoft.com/office/drawing/2014/main" id="{2EC7A9C4-25FE-E58F-A47C-625EF3834B94}"/>
                      </a:ext>
                    </a:extLst>
                  </p:cNvPr>
                  <p:cNvSpPr txBox="1"/>
                  <p:nvPr/>
                </p:nvSpPr>
                <p:spPr>
                  <a:xfrm>
                    <a:off x="31926675" y="23412341"/>
                    <a:ext cx="564749" cy="602998"/>
                  </a:xfrm>
                  <a:custGeom>
                    <a:avLst/>
                    <a:gdLst>
                      <a:gd name="connsiteX0" fmla="*/ 0 w 516553"/>
                      <a:gd name="connsiteY0" fmla="*/ 0 h 478464"/>
                      <a:gd name="connsiteX1" fmla="*/ 516553 w 516553"/>
                      <a:gd name="connsiteY1" fmla="*/ 0 h 478464"/>
                      <a:gd name="connsiteX2" fmla="*/ 516553 w 516553"/>
                      <a:gd name="connsiteY2" fmla="*/ 478464 h 478464"/>
                      <a:gd name="connsiteX3" fmla="*/ 0 w 516553"/>
                      <a:gd name="connsiteY3" fmla="*/ 478464 h 478464"/>
                      <a:gd name="connsiteX4" fmla="*/ 0 w 516553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16553" h="478464" extrusionOk="0">
                        <a:moveTo>
                          <a:pt x="0" y="0"/>
                        </a:moveTo>
                        <a:cubicBezTo>
                          <a:pt x="151568" y="-36692"/>
                          <a:pt x="408660" y="18371"/>
                          <a:pt x="516553" y="0"/>
                        </a:cubicBezTo>
                        <a:cubicBezTo>
                          <a:pt x="553227" y="218211"/>
                          <a:pt x="510101" y="331965"/>
                          <a:pt x="516553" y="478464"/>
                        </a:cubicBezTo>
                        <a:cubicBezTo>
                          <a:pt x="312788" y="529810"/>
                          <a:pt x="109948" y="421743"/>
                          <a:pt x="0" y="478464"/>
                        </a:cubicBezTo>
                        <a:cubicBezTo>
                          <a:pt x="-26254" y="374488"/>
                          <a:pt x="2433" y="196157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1973177421">
                          <a:prstGeom prst="rect">
                            <a:avLst/>
                          </a:pr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4" name="TextBox 393">
                    <a:extLst>
                      <a:ext uri="{FF2B5EF4-FFF2-40B4-BE49-F238E27FC236}">
                        <a16:creationId xmlns:a16="http://schemas.microsoft.com/office/drawing/2014/main" id="{2EC7A9C4-25FE-E58F-A47C-625EF3834B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926675" y="23412341"/>
                    <a:ext cx="564749" cy="602998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1973177421">
                          <a:custGeom>
                            <a:avLst/>
                            <a:gdLst>
                              <a:gd name="connsiteX0" fmla="*/ 0 w 516553"/>
                              <a:gd name="connsiteY0" fmla="*/ 0 h 478464"/>
                              <a:gd name="connsiteX1" fmla="*/ 516553 w 516553"/>
                              <a:gd name="connsiteY1" fmla="*/ 0 h 478464"/>
                              <a:gd name="connsiteX2" fmla="*/ 516553 w 516553"/>
                              <a:gd name="connsiteY2" fmla="*/ 478464 h 478464"/>
                              <a:gd name="connsiteX3" fmla="*/ 0 w 516553"/>
                              <a:gd name="connsiteY3" fmla="*/ 478464 h 478464"/>
                              <a:gd name="connsiteX4" fmla="*/ 0 w 516553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16553" h="478464" extrusionOk="0">
                                <a:moveTo>
                                  <a:pt x="0" y="0"/>
                                </a:moveTo>
                                <a:cubicBezTo>
                                  <a:pt x="151568" y="-36692"/>
                                  <a:pt x="408660" y="18371"/>
                                  <a:pt x="516553" y="0"/>
                                </a:cubicBezTo>
                                <a:cubicBezTo>
                                  <a:pt x="553227" y="218211"/>
                                  <a:pt x="510101" y="331965"/>
                                  <a:pt x="516553" y="478464"/>
                                </a:cubicBezTo>
                                <a:cubicBezTo>
                                  <a:pt x="312788" y="529810"/>
                                  <a:pt x="109948" y="421743"/>
                                  <a:pt x="0" y="478464"/>
                                </a:cubicBezTo>
                                <a:cubicBezTo>
                                  <a:pt x="-26254" y="374488"/>
                                  <a:pt x="2433" y="19615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5" name="TextBox 394">
                    <a:extLst>
                      <a:ext uri="{FF2B5EF4-FFF2-40B4-BE49-F238E27FC236}">
                        <a16:creationId xmlns:a16="http://schemas.microsoft.com/office/drawing/2014/main" id="{13E95ED2-E365-7A94-0012-82C7AA1B39A3}"/>
                      </a:ext>
                    </a:extLst>
                  </p:cNvPr>
                  <p:cNvSpPr txBox="1"/>
                  <p:nvPr/>
                </p:nvSpPr>
                <p:spPr>
                  <a:xfrm>
                    <a:off x="32678126" y="23915522"/>
                    <a:ext cx="625709" cy="602998"/>
                  </a:xfrm>
                  <a:custGeom>
                    <a:avLst/>
                    <a:gdLst>
                      <a:gd name="connsiteX0" fmla="*/ 0 w 572310"/>
                      <a:gd name="connsiteY0" fmla="*/ 0 h 478464"/>
                      <a:gd name="connsiteX1" fmla="*/ 572310 w 572310"/>
                      <a:gd name="connsiteY1" fmla="*/ 0 h 478464"/>
                      <a:gd name="connsiteX2" fmla="*/ 572310 w 572310"/>
                      <a:gd name="connsiteY2" fmla="*/ 478464 h 478464"/>
                      <a:gd name="connsiteX3" fmla="*/ 0 w 572310"/>
                      <a:gd name="connsiteY3" fmla="*/ 478464 h 478464"/>
                      <a:gd name="connsiteX4" fmla="*/ 0 w 572310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72310" h="478464" extrusionOk="0">
                        <a:moveTo>
                          <a:pt x="0" y="0"/>
                        </a:moveTo>
                        <a:cubicBezTo>
                          <a:pt x="234519" y="-35270"/>
                          <a:pt x="436798" y="3041"/>
                          <a:pt x="572310" y="0"/>
                        </a:cubicBezTo>
                        <a:cubicBezTo>
                          <a:pt x="606321" y="136340"/>
                          <a:pt x="552843" y="295474"/>
                          <a:pt x="572310" y="478464"/>
                        </a:cubicBezTo>
                        <a:cubicBezTo>
                          <a:pt x="305630" y="537574"/>
                          <a:pt x="230609" y="431899"/>
                          <a:pt x="0" y="478464"/>
                        </a:cubicBezTo>
                        <a:cubicBezTo>
                          <a:pt x="-56177" y="244548"/>
                          <a:pt x="29686" y="189253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4080143186">
                          <a:prstGeom prst="rect">
                            <a:avLst/>
                          </a:pr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5" name="TextBox 394">
                    <a:extLst>
                      <a:ext uri="{FF2B5EF4-FFF2-40B4-BE49-F238E27FC236}">
                        <a16:creationId xmlns:a16="http://schemas.microsoft.com/office/drawing/2014/main" id="{13E95ED2-E365-7A94-0012-82C7AA1B39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78126" y="23915522"/>
                    <a:ext cx="625709" cy="602998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4080143186">
                          <a:custGeom>
                            <a:avLst/>
                            <a:gdLst>
                              <a:gd name="connsiteX0" fmla="*/ 0 w 572310"/>
                              <a:gd name="connsiteY0" fmla="*/ 0 h 478464"/>
                              <a:gd name="connsiteX1" fmla="*/ 572310 w 572310"/>
                              <a:gd name="connsiteY1" fmla="*/ 0 h 478464"/>
                              <a:gd name="connsiteX2" fmla="*/ 572310 w 572310"/>
                              <a:gd name="connsiteY2" fmla="*/ 478464 h 478464"/>
                              <a:gd name="connsiteX3" fmla="*/ 0 w 572310"/>
                              <a:gd name="connsiteY3" fmla="*/ 478464 h 478464"/>
                              <a:gd name="connsiteX4" fmla="*/ 0 w 572310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72310" h="478464" extrusionOk="0">
                                <a:moveTo>
                                  <a:pt x="0" y="0"/>
                                </a:moveTo>
                                <a:cubicBezTo>
                                  <a:pt x="234519" y="-35270"/>
                                  <a:pt x="436798" y="3041"/>
                                  <a:pt x="572310" y="0"/>
                                </a:cubicBezTo>
                                <a:cubicBezTo>
                                  <a:pt x="606321" y="136340"/>
                                  <a:pt x="552843" y="295474"/>
                                  <a:pt x="572310" y="478464"/>
                                </a:cubicBezTo>
                                <a:cubicBezTo>
                                  <a:pt x="305630" y="537574"/>
                                  <a:pt x="230609" y="431899"/>
                                  <a:pt x="0" y="478464"/>
                                </a:cubicBezTo>
                                <a:cubicBezTo>
                                  <a:pt x="-56177" y="244548"/>
                                  <a:pt x="29686" y="189253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6" name="TextBox 395">
                    <a:extLst>
                      <a:ext uri="{FF2B5EF4-FFF2-40B4-BE49-F238E27FC236}">
                        <a16:creationId xmlns:a16="http://schemas.microsoft.com/office/drawing/2014/main" id="{7E263F2C-DAD2-23A3-88A4-3B78B2A80794}"/>
                      </a:ext>
                    </a:extLst>
                  </p:cNvPr>
                  <p:cNvSpPr txBox="1"/>
                  <p:nvPr/>
                </p:nvSpPr>
                <p:spPr>
                  <a:xfrm>
                    <a:off x="34257707" y="23533709"/>
                    <a:ext cx="576928" cy="602998"/>
                  </a:xfrm>
                  <a:custGeom>
                    <a:avLst/>
                    <a:gdLst>
                      <a:gd name="connsiteX0" fmla="*/ 0 w 527692"/>
                      <a:gd name="connsiteY0" fmla="*/ 0 h 478464"/>
                      <a:gd name="connsiteX1" fmla="*/ 527692 w 527692"/>
                      <a:gd name="connsiteY1" fmla="*/ 0 h 478464"/>
                      <a:gd name="connsiteX2" fmla="*/ 527692 w 527692"/>
                      <a:gd name="connsiteY2" fmla="*/ 478464 h 478464"/>
                      <a:gd name="connsiteX3" fmla="*/ 0 w 527692"/>
                      <a:gd name="connsiteY3" fmla="*/ 478464 h 478464"/>
                      <a:gd name="connsiteX4" fmla="*/ 0 w 527692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27692" h="478464" extrusionOk="0">
                        <a:moveTo>
                          <a:pt x="0" y="0"/>
                        </a:moveTo>
                        <a:cubicBezTo>
                          <a:pt x="180492" y="-33578"/>
                          <a:pt x="307749" y="55825"/>
                          <a:pt x="527692" y="0"/>
                        </a:cubicBezTo>
                        <a:cubicBezTo>
                          <a:pt x="577697" y="154586"/>
                          <a:pt x="502782" y="381430"/>
                          <a:pt x="527692" y="478464"/>
                        </a:cubicBezTo>
                        <a:cubicBezTo>
                          <a:pt x="338451" y="530172"/>
                          <a:pt x="171752" y="419549"/>
                          <a:pt x="0" y="478464"/>
                        </a:cubicBezTo>
                        <a:cubicBezTo>
                          <a:pt x="-22464" y="292633"/>
                          <a:pt x="15538" y="154734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3634908763">
                          <a:prstGeom prst="rect">
                            <a:avLst/>
                          </a:pr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6" name="TextBox 395">
                    <a:extLst>
                      <a:ext uri="{FF2B5EF4-FFF2-40B4-BE49-F238E27FC236}">
                        <a16:creationId xmlns:a16="http://schemas.microsoft.com/office/drawing/2014/main" id="{7E263F2C-DAD2-23A3-88A4-3B78B2A807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57707" y="23533709"/>
                    <a:ext cx="576928" cy="602998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dash"/>
                    <a:extLst>
                      <a:ext uri="{C807C97D-BFC1-408E-A445-0C87EB9F89A2}">
                        <ask:lineSketchStyleProps xmlns:ask="http://schemas.microsoft.com/office/drawing/2018/sketchyshapes" sd="3634908763">
                          <a:custGeom>
                            <a:avLst/>
                            <a:gdLst>
                              <a:gd name="connsiteX0" fmla="*/ 0 w 527692"/>
                              <a:gd name="connsiteY0" fmla="*/ 0 h 478464"/>
                              <a:gd name="connsiteX1" fmla="*/ 527692 w 527692"/>
                              <a:gd name="connsiteY1" fmla="*/ 0 h 478464"/>
                              <a:gd name="connsiteX2" fmla="*/ 527692 w 527692"/>
                              <a:gd name="connsiteY2" fmla="*/ 478464 h 478464"/>
                              <a:gd name="connsiteX3" fmla="*/ 0 w 527692"/>
                              <a:gd name="connsiteY3" fmla="*/ 478464 h 478464"/>
                              <a:gd name="connsiteX4" fmla="*/ 0 w 527692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527692" h="478464" extrusionOk="0">
                                <a:moveTo>
                                  <a:pt x="0" y="0"/>
                                </a:moveTo>
                                <a:cubicBezTo>
                                  <a:pt x="180492" y="-33578"/>
                                  <a:pt x="307749" y="55825"/>
                                  <a:pt x="527692" y="0"/>
                                </a:cubicBezTo>
                                <a:cubicBezTo>
                                  <a:pt x="577697" y="154586"/>
                                  <a:pt x="502782" y="381430"/>
                                  <a:pt x="527692" y="478464"/>
                                </a:cubicBezTo>
                                <a:cubicBezTo>
                                  <a:pt x="338451" y="530172"/>
                                  <a:pt x="171752" y="419549"/>
                                  <a:pt x="0" y="478464"/>
                                </a:cubicBezTo>
                                <a:cubicBezTo>
                                  <a:pt x="-22464" y="292633"/>
                                  <a:pt x="15538" y="154734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Scribble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7" name="TextBox 396">
                    <a:extLst>
                      <a:ext uri="{FF2B5EF4-FFF2-40B4-BE49-F238E27FC236}">
                        <a16:creationId xmlns:a16="http://schemas.microsoft.com/office/drawing/2014/main" id="{EDAD7C48-D39D-F62A-79B9-80E1D9A54FC2}"/>
                      </a:ext>
                    </a:extLst>
                  </p:cNvPr>
                  <p:cNvSpPr txBox="1"/>
                  <p:nvPr/>
                </p:nvSpPr>
                <p:spPr>
                  <a:xfrm>
                    <a:off x="35246869" y="24067503"/>
                    <a:ext cx="767288" cy="602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7" name="TextBox 396">
                    <a:extLst>
                      <a:ext uri="{FF2B5EF4-FFF2-40B4-BE49-F238E27FC236}">
                        <a16:creationId xmlns:a16="http://schemas.microsoft.com/office/drawing/2014/main" id="{EDAD7C48-D39D-F62A-79B9-80E1D9A54F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46869" y="24067503"/>
                    <a:ext cx="767288" cy="602998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9" name="TextBox 398">
                    <a:extLst>
                      <a:ext uri="{FF2B5EF4-FFF2-40B4-BE49-F238E27FC236}">
                        <a16:creationId xmlns:a16="http://schemas.microsoft.com/office/drawing/2014/main" id="{70BC5DE6-BE25-0652-94B8-477A9855157A}"/>
                      </a:ext>
                    </a:extLst>
                  </p:cNvPr>
                  <p:cNvSpPr txBox="1"/>
                  <p:nvPr/>
                </p:nvSpPr>
                <p:spPr>
                  <a:xfrm>
                    <a:off x="34610112" y="24128077"/>
                    <a:ext cx="767288" cy="602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9" name="TextBox 398">
                    <a:extLst>
                      <a:ext uri="{FF2B5EF4-FFF2-40B4-BE49-F238E27FC236}">
                        <a16:creationId xmlns:a16="http://schemas.microsoft.com/office/drawing/2014/main" id="{70BC5DE6-BE25-0652-94B8-477A985515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610112" y="24128077"/>
                    <a:ext cx="767288" cy="602998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76885C7A-5213-6E23-76B0-1CBE5AF7CEB0}"/>
                  </a:ext>
                </a:extLst>
              </p:cNvPr>
              <p:cNvSpPr/>
              <p:nvPr/>
            </p:nvSpPr>
            <p:spPr>
              <a:xfrm>
                <a:off x="32963148" y="20721782"/>
                <a:ext cx="1042618" cy="2146710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  <a:gd name="connsiteX0" fmla="*/ 1465230 w 1465230"/>
                  <a:gd name="connsiteY0" fmla="*/ 3340478 h 3340478"/>
                  <a:gd name="connsiteX1" fmla="*/ 1118937 w 1465230"/>
                  <a:gd name="connsiteY1" fmla="*/ 2466474 h 3340478"/>
                  <a:gd name="connsiteX2" fmla="*/ 1058779 w 1465230"/>
                  <a:gd name="connsiteY2" fmla="*/ 2358190 h 3340478"/>
                  <a:gd name="connsiteX3" fmla="*/ 1022684 w 1465230"/>
                  <a:gd name="connsiteY3" fmla="*/ 2237874 h 3340478"/>
                  <a:gd name="connsiteX4" fmla="*/ 1010653 w 1465230"/>
                  <a:gd name="connsiteY4" fmla="*/ 2201779 h 3340478"/>
                  <a:gd name="connsiteX5" fmla="*/ 986590 w 1465230"/>
                  <a:gd name="connsiteY5" fmla="*/ 1864895 h 3340478"/>
                  <a:gd name="connsiteX6" fmla="*/ 974558 w 1465230"/>
                  <a:gd name="connsiteY6" fmla="*/ 1804737 h 3340478"/>
                  <a:gd name="connsiteX7" fmla="*/ 938463 w 1465230"/>
                  <a:gd name="connsiteY7" fmla="*/ 1684421 h 3340478"/>
                  <a:gd name="connsiteX8" fmla="*/ 914400 w 1465230"/>
                  <a:gd name="connsiteY8" fmla="*/ 1612232 h 3340478"/>
                  <a:gd name="connsiteX9" fmla="*/ 890337 w 1465230"/>
                  <a:gd name="connsiteY9" fmla="*/ 1564106 h 3340478"/>
                  <a:gd name="connsiteX10" fmla="*/ 866274 w 1465230"/>
                  <a:gd name="connsiteY10" fmla="*/ 1491916 h 3340478"/>
                  <a:gd name="connsiteX11" fmla="*/ 854242 w 1465230"/>
                  <a:gd name="connsiteY11" fmla="*/ 1455821 h 3340478"/>
                  <a:gd name="connsiteX12" fmla="*/ 830179 w 1465230"/>
                  <a:gd name="connsiteY12" fmla="*/ 1419727 h 3340478"/>
                  <a:gd name="connsiteX13" fmla="*/ 770021 w 1465230"/>
                  <a:gd name="connsiteY13" fmla="*/ 1311442 h 3340478"/>
                  <a:gd name="connsiteX14" fmla="*/ 745958 w 1465230"/>
                  <a:gd name="connsiteY14" fmla="*/ 1275348 h 3340478"/>
                  <a:gd name="connsiteX15" fmla="*/ 721895 w 1465230"/>
                  <a:gd name="connsiteY15" fmla="*/ 1239253 h 3340478"/>
                  <a:gd name="connsiteX16" fmla="*/ 613611 w 1465230"/>
                  <a:gd name="connsiteY16" fmla="*/ 1143000 h 3340478"/>
                  <a:gd name="connsiteX17" fmla="*/ 589548 w 1465230"/>
                  <a:gd name="connsiteY17" fmla="*/ 1106906 h 3340478"/>
                  <a:gd name="connsiteX18" fmla="*/ 529390 w 1465230"/>
                  <a:gd name="connsiteY18" fmla="*/ 1046748 h 3340478"/>
                  <a:gd name="connsiteX19" fmla="*/ 505326 w 1465230"/>
                  <a:gd name="connsiteY19" fmla="*/ 1010653 h 3340478"/>
                  <a:gd name="connsiteX20" fmla="*/ 469232 w 1465230"/>
                  <a:gd name="connsiteY20" fmla="*/ 974558 h 3340478"/>
                  <a:gd name="connsiteX21" fmla="*/ 421105 w 1465230"/>
                  <a:gd name="connsiteY21" fmla="*/ 902369 h 3340478"/>
                  <a:gd name="connsiteX22" fmla="*/ 397042 w 1465230"/>
                  <a:gd name="connsiteY22" fmla="*/ 866274 h 3340478"/>
                  <a:gd name="connsiteX23" fmla="*/ 360948 w 1465230"/>
                  <a:gd name="connsiteY23" fmla="*/ 830179 h 3340478"/>
                  <a:gd name="connsiteX24" fmla="*/ 312821 w 1465230"/>
                  <a:gd name="connsiteY24" fmla="*/ 757990 h 3340478"/>
                  <a:gd name="connsiteX25" fmla="*/ 276726 w 1465230"/>
                  <a:gd name="connsiteY25" fmla="*/ 697832 h 3340478"/>
                  <a:gd name="connsiteX26" fmla="*/ 240632 w 1465230"/>
                  <a:gd name="connsiteY26" fmla="*/ 625642 h 3340478"/>
                  <a:gd name="connsiteX27" fmla="*/ 216569 w 1465230"/>
                  <a:gd name="connsiteY27" fmla="*/ 553453 h 3340478"/>
                  <a:gd name="connsiteX28" fmla="*/ 192505 w 1465230"/>
                  <a:gd name="connsiteY28" fmla="*/ 481263 h 3340478"/>
                  <a:gd name="connsiteX29" fmla="*/ 168442 w 1465230"/>
                  <a:gd name="connsiteY29" fmla="*/ 409074 h 3340478"/>
                  <a:gd name="connsiteX30" fmla="*/ 156411 w 1465230"/>
                  <a:gd name="connsiteY30" fmla="*/ 372979 h 3340478"/>
                  <a:gd name="connsiteX31" fmla="*/ 108284 w 1465230"/>
                  <a:gd name="connsiteY31" fmla="*/ 180474 h 3340478"/>
                  <a:gd name="connsiteX32" fmla="*/ 36095 w 1465230"/>
                  <a:gd name="connsiteY32" fmla="*/ 72190 h 3340478"/>
                  <a:gd name="connsiteX33" fmla="*/ 12032 w 1465230"/>
                  <a:gd name="connsiteY33" fmla="*/ 36095 h 3340478"/>
                  <a:gd name="connsiteX34" fmla="*/ 0 w 1465230"/>
                  <a:gd name="connsiteY34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058779 w 1465230"/>
                  <a:gd name="connsiteY2" fmla="*/ 2358190 h 3340478"/>
                  <a:gd name="connsiteX3" fmla="*/ 1022684 w 1465230"/>
                  <a:gd name="connsiteY3" fmla="*/ 2237874 h 3340478"/>
                  <a:gd name="connsiteX4" fmla="*/ 1010653 w 1465230"/>
                  <a:gd name="connsiteY4" fmla="*/ 2201779 h 3340478"/>
                  <a:gd name="connsiteX5" fmla="*/ 986590 w 1465230"/>
                  <a:gd name="connsiteY5" fmla="*/ 1864895 h 3340478"/>
                  <a:gd name="connsiteX6" fmla="*/ 974558 w 1465230"/>
                  <a:gd name="connsiteY6" fmla="*/ 1804737 h 3340478"/>
                  <a:gd name="connsiteX7" fmla="*/ 938463 w 1465230"/>
                  <a:gd name="connsiteY7" fmla="*/ 1684421 h 3340478"/>
                  <a:gd name="connsiteX8" fmla="*/ 914400 w 1465230"/>
                  <a:gd name="connsiteY8" fmla="*/ 1612232 h 3340478"/>
                  <a:gd name="connsiteX9" fmla="*/ 890337 w 1465230"/>
                  <a:gd name="connsiteY9" fmla="*/ 1564106 h 3340478"/>
                  <a:gd name="connsiteX10" fmla="*/ 866274 w 1465230"/>
                  <a:gd name="connsiteY10" fmla="*/ 1491916 h 3340478"/>
                  <a:gd name="connsiteX11" fmla="*/ 854242 w 1465230"/>
                  <a:gd name="connsiteY11" fmla="*/ 1455821 h 3340478"/>
                  <a:gd name="connsiteX12" fmla="*/ 830179 w 1465230"/>
                  <a:gd name="connsiteY12" fmla="*/ 1419727 h 3340478"/>
                  <a:gd name="connsiteX13" fmla="*/ 770021 w 1465230"/>
                  <a:gd name="connsiteY13" fmla="*/ 1311442 h 3340478"/>
                  <a:gd name="connsiteX14" fmla="*/ 745958 w 1465230"/>
                  <a:gd name="connsiteY14" fmla="*/ 1275348 h 3340478"/>
                  <a:gd name="connsiteX15" fmla="*/ 721895 w 1465230"/>
                  <a:gd name="connsiteY15" fmla="*/ 1239253 h 3340478"/>
                  <a:gd name="connsiteX16" fmla="*/ 613611 w 1465230"/>
                  <a:gd name="connsiteY16" fmla="*/ 1143000 h 3340478"/>
                  <a:gd name="connsiteX17" fmla="*/ 589548 w 1465230"/>
                  <a:gd name="connsiteY17" fmla="*/ 1106906 h 3340478"/>
                  <a:gd name="connsiteX18" fmla="*/ 529390 w 1465230"/>
                  <a:gd name="connsiteY18" fmla="*/ 1046748 h 3340478"/>
                  <a:gd name="connsiteX19" fmla="*/ 505326 w 1465230"/>
                  <a:gd name="connsiteY19" fmla="*/ 1010653 h 3340478"/>
                  <a:gd name="connsiteX20" fmla="*/ 469232 w 1465230"/>
                  <a:gd name="connsiteY20" fmla="*/ 974558 h 3340478"/>
                  <a:gd name="connsiteX21" fmla="*/ 421105 w 1465230"/>
                  <a:gd name="connsiteY21" fmla="*/ 902369 h 3340478"/>
                  <a:gd name="connsiteX22" fmla="*/ 397042 w 1465230"/>
                  <a:gd name="connsiteY22" fmla="*/ 866274 h 3340478"/>
                  <a:gd name="connsiteX23" fmla="*/ 360948 w 1465230"/>
                  <a:gd name="connsiteY23" fmla="*/ 830179 h 3340478"/>
                  <a:gd name="connsiteX24" fmla="*/ 312821 w 1465230"/>
                  <a:gd name="connsiteY24" fmla="*/ 757990 h 3340478"/>
                  <a:gd name="connsiteX25" fmla="*/ 276726 w 1465230"/>
                  <a:gd name="connsiteY25" fmla="*/ 697832 h 3340478"/>
                  <a:gd name="connsiteX26" fmla="*/ 240632 w 1465230"/>
                  <a:gd name="connsiteY26" fmla="*/ 625642 h 3340478"/>
                  <a:gd name="connsiteX27" fmla="*/ 216569 w 1465230"/>
                  <a:gd name="connsiteY27" fmla="*/ 553453 h 3340478"/>
                  <a:gd name="connsiteX28" fmla="*/ 192505 w 1465230"/>
                  <a:gd name="connsiteY28" fmla="*/ 481263 h 3340478"/>
                  <a:gd name="connsiteX29" fmla="*/ 168442 w 1465230"/>
                  <a:gd name="connsiteY29" fmla="*/ 409074 h 3340478"/>
                  <a:gd name="connsiteX30" fmla="*/ 156411 w 1465230"/>
                  <a:gd name="connsiteY30" fmla="*/ 372979 h 3340478"/>
                  <a:gd name="connsiteX31" fmla="*/ 108284 w 1465230"/>
                  <a:gd name="connsiteY31" fmla="*/ 180474 h 3340478"/>
                  <a:gd name="connsiteX32" fmla="*/ 36095 w 1465230"/>
                  <a:gd name="connsiteY32" fmla="*/ 72190 h 3340478"/>
                  <a:gd name="connsiteX33" fmla="*/ 12032 w 1465230"/>
                  <a:gd name="connsiteY33" fmla="*/ 36095 h 3340478"/>
                  <a:gd name="connsiteX34" fmla="*/ 0 w 1465230"/>
                  <a:gd name="connsiteY34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058779 w 1465230"/>
                  <a:gd name="connsiteY2" fmla="*/ 2358190 h 3340478"/>
                  <a:gd name="connsiteX3" fmla="*/ 1139507 w 1465230"/>
                  <a:gd name="connsiteY3" fmla="*/ 2221706 h 3340478"/>
                  <a:gd name="connsiteX4" fmla="*/ 1010653 w 1465230"/>
                  <a:gd name="connsiteY4" fmla="*/ 2201779 h 3340478"/>
                  <a:gd name="connsiteX5" fmla="*/ 986590 w 1465230"/>
                  <a:gd name="connsiteY5" fmla="*/ 1864895 h 3340478"/>
                  <a:gd name="connsiteX6" fmla="*/ 974558 w 1465230"/>
                  <a:gd name="connsiteY6" fmla="*/ 1804737 h 3340478"/>
                  <a:gd name="connsiteX7" fmla="*/ 938463 w 1465230"/>
                  <a:gd name="connsiteY7" fmla="*/ 1684421 h 3340478"/>
                  <a:gd name="connsiteX8" fmla="*/ 914400 w 1465230"/>
                  <a:gd name="connsiteY8" fmla="*/ 1612232 h 3340478"/>
                  <a:gd name="connsiteX9" fmla="*/ 890337 w 1465230"/>
                  <a:gd name="connsiteY9" fmla="*/ 1564106 h 3340478"/>
                  <a:gd name="connsiteX10" fmla="*/ 866274 w 1465230"/>
                  <a:gd name="connsiteY10" fmla="*/ 1491916 h 3340478"/>
                  <a:gd name="connsiteX11" fmla="*/ 854242 w 1465230"/>
                  <a:gd name="connsiteY11" fmla="*/ 1455821 h 3340478"/>
                  <a:gd name="connsiteX12" fmla="*/ 830179 w 1465230"/>
                  <a:gd name="connsiteY12" fmla="*/ 1419727 h 3340478"/>
                  <a:gd name="connsiteX13" fmla="*/ 770021 w 1465230"/>
                  <a:gd name="connsiteY13" fmla="*/ 1311442 h 3340478"/>
                  <a:gd name="connsiteX14" fmla="*/ 745958 w 1465230"/>
                  <a:gd name="connsiteY14" fmla="*/ 1275348 h 3340478"/>
                  <a:gd name="connsiteX15" fmla="*/ 721895 w 1465230"/>
                  <a:gd name="connsiteY15" fmla="*/ 1239253 h 3340478"/>
                  <a:gd name="connsiteX16" fmla="*/ 613611 w 1465230"/>
                  <a:gd name="connsiteY16" fmla="*/ 1143000 h 3340478"/>
                  <a:gd name="connsiteX17" fmla="*/ 589548 w 1465230"/>
                  <a:gd name="connsiteY17" fmla="*/ 1106906 h 3340478"/>
                  <a:gd name="connsiteX18" fmla="*/ 529390 w 1465230"/>
                  <a:gd name="connsiteY18" fmla="*/ 1046748 h 3340478"/>
                  <a:gd name="connsiteX19" fmla="*/ 505326 w 1465230"/>
                  <a:gd name="connsiteY19" fmla="*/ 1010653 h 3340478"/>
                  <a:gd name="connsiteX20" fmla="*/ 469232 w 1465230"/>
                  <a:gd name="connsiteY20" fmla="*/ 974558 h 3340478"/>
                  <a:gd name="connsiteX21" fmla="*/ 421105 w 1465230"/>
                  <a:gd name="connsiteY21" fmla="*/ 902369 h 3340478"/>
                  <a:gd name="connsiteX22" fmla="*/ 397042 w 1465230"/>
                  <a:gd name="connsiteY22" fmla="*/ 866274 h 3340478"/>
                  <a:gd name="connsiteX23" fmla="*/ 360948 w 1465230"/>
                  <a:gd name="connsiteY23" fmla="*/ 830179 h 3340478"/>
                  <a:gd name="connsiteX24" fmla="*/ 312821 w 1465230"/>
                  <a:gd name="connsiteY24" fmla="*/ 757990 h 3340478"/>
                  <a:gd name="connsiteX25" fmla="*/ 276726 w 1465230"/>
                  <a:gd name="connsiteY25" fmla="*/ 697832 h 3340478"/>
                  <a:gd name="connsiteX26" fmla="*/ 240632 w 1465230"/>
                  <a:gd name="connsiteY26" fmla="*/ 625642 h 3340478"/>
                  <a:gd name="connsiteX27" fmla="*/ 216569 w 1465230"/>
                  <a:gd name="connsiteY27" fmla="*/ 553453 h 3340478"/>
                  <a:gd name="connsiteX28" fmla="*/ 192505 w 1465230"/>
                  <a:gd name="connsiteY28" fmla="*/ 481263 h 3340478"/>
                  <a:gd name="connsiteX29" fmla="*/ 168442 w 1465230"/>
                  <a:gd name="connsiteY29" fmla="*/ 409074 h 3340478"/>
                  <a:gd name="connsiteX30" fmla="*/ 156411 w 1465230"/>
                  <a:gd name="connsiteY30" fmla="*/ 372979 h 3340478"/>
                  <a:gd name="connsiteX31" fmla="*/ 108284 w 1465230"/>
                  <a:gd name="connsiteY31" fmla="*/ 180474 h 3340478"/>
                  <a:gd name="connsiteX32" fmla="*/ 36095 w 1465230"/>
                  <a:gd name="connsiteY32" fmla="*/ 72190 h 3340478"/>
                  <a:gd name="connsiteX33" fmla="*/ 12032 w 1465230"/>
                  <a:gd name="connsiteY33" fmla="*/ 36095 h 3340478"/>
                  <a:gd name="connsiteX34" fmla="*/ 0 w 1465230"/>
                  <a:gd name="connsiteY34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1010653 w 1465230"/>
                  <a:gd name="connsiteY3" fmla="*/ 2201779 h 3340478"/>
                  <a:gd name="connsiteX4" fmla="*/ 986590 w 1465230"/>
                  <a:gd name="connsiteY4" fmla="*/ 1864895 h 3340478"/>
                  <a:gd name="connsiteX5" fmla="*/ 974558 w 1465230"/>
                  <a:gd name="connsiteY5" fmla="*/ 1804737 h 3340478"/>
                  <a:gd name="connsiteX6" fmla="*/ 938463 w 1465230"/>
                  <a:gd name="connsiteY6" fmla="*/ 1684421 h 3340478"/>
                  <a:gd name="connsiteX7" fmla="*/ 914400 w 1465230"/>
                  <a:gd name="connsiteY7" fmla="*/ 1612232 h 3340478"/>
                  <a:gd name="connsiteX8" fmla="*/ 890337 w 1465230"/>
                  <a:gd name="connsiteY8" fmla="*/ 1564106 h 3340478"/>
                  <a:gd name="connsiteX9" fmla="*/ 866274 w 1465230"/>
                  <a:gd name="connsiteY9" fmla="*/ 1491916 h 3340478"/>
                  <a:gd name="connsiteX10" fmla="*/ 854242 w 1465230"/>
                  <a:gd name="connsiteY10" fmla="*/ 1455821 h 3340478"/>
                  <a:gd name="connsiteX11" fmla="*/ 830179 w 1465230"/>
                  <a:gd name="connsiteY11" fmla="*/ 1419727 h 3340478"/>
                  <a:gd name="connsiteX12" fmla="*/ 770021 w 1465230"/>
                  <a:gd name="connsiteY12" fmla="*/ 1311442 h 3340478"/>
                  <a:gd name="connsiteX13" fmla="*/ 745958 w 1465230"/>
                  <a:gd name="connsiteY13" fmla="*/ 1275348 h 3340478"/>
                  <a:gd name="connsiteX14" fmla="*/ 721895 w 1465230"/>
                  <a:gd name="connsiteY14" fmla="*/ 1239253 h 3340478"/>
                  <a:gd name="connsiteX15" fmla="*/ 613611 w 1465230"/>
                  <a:gd name="connsiteY15" fmla="*/ 1143000 h 3340478"/>
                  <a:gd name="connsiteX16" fmla="*/ 589548 w 1465230"/>
                  <a:gd name="connsiteY16" fmla="*/ 1106906 h 3340478"/>
                  <a:gd name="connsiteX17" fmla="*/ 529390 w 1465230"/>
                  <a:gd name="connsiteY17" fmla="*/ 1046748 h 3340478"/>
                  <a:gd name="connsiteX18" fmla="*/ 505326 w 1465230"/>
                  <a:gd name="connsiteY18" fmla="*/ 1010653 h 3340478"/>
                  <a:gd name="connsiteX19" fmla="*/ 469232 w 1465230"/>
                  <a:gd name="connsiteY19" fmla="*/ 974558 h 3340478"/>
                  <a:gd name="connsiteX20" fmla="*/ 421105 w 1465230"/>
                  <a:gd name="connsiteY20" fmla="*/ 902369 h 3340478"/>
                  <a:gd name="connsiteX21" fmla="*/ 397042 w 1465230"/>
                  <a:gd name="connsiteY21" fmla="*/ 866274 h 3340478"/>
                  <a:gd name="connsiteX22" fmla="*/ 360948 w 1465230"/>
                  <a:gd name="connsiteY22" fmla="*/ 830179 h 3340478"/>
                  <a:gd name="connsiteX23" fmla="*/ 312821 w 1465230"/>
                  <a:gd name="connsiteY23" fmla="*/ 757990 h 3340478"/>
                  <a:gd name="connsiteX24" fmla="*/ 276726 w 1465230"/>
                  <a:gd name="connsiteY24" fmla="*/ 697832 h 3340478"/>
                  <a:gd name="connsiteX25" fmla="*/ 240632 w 1465230"/>
                  <a:gd name="connsiteY25" fmla="*/ 625642 h 3340478"/>
                  <a:gd name="connsiteX26" fmla="*/ 216569 w 1465230"/>
                  <a:gd name="connsiteY26" fmla="*/ 553453 h 3340478"/>
                  <a:gd name="connsiteX27" fmla="*/ 192505 w 1465230"/>
                  <a:gd name="connsiteY27" fmla="*/ 481263 h 3340478"/>
                  <a:gd name="connsiteX28" fmla="*/ 168442 w 1465230"/>
                  <a:gd name="connsiteY28" fmla="*/ 409074 h 3340478"/>
                  <a:gd name="connsiteX29" fmla="*/ 156411 w 1465230"/>
                  <a:gd name="connsiteY29" fmla="*/ 372979 h 3340478"/>
                  <a:gd name="connsiteX30" fmla="*/ 108284 w 1465230"/>
                  <a:gd name="connsiteY30" fmla="*/ 180474 h 3340478"/>
                  <a:gd name="connsiteX31" fmla="*/ 36095 w 1465230"/>
                  <a:gd name="connsiteY31" fmla="*/ 72190 h 3340478"/>
                  <a:gd name="connsiteX32" fmla="*/ 12032 w 1465230"/>
                  <a:gd name="connsiteY32" fmla="*/ 36095 h 3340478"/>
                  <a:gd name="connsiteX33" fmla="*/ 0 w 1465230"/>
                  <a:gd name="connsiteY33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70021 w 1465230"/>
                  <a:gd name="connsiteY11" fmla="*/ 1311442 h 3340478"/>
                  <a:gd name="connsiteX12" fmla="*/ 745958 w 1465230"/>
                  <a:gd name="connsiteY12" fmla="*/ 1275348 h 3340478"/>
                  <a:gd name="connsiteX13" fmla="*/ 721895 w 1465230"/>
                  <a:gd name="connsiteY13" fmla="*/ 1239253 h 3340478"/>
                  <a:gd name="connsiteX14" fmla="*/ 613611 w 1465230"/>
                  <a:gd name="connsiteY14" fmla="*/ 1143000 h 3340478"/>
                  <a:gd name="connsiteX15" fmla="*/ 589548 w 1465230"/>
                  <a:gd name="connsiteY15" fmla="*/ 1106906 h 3340478"/>
                  <a:gd name="connsiteX16" fmla="*/ 529390 w 1465230"/>
                  <a:gd name="connsiteY16" fmla="*/ 1046748 h 3340478"/>
                  <a:gd name="connsiteX17" fmla="*/ 505326 w 1465230"/>
                  <a:gd name="connsiteY17" fmla="*/ 1010653 h 3340478"/>
                  <a:gd name="connsiteX18" fmla="*/ 469232 w 1465230"/>
                  <a:gd name="connsiteY18" fmla="*/ 974558 h 3340478"/>
                  <a:gd name="connsiteX19" fmla="*/ 421105 w 1465230"/>
                  <a:gd name="connsiteY19" fmla="*/ 902369 h 3340478"/>
                  <a:gd name="connsiteX20" fmla="*/ 397042 w 1465230"/>
                  <a:gd name="connsiteY20" fmla="*/ 866274 h 3340478"/>
                  <a:gd name="connsiteX21" fmla="*/ 360948 w 1465230"/>
                  <a:gd name="connsiteY21" fmla="*/ 830179 h 3340478"/>
                  <a:gd name="connsiteX22" fmla="*/ 312821 w 1465230"/>
                  <a:gd name="connsiteY22" fmla="*/ 757990 h 3340478"/>
                  <a:gd name="connsiteX23" fmla="*/ 276726 w 1465230"/>
                  <a:gd name="connsiteY23" fmla="*/ 697832 h 3340478"/>
                  <a:gd name="connsiteX24" fmla="*/ 240632 w 1465230"/>
                  <a:gd name="connsiteY24" fmla="*/ 625642 h 3340478"/>
                  <a:gd name="connsiteX25" fmla="*/ 216569 w 1465230"/>
                  <a:gd name="connsiteY25" fmla="*/ 553453 h 3340478"/>
                  <a:gd name="connsiteX26" fmla="*/ 192505 w 1465230"/>
                  <a:gd name="connsiteY26" fmla="*/ 481263 h 3340478"/>
                  <a:gd name="connsiteX27" fmla="*/ 168442 w 1465230"/>
                  <a:gd name="connsiteY27" fmla="*/ 409074 h 3340478"/>
                  <a:gd name="connsiteX28" fmla="*/ 156411 w 1465230"/>
                  <a:gd name="connsiteY28" fmla="*/ 372979 h 3340478"/>
                  <a:gd name="connsiteX29" fmla="*/ 108284 w 1465230"/>
                  <a:gd name="connsiteY29" fmla="*/ 180474 h 3340478"/>
                  <a:gd name="connsiteX30" fmla="*/ 36095 w 1465230"/>
                  <a:gd name="connsiteY30" fmla="*/ 72190 h 3340478"/>
                  <a:gd name="connsiteX31" fmla="*/ 12032 w 1465230"/>
                  <a:gd name="connsiteY31" fmla="*/ 36095 h 3340478"/>
                  <a:gd name="connsiteX32" fmla="*/ 0 w 1465230"/>
                  <a:gd name="connsiteY32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45958 w 1465230"/>
                  <a:gd name="connsiteY11" fmla="*/ 1275348 h 3340478"/>
                  <a:gd name="connsiteX12" fmla="*/ 721895 w 1465230"/>
                  <a:gd name="connsiteY12" fmla="*/ 1239253 h 3340478"/>
                  <a:gd name="connsiteX13" fmla="*/ 613611 w 1465230"/>
                  <a:gd name="connsiteY13" fmla="*/ 1143000 h 3340478"/>
                  <a:gd name="connsiteX14" fmla="*/ 589548 w 1465230"/>
                  <a:gd name="connsiteY14" fmla="*/ 1106906 h 3340478"/>
                  <a:gd name="connsiteX15" fmla="*/ 529390 w 1465230"/>
                  <a:gd name="connsiteY15" fmla="*/ 1046748 h 3340478"/>
                  <a:gd name="connsiteX16" fmla="*/ 505326 w 1465230"/>
                  <a:gd name="connsiteY16" fmla="*/ 1010653 h 3340478"/>
                  <a:gd name="connsiteX17" fmla="*/ 469232 w 1465230"/>
                  <a:gd name="connsiteY17" fmla="*/ 974558 h 3340478"/>
                  <a:gd name="connsiteX18" fmla="*/ 421105 w 1465230"/>
                  <a:gd name="connsiteY18" fmla="*/ 902369 h 3340478"/>
                  <a:gd name="connsiteX19" fmla="*/ 397042 w 1465230"/>
                  <a:gd name="connsiteY19" fmla="*/ 866274 h 3340478"/>
                  <a:gd name="connsiteX20" fmla="*/ 360948 w 1465230"/>
                  <a:gd name="connsiteY20" fmla="*/ 830179 h 3340478"/>
                  <a:gd name="connsiteX21" fmla="*/ 312821 w 1465230"/>
                  <a:gd name="connsiteY21" fmla="*/ 757990 h 3340478"/>
                  <a:gd name="connsiteX22" fmla="*/ 276726 w 1465230"/>
                  <a:gd name="connsiteY22" fmla="*/ 697832 h 3340478"/>
                  <a:gd name="connsiteX23" fmla="*/ 240632 w 1465230"/>
                  <a:gd name="connsiteY23" fmla="*/ 625642 h 3340478"/>
                  <a:gd name="connsiteX24" fmla="*/ 216569 w 1465230"/>
                  <a:gd name="connsiteY24" fmla="*/ 553453 h 3340478"/>
                  <a:gd name="connsiteX25" fmla="*/ 192505 w 1465230"/>
                  <a:gd name="connsiteY25" fmla="*/ 481263 h 3340478"/>
                  <a:gd name="connsiteX26" fmla="*/ 168442 w 1465230"/>
                  <a:gd name="connsiteY26" fmla="*/ 409074 h 3340478"/>
                  <a:gd name="connsiteX27" fmla="*/ 156411 w 1465230"/>
                  <a:gd name="connsiteY27" fmla="*/ 372979 h 3340478"/>
                  <a:gd name="connsiteX28" fmla="*/ 108284 w 1465230"/>
                  <a:gd name="connsiteY28" fmla="*/ 180474 h 3340478"/>
                  <a:gd name="connsiteX29" fmla="*/ 36095 w 1465230"/>
                  <a:gd name="connsiteY29" fmla="*/ 72190 h 3340478"/>
                  <a:gd name="connsiteX30" fmla="*/ 12032 w 1465230"/>
                  <a:gd name="connsiteY30" fmla="*/ 36095 h 3340478"/>
                  <a:gd name="connsiteX31" fmla="*/ 0 w 1465230"/>
                  <a:gd name="connsiteY31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867648 w 1465230"/>
                  <a:gd name="connsiteY11" fmla="*/ 1291517 h 3340478"/>
                  <a:gd name="connsiteX12" fmla="*/ 721895 w 1465230"/>
                  <a:gd name="connsiteY12" fmla="*/ 1239253 h 3340478"/>
                  <a:gd name="connsiteX13" fmla="*/ 613611 w 1465230"/>
                  <a:gd name="connsiteY13" fmla="*/ 1143000 h 3340478"/>
                  <a:gd name="connsiteX14" fmla="*/ 589548 w 1465230"/>
                  <a:gd name="connsiteY14" fmla="*/ 1106906 h 3340478"/>
                  <a:gd name="connsiteX15" fmla="*/ 529390 w 1465230"/>
                  <a:gd name="connsiteY15" fmla="*/ 1046748 h 3340478"/>
                  <a:gd name="connsiteX16" fmla="*/ 505326 w 1465230"/>
                  <a:gd name="connsiteY16" fmla="*/ 1010653 h 3340478"/>
                  <a:gd name="connsiteX17" fmla="*/ 469232 w 1465230"/>
                  <a:gd name="connsiteY17" fmla="*/ 974558 h 3340478"/>
                  <a:gd name="connsiteX18" fmla="*/ 421105 w 1465230"/>
                  <a:gd name="connsiteY18" fmla="*/ 902369 h 3340478"/>
                  <a:gd name="connsiteX19" fmla="*/ 397042 w 1465230"/>
                  <a:gd name="connsiteY19" fmla="*/ 866274 h 3340478"/>
                  <a:gd name="connsiteX20" fmla="*/ 360948 w 1465230"/>
                  <a:gd name="connsiteY20" fmla="*/ 830179 h 3340478"/>
                  <a:gd name="connsiteX21" fmla="*/ 312821 w 1465230"/>
                  <a:gd name="connsiteY21" fmla="*/ 757990 h 3340478"/>
                  <a:gd name="connsiteX22" fmla="*/ 276726 w 1465230"/>
                  <a:gd name="connsiteY22" fmla="*/ 697832 h 3340478"/>
                  <a:gd name="connsiteX23" fmla="*/ 240632 w 1465230"/>
                  <a:gd name="connsiteY23" fmla="*/ 625642 h 3340478"/>
                  <a:gd name="connsiteX24" fmla="*/ 216569 w 1465230"/>
                  <a:gd name="connsiteY24" fmla="*/ 553453 h 3340478"/>
                  <a:gd name="connsiteX25" fmla="*/ 192505 w 1465230"/>
                  <a:gd name="connsiteY25" fmla="*/ 481263 h 3340478"/>
                  <a:gd name="connsiteX26" fmla="*/ 168442 w 1465230"/>
                  <a:gd name="connsiteY26" fmla="*/ 409074 h 3340478"/>
                  <a:gd name="connsiteX27" fmla="*/ 156411 w 1465230"/>
                  <a:gd name="connsiteY27" fmla="*/ 372979 h 3340478"/>
                  <a:gd name="connsiteX28" fmla="*/ 108284 w 1465230"/>
                  <a:gd name="connsiteY28" fmla="*/ 180474 h 3340478"/>
                  <a:gd name="connsiteX29" fmla="*/ 36095 w 1465230"/>
                  <a:gd name="connsiteY29" fmla="*/ 72190 h 3340478"/>
                  <a:gd name="connsiteX30" fmla="*/ 12032 w 1465230"/>
                  <a:gd name="connsiteY30" fmla="*/ 36095 h 3340478"/>
                  <a:gd name="connsiteX31" fmla="*/ 0 w 1465230"/>
                  <a:gd name="connsiteY31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867648 w 1465230"/>
                  <a:gd name="connsiteY11" fmla="*/ 1291517 h 3340478"/>
                  <a:gd name="connsiteX12" fmla="*/ 613611 w 1465230"/>
                  <a:gd name="connsiteY12" fmla="*/ 1143000 h 3340478"/>
                  <a:gd name="connsiteX13" fmla="*/ 589548 w 1465230"/>
                  <a:gd name="connsiteY13" fmla="*/ 1106906 h 3340478"/>
                  <a:gd name="connsiteX14" fmla="*/ 529390 w 1465230"/>
                  <a:gd name="connsiteY14" fmla="*/ 1046748 h 3340478"/>
                  <a:gd name="connsiteX15" fmla="*/ 505326 w 1465230"/>
                  <a:gd name="connsiteY15" fmla="*/ 1010653 h 3340478"/>
                  <a:gd name="connsiteX16" fmla="*/ 469232 w 1465230"/>
                  <a:gd name="connsiteY16" fmla="*/ 974558 h 3340478"/>
                  <a:gd name="connsiteX17" fmla="*/ 421105 w 1465230"/>
                  <a:gd name="connsiteY17" fmla="*/ 902369 h 3340478"/>
                  <a:gd name="connsiteX18" fmla="*/ 397042 w 1465230"/>
                  <a:gd name="connsiteY18" fmla="*/ 866274 h 3340478"/>
                  <a:gd name="connsiteX19" fmla="*/ 360948 w 1465230"/>
                  <a:gd name="connsiteY19" fmla="*/ 830179 h 3340478"/>
                  <a:gd name="connsiteX20" fmla="*/ 312821 w 1465230"/>
                  <a:gd name="connsiteY20" fmla="*/ 757990 h 3340478"/>
                  <a:gd name="connsiteX21" fmla="*/ 276726 w 1465230"/>
                  <a:gd name="connsiteY21" fmla="*/ 697832 h 3340478"/>
                  <a:gd name="connsiteX22" fmla="*/ 240632 w 1465230"/>
                  <a:gd name="connsiteY22" fmla="*/ 625642 h 3340478"/>
                  <a:gd name="connsiteX23" fmla="*/ 216569 w 1465230"/>
                  <a:gd name="connsiteY23" fmla="*/ 553453 h 3340478"/>
                  <a:gd name="connsiteX24" fmla="*/ 192505 w 1465230"/>
                  <a:gd name="connsiteY24" fmla="*/ 481263 h 3340478"/>
                  <a:gd name="connsiteX25" fmla="*/ 168442 w 1465230"/>
                  <a:gd name="connsiteY25" fmla="*/ 409074 h 3340478"/>
                  <a:gd name="connsiteX26" fmla="*/ 156411 w 1465230"/>
                  <a:gd name="connsiteY26" fmla="*/ 372979 h 3340478"/>
                  <a:gd name="connsiteX27" fmla="*/ 108284 w 1465230"/>
                  <a:gd name="connsiteY27" fmla="*/ 180474 h 3340478"/>
                  <a:gd name="connsiteX28" fmla="*/ 36095 w 1465230"/>
                  <a:gd name="connsiteY28" fmla="*/ 72190 h 3340478"/>
                  <a:gd name="connsiteX29" fmla="*/ 12032 w 1465230"/>
                  <a:gd name="connsiteY29" fmla="*/ 36095 h 3340478"/>
                  <a:gd name="connsiteX30" fmla="*/ 0 w 1465230"/>
                  <a:gd name="connsiteY30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653475 w 1465230"/>
                  <a:gd name="connsiteY11" fmla="*/ 1431650 h 3340478"/>
                  <a:gd name="connsiteX12" fmla="*/ 613611 w 1465230"/>
                  <a:gd name="connsiteY12" fmla="*/ 1143000 h 3340478"/>
                  <a:gd name="connsiteX13" fmla="*/ 589548 w 1465230"/>
                  <a:gd name="connsiteY13" fmla="*/ 1106906 h 3340478"/>
                  <a:gd name="connsiteX14" fmla="*/ 529390 w 1465230"/>
                  <a:gd name="connsiteY14" fmla="*/ 1046748 h 3340478"/>
                  <a:gd name="connsiteX15" fmla="*/ 505326 w 1465230"/>
                  <a:gd name="connsiteY15" fmla="*/ 1010653 h 3340478"/>
                  <a:gd name="connsiteX16" fmla="*/ 469232 w 1465230"/>
                  <a:gd name="connsiteY16" fmla="*/ 974558 h 3340478"/>
                  <a:gd name="connsiteX17" fmla="*/ 421105 w 1465230"/>
                  <a:gd name="connsiteY17" fmla="*/ 902369 h 3340478"/>
                  <a:gd name="connsiteX18" fmla="*/ 397042 w 1465230"/>
                  <a:gd name="connsiteY18" fmla="*/ 866274 h 3340478"/>
                  <a:gd name="connsiteX19" fmla="*/ 360948 w 1465230"/>
                  <a:gd name="connsiteY19" fmla="*/ 830179 h 3340478"/>
                  <a:gd name="connsiteX20" fmla="*/ 312821 w 1465230"/>
                  <a:gd name="connsiteY20" fmla="*/ 757990 h 3340478"/>
                  <a:gd name="connsiteX21" fmla="*/ 276726 w 1465230"/>
                  <a:gd name="connsiteY21" fmla="*/ 697832 h 3340478"/>
                  <a:gd name="connsiteX22" fmla="*/ 240632 w 1465230"/>
                  <a:gd name="connsiteY22" fmla="*/ 625642 h 3340478"/>
                  <a:gd name="connsiteX23" fmla="*/ 216569 w 1465230"/>
                  <a:gd name="connsiteY23" fmla="*/ 553453 h 3340478"/>
                  <a:gd name="connsiteX24" fmla="*/ 192505 w 1465230"/>
                  <a:gd name="connsiteY24" fmla="*/ 481263 h 3340478"/>
                  <a:gd name="connsiteX25" fmla="*/ 168442 w 1465230"/>
                  <a:gd name="connsiteY25" fmla="*/ 409074 h 3340478"/>
                  <a:gd name="connsiteX26" fmla="*/ 156411 w 1465230"/>
                  <a:gd name="connsiteY26" fmla="*/ 372979 h 3340478"/>
                  <a:gd name="connsiteX27" fmla="*/ 108284 w 1465230"/>
                  <a:gd name="connsiteY27" fmla="*/ 180474 h 3340478"/>
                  <a:gd name="connsiteX28" fmla="*/ 36095 w 1465230"/>
                  <a:gd name="connsiteY28" fmla="*/ 72190 h 3340478"/>
                  <a:gd name="connsiteX29" fmla="*/ 12032 w 1465230"/>
                  <a:gd name="connsiteY29" fmla="*/ 36095 h 3340478"/>
                  <a:gd name="connsiteX30" fmla="*/ 0 w 1465230"/>
                  <a:gd name="connsiteY30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653475 w 1465230"/>
                  <a:gd name="connsiteY11" fmla="*/ 1431650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986590 w 1465230"/>
                  <a:gd name="connsiteY3" fmla="*/ 1864895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94634 w 1465230"/>
                  <a:gd name="connsiteY11" fmla="*/ 1269958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1122883 w 1465230"/>
                  <a:gd name="connsiteY3" fmla="*/ 1978079 h 3340478"/>
                  <a:gd name="connsiteX4" fmla="*/ 974558 w 1465230"/>
                  <a:gd name="connsiteY4" fmla="*/ 1804737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94634 w 1465230"/>
                  <a:gd name="connsiteY11" fmla="*/ 1269958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139507 w 1465230"/>
                  <a:gd name="connsiteY2" fmla="*/ 2221706 h 3340478"/>
                  <a:gd name="connsiteX3" fmla="*/ 1122883 w 1465230"/>
                  <a:gd name="connsiteY3" fmla="*/ 1978079 h 3340478"/>
                  <a:gd name="connsiteX4" fmla="*/ 1023235 w 1465230"/>
                  <a:gd name="connsiteY4" fmla="*/ 1890972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94634 w 1465230"/>
                  <a:gd name="connsiteY11" fmla="*/ 1269958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269830 w 1465230"/>
                  <a:gd name="connsiteY1" fmla="*/ 2590437 h 3340478"/>
                  <a:gd name="connsiteX2" fmla="*/ 1222254 w 1465230"/>
                  <a:gd name="connsiteY2" fmla="*/ 2378009 h 3340478"/>
                  <a:gd name="connsiteX3" fmla="*/ 1122883 w 1465230"/>
                  <a:gd name="connsiteY3" fmla="*/ 1978079 h 3340478"/>
                  <a:gd name="connsiteX4" fmla="*/ 1023235 w 1465230"/>
                  <a:gd name="connsiteY4" fmla="*/ 1890972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94634 w 1465230"/>
                  <a:gd name="connsiteY11" fmla="*/ 1269958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122883 w 1465230"/>
                  <a:gd name="connsiteY3" fmla="*/ 1978079 h 3340478"/>
                  <a:gd name="connsiteX4" fmla="*/ 1023235 w 1465230"/>
                  <a:gd name="connsiteY4" fmla="*/ 1890972 h 3340478"/>
                  <a:gd name="connsiteX5" fmla="*/ 938463 w 1465230"/>
                  <a:gd name="connsiteY5" fmla="*/ 1684421 h 3340478"/>
                  <a:gd name="connsiteX6" fmla="*/ 914400 w 1465230"/>
                  <a:gd name="connsiteY6" fmla="*/ 1612232 h 3340478"/>
                  <a:gd name="connsiteX7" fmla="*/ 890337 w 1465230"/>
                  <a:gd name="connsiteY7" fmla="*/ 1564106 h 3340478"/>
                  <a:gd name="connsiteX8" fmla="*/ 866274 w 1465230"/>
                  <a:gd name="connsiteY8" fmla="*/ 1491916 h 3340478"/>
                  <a:gd name="connsiteX9" fmla="*/ 854242 w 1465230"/>
                  <a:gd name="connsiteY9" fmla="*/ 1455821 h 3340478"/>
                  <a:gd name="connsiteX10" fmla="*/ 830179 w 1465230"/>
                  <a:gd name="connsiteY10" fmla="*/ 1419727 h 3340478"/>
                  <a:gd name="connsiteX11" fmla="*/ 794634 w 1465230"/>
                  <a:gd name="connsiteY11" fmla="*/ 1269958 h 3340478"/>
                  <a:gd name="connsiteX12" fmla="*/ 589548 w 1465230"/>
                  <a:gd name="connsiteY12" fmla="*/ 1106906 h 3340478"/>
                  <a:gd name="connsiteX13" fmla="*/ 529390 w 1465230"/>
                  <a:gd name="connsiteY13" fmla="*/ 1046748 h 3340478"/>
                  <a:gd name="connsiteX14" fmla="*/ 505326 w 1465230"/>
                  <a:gd name="connsiteY14" fmla="*/ 1010653 h 3340478"/>
                  <a:gd name="connsiteX15" fmla="*/ 469232 w 1465230"/>
                  <a:gd name="connsiteY15" fmla="*/ 974558 h 3340478"/>
                  <a:gd name="connsiteX16" fmla="*/ 421105 w 1465230"/>
                  <a:gd name="connsiteY16" fmla="*/ 902369 h 3340478"/>
                  <a:gd name="connsiteX17" fmla="*/ 397042 w 1465230"/>
                  <a:gd name="connsiteY17" fmla="*/ 866274 h 3340478"/>
                  <a:gd name="connsiteX18" fmla="*/ 360948 w 1465230"/>
                  <a:gd name="connsiteY18" fmla="*/ 830179 h 3340478"/>
                  <a:gd name="connsiteX19" fmla="*/ 312821 w 1465230"/>
                  <a:gd name="connsiteY19" fmla="*/ 757990 h 3340478"/>
                  <a:gd name="connsiteX20" fmla="*/ 276726 w 1465230"/>
                  <a:gd name="connsiteY20" fmla="*/ 697832 h 3340478"/>
                  <a:gd name="connsiteX21" fmla="*/ 240632 w 1465230"/>
                  <a:gd name="connsiteY21" fmla="*/ 625642 h 3340478"/>
                  <a:gd name="connsiteX22" fmla="*/ 216569 w 1465230"/>
                  <a:gd name="connsiteY22" fmla="*/ 553453 h 3340478"/>
                  <a:gd name="connsiteX23" fmla="*/ 192505 w 1465230"/>
                  <a:gd name="connsiteY23" fmla="*/ 481263 h 3340478"/>
                  <a:gd name="connsiteX24" fmla="*/ 168442 w 1465230"/>
                  <a:gd name="connsiteY24" fmla="*/ 409074 h 3340478"/>
                  <a:gd name="connsiteX25" fmla="*/ 156411 w 1465230"/>
                  <a:gd name="connsiteY25" fmla="*/ 372979 h 3340478"/>
                  <a:gd name="connsiteX26" fmla="*/ 108284 w 1465230"/>
                  <a:gd name="connsiteY26" fmla="*/ 180474 h 3340478"/>
                  <a:gd name="connsiteX27" fmla="*/ 36095 w 1465230"/>
                  <a:gd name="connsiteY27" fmla="*/ 72190 h 3340478"/>
                  <a:gd name="connsiteX28" fmla="*/ 12032 w 1465230"/>
                  <a:gd name="connsiteY28" fmla="*/ 36095 h 3340478"/>
                  <a:gd name="connsiteX29" fmla="*/ 0 w 1465230"/>
                  <a:gd name="connsiteY29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23235 w 1465230"/>
                  <a:gd name="connsiteY3" fmla="*/ 1890972 h 3340478"/>
                  <a:gd name="connsiteX4" fmla="*/ 938463 w 1465230"/>
                  <a:gd name="connsiteY4" fmla="*/ 1684421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589548 w 1465230"/>
                  <a:gd name="connsiteY11" fmla="*/ 1106906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108284 w 1465230"/>
                  <a:gd name="connsiteY25" fmla="*/ 180474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38463 w 1465230"/>
                  <a:gd name="connsiteY4" fmla="*/ 1684421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589548 w 1465230"/>
                  <a:gd name="connsiteY11" fmla="*/ 1106906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108284 w 1465230"/>
                  <a:gd name="connsiteY25" fmla="*/ 180474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589548 w 1465230"/>
                  <a:gd name="connsiteY11" fmla="*/ 1106906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108284 w 1465230"/>
                  <a:gd name="connsiteY25" fmla="*/ 180474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662562 w 1465230"/>
                  <a:gd name="connsiteY11" fmla="*/ 1112296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108284 w 1465230"/>
                  <a:gd name="connsiteY25" fmla="*/ 180474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662562 w 1465230"/>
                  <a:gd name="connsiteY11" fmla="*/ 1112296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64475 w 1465230"/>
                  <a:gd name="connsiteY25" fmla="*/ 261321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94634 w 1465230"/>
                  <a:gd name="connsiteY10" fmla="*/ 1269958 h 3340478"/>
                  <a:gd name="connsiteX11" fmla="*/ 643091 w 1465230"/>
                  <a:gd name="connsiteY11" fmla="*/ 1176973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64475 w 1465230"/>
                  <a:gd name="connsiteY25" fmla="*/ 261321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07017 w 1465230"/>
                  <a:gd name="connsiteY10" fmla="*/ 1361584 h 3340478"/>
                  <a:gd name="connsiteX11" fmla="*/ 643091 w 1465230"/>
                  <a:gd name="connsiteY11" fmla="*/ 1176973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64475 w 1465230"/>
                  <a:gd name="connsiteY25" fmla="*/ 261321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  <a:gd name="connsiteX0" fmla="*/ 1465230 w 1465230"/>
                  <a:gd name="connsiteY0" fmla="*/ 3340478 h 3340478"/>
                  <a:gd name="connsiteX1" fmla="*/ 1410990 w 1465230"/>
                  <a:gd name="connsiteY1" fmla="*/ 2735960 h 3340478"/>
                  <a:gd name="connsiteX2" fmla="*/ 1222254 w 1465230"/>
                  <a:gd name="connsiteY2" fmla="*/ 2378009 h 3340478"/>
                  <a:gd name="connsiteX3" fmla="*/ 1091381 w 1465230"/>
                  <a:gd name="connsiteY3" fmla="*/ 2025716 h 3340478"/>
                  <a:gd name="connsiteX4" fmla="*/ 996873 w 1465230"/>
                  <a:gd name="connsiteY4" fmla="*/ 1776047 h 3340478"/>
                  <a:gd name="connsiteX5" fmla="*/ 914400 w 1465230"/>
                  <a:gd name="connsiteY5" fmla="*/ 1612232 h 3340478"/>
                  <a:gd name="connsiteX6" fmla="*/ 890337 w 1465230"/>
                  <a:gd name="connsiteY6" fmla="*/ 1564106 h 3340478"/>
                  <a:gd name="connsiteX7" fmla="*/ 866274 w 1465230"/>
                  <a:gd name="connsiteY7" fmla="*/ 1491916 h 3340478"/>
                  <a:gd name="connsiteX8" fmla="*/ 854242 w 1465230"/>
                  <a:gd name="connsiteY8" fmla="*/ 1455821 h 3340478"/>
                  <a:gd name="connsiteX9" fmla="*/ 830179 w 1465230"/>
                  <a:gd name="connsiteY9" fmla="*/ 1419727 h 3340478"/>
                  <a:gd name="connsiteX10" fmla="*/ 707017 w 1465230"/>
                  <a:gd name="connsiteY10" fmla="*/ 1361584 h 3340478"/>
                  <a:gd name="connsiteX11" fmla="*/ 570076 w 1465230"/>
                  <a:gd name="connsiteY11" fmla="*/ 1209312 h 3340478"/>
                  <a:gd name="connsiteX12" fmla="*/ 529390 w 1465230"/>
                  <a:gd name="connsiteY12" fmla="*/ 1046748 h 3340478"/>
                  <a:gd name="connsiteX13" fmla="*/ 505326 w 1465230"/>
                  <a:gd name="connsiteY13" fmla="*/ 1010653 h 3340478"/>
                  <a:gd name="connsiteX14" fmla="*/ 469232 w 1465230"/>
                  <a:gd name="connsiteY14" fmla="*/ 974558 h 3340478"/>
                  <a:gd name="connsiteX15" fmla="*/ 421105 w 1465230"/>
                  <a:gd name="connsiteY15" fmla="*/ 902369 h 3340478"/>
                  <a:gd name="connsiteX16" fmla="*/ 397042 w 1465230"/>
                  <a:gd name="connsiteY16" fmla="*/ 866274 h 3340478"/>
                  <a:gd name="connsiteX17" fmla="*/ 360948 w 1465230"/>
                  <a:gd name="connsiteY17" fmla="*/ 830179 h 3340478"/>
                  <a:gd name="connsiteX18" fmla="*/ 312821 w 1465230"/>
                  <a:gd name="connsiteY18" fmla="*/ 757990 h 3340478"/>
                  <a:gd name="connsiteX19" fmla="*/ 276726 w 1465230"/>
                  <a:gd name="connsiteY19" fmla="*/ 697832 h 3340478"/>
                  <a:gd name="connsiteX20" fmla="*/ 240632 w 1465230"/>
                  <a:gd name="connsiteY20" fmla="*/ 625642 h 3340478"/>
                  <a:gd name="connsiteX21" fmla="*/ 216569 w 1465230"/>
                  <a:gd name="connsiteY21" fmla="*/ 553453 h 3340478"/>
                  <a:gd name="connsiteX22" fmla="*/ 192505 w 1465230"/>
                  <a:gd name="connsiteY22" fmla="*/ 481263 h 3340478"/>
                  <a:gd name="connsiteX23" fmla="*/ 168442 w 1465230"/>
                  <a:gd name="connsiteY23" fmla="*/ 409074 h 3340478"/>
                  <a:gd name="connsiteX24" fmla="*/ 156411 w 1465230"/>
                  <a:gd name="connsiteY24" fmla="*/ 372979 h 3340478"/>
                  <a:gd name="connsiteX25" fmla="*/ 64475 w 1465230"/>
                  <a:gd name="connsiteY25" fmla="*/ 261321 h 3340478"/>
                  <a:gd name="connsiteX26" fmla="*/ 36095 w 1465230"/>
                  <a:gd name="connsiteY26" fmla="*/ 72190 h 3340478"/>
                  <a:gd name="connsiteX27" fmla="*/ 12032 w 1465230"/>
                  <a:gd name="connsiteY27" fmla="*/ 36095 h 3340478"/>
                  <a:gd name="connsiteX28" fmla="*/ 0 w 1465230"/>
                  <a:gd name="connsiteY28" fmla="*/ 0 h 33404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1465230" h="3340478">
                    <a:moveTo>
                      <a:pt x="1465230" y="3340478"/>
                    </a:moveTo>
                    <a:cubicBezTo>
                      <a:pt x="1248662" y="3055731"/>
                      <a:pt x="1451486" y="2896371"/>
                      <a:pt x="1410990" y="2735960"/>
                    </a:cubicBezTo>
                    <a:cubicBezTo>
                      <a:pt x="1370494" y="2575549"/>
                      <a:pt x="1275522" y="2496383"/>
                      <a:pt x="1222254" y="2378009"/>
                    </a:cubicBezTo>
                    <a:cubicBezTo>
                      <a:pt x="1168986" y="2259635"/>
                      <a:pt x="1128945" y="2126043"/>
                      <a:pt x="1091381" y="2025716"/>
                    </a:cubicBezTo>
                    <a:cubicBezTo>
                      <a:pt x="1053817" y="1925389"/>
                      <a:pt x="1016866" y="1836027"/>
                      <a:pt x="996873" y="1776047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12132" y="1389648"/>
                      <a:pt x="725064" y="1391663"/>
                      <a:pt x="707017" y="1361584"/>
                    </a:cubicBezTo>
                    <a:cubicBezTo>
                      <a:pt x="666912" y="1309447"/>
                      <a:pt x="599681" y="1261785"/>
                      <a:pt x="570076" y="1209312"/>
                    </a:cubicBezTo>
                    <a:cubicBezTo>
                      <a:pt x="540472" y="1156839"/>
                      <a:pt x="540182" y="1079858"/>
                      <a:pt x="529390" y="1046748"/>
                    </a:cubicBezTo>
                    <a:cubicBezTo>
                      <a:pt x="518598" y="1013638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73739" y="397605"/>
                      <a:pt x="156411" y="372979"/>
                    </a:cubicBezTo>
                    <a:cubicBezTo>
                      <a:pt x="139083" y="348353"/>
                      <a:pt x="85618" y="293037"/>
                      <a:pt x="64475" y="261321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762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13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4" name="TextBox 403">
                    <a:extLst>
                      <a:ext uri="{FF2B5EF4-FFF2-40B4-BE49-F238E27FC236}">
                        <a16:creationId xmlns:a16="http://schemas.microsoft.com/office/drawing/2014/main" id="{475E6B5D-79A1-13BD-09EF-4B837FE39A90}"/>
                      </a:ext>
                    </a:extLst>
                  </p:cNvPr>
                  <p:cNvSpPr txBox="1"/>
                  <p:nvPr/>
                </p:nvSpPr>
                <p:spPr>
                  <a:xfrm>
                    <a:off x="33810258" y="22776994"/>
                    <a:ext cx="527668" cy="602998"/>
                  </a:xfrm>
                  <a:custGeom>
                    <a:avLst/>
                    <a:gdLst>
                      <a:gd name="connsiteX0" fmla="*/ 0 w 482636"/>
                      <a:gd name="connsiteY0" fmla="*/ 0 h 478464"/>
                      <a:gd name="connsiteX1" fmla="*/ 482636 w 482636"/>
                      <a:gd name="connsiteY1" fmla="*/ 0 h 478464"/>
                      <a:gd name="connsiteX2" fmla="*/ 482636 w 482636"/>
                      <a:gd name="connsiteY2" fmla="*/ 478464 h 478464"/>
                      <a:gd name="connsiteX3" fmla="*/ 0 w 482636"/>
                      <a:gd name="connsiteY3" fmla="*/ 478464 h 478464"/>
                      <a:gd name="connsiteX4" fmla="*/ 0 w 482636"/>
                      <a:gd name="connsiteY4" fmla="*/ 0 h 4784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82636" h="478464" extrusionOk="0">
                        <a:moveTo>
                          <a:pt x="0" y="0"/>
                        </a:moveTo>
                        <a:cubicBezTo>
                          <a:pt x="174232" y="88"/>
                          <a:pt x="249381" y="-4106"/>
                          <a:pt x="482636" y="0"/>
                        </a:cubicBezTo>
                        <a:cubicBezTo>
                          <a:pt x="488307" y="156316"/>
                          <a:pt x="493188" y="371732"/>
                          <a:pt x="482636" y="478464"/>
                        </a:cubicBezTo>
                        <a:cubicBezTo>
                          <a:pt x="253992" y="468640"/>
                          <a:pt x="121306" y="472555"/>
                          <a:pt x="0" y="478464"/>
                        </a:cubicBezTo>
                        <a:cubicBezTo>
                          <a:pt x="4902" y="348491"/>
                          <a:pt x="1437" y="153857"/>
                          <a:pt x="0" y="0"/>
                        </a:cubicBezTo>
                        <a:close/>
                      </a:path>
                    </a:pathLst>
                  </a:custGeom>
                  <a:noFill/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1219033472">
                          <a:prstGeom prst="rect">
                            <a:avLst/>
                          </a:pr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 wrap="square" rtlCol="0">
                    <a:spAutoFit/>
                  </a:bodyPr>
                  <a:lstStyle>
                    <a:defPPr>
                      <a:defRPr lang="en-US"/>
                    </a:defPPr>
                    <a:lvl1pPr>
                      <a:defRPr sz="3136" b="0" i="1">
                        <a:latin typeface="Cambria Math" panose="02040503050406030204" pitchFamily="18" charset="0"/>
                      </a:defRPr>
                    </a:lvl1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/>
                              </m:ctrlPr>
                            </m:sSubPr>
                            <m:e>
                              <m:r>
                                <a:rPr lang="en-US" sz="2509"/>
                                <m:t>𝑑</m:t>
                              </m:r>
                            </m:e>
                            <m:sub>
                              <m:r>
                                <a:rPr lang="en-US" sz="2509"/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4" name="TextBox 403">
                    <a:extLst>
                      <a:ext uri="{FF2B5EF4-FFF2-40B4-BE49-F238E27FC236}">
                        <a16:creationId xmlns:a16="http://schemas.microsoft.com/office/drawing/2014/main" id="{475E6B5D-79A1-13BD-09EF-4B837FE39A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10258" y="22776994"/>
                    <a:ext cx="527668" cy="602998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l="-4878"/>
                    </a:stretch>
                  </a:blipFill>
                  <a:ln w="19050">
                    <a:solidFill>
                      <a:schemeClr val="tx1">
                        <a:lumMod val="85000"/>
                        <a:lumOff val="15000"/>
                      </a:schemeClr>
                    </a:solidFill>
                    <a:prstDash val="solid"/>
                    <a:extLst>
                      <a:ext uri="{C807C97D-BFC1-408E-A445-0C87EB9F89A2}">
                        <ask:lineSketchStyleProps xmlns:ask="http://schemas.microsoft.com/office/drawing/2018/sketchyshapes" sd="1219033472">
                          <a:custGeom>
                            <a:avLst/>
                            <a:gdLst>
                              <a:gd name="connsiteX0" fmla="*/ 0 w 482636"/>
                              <a:gd name="connsiteY0" fmla="*/ 0 h 478464"/>
                              <a:gd name="connsiteX1" fmla="*/ 482636 w 482636"/>
                              <a:gd name="connsiteY1" fmla="*/ 0 h 478464"/>
                              <a:gd name="connsiteX2" fmla="*/ 482636 w 482636"/>
                              <a:gd name="connsiteY2" fmla="*/ 478464 h 478464"/>
                              <a:gd name="connsiteX3" fmla="*/ 0 w 482636"/>
                              <a:gd name="connsiteY3" fmla="*/ 478464 h 478464"/>
                              <a:gd name="connsiteX4" fmla="*/ 0 w 482636"/>
                              <a:gd name="connsiteY4" fmla="*/ 0 h 478464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</a:cxnLst>
                            <a:rect l="l" t="t" r="r" b="b"/>
                            <a:pathLst>
                              <a:path w="482636" h="478464" extrusionOk="0">
                                <a:moveTo>
                                  <a:pt x="0" y="0"/>
                                </a:moveTo>
                                <a:cubicBezTo>
                                  <a:pt x="174232" y="88"/>
                                  <a:pt x="249381" y="-4106"/>
                                  <a:pt x="482636" y="0"/>
                                </a:cubicBezTo>
                                <a:cubicBezTo>
                                  <a:pt x="488307" y="156316"/>
                                  <a:pt x="493188" y="371732"/>
                                  <a:pt x="482636" y="478464"/>
                                </a:cubicBezTo>
                                <a:cubicBezTo>
                                  <a:pt x="253992" y="468640"/>
                                  <a:pt x="121306" y="472555"/>
                                  <a:pt x="0" y="478464"/>
                                </a:cubicBezTo>
                                <a:cubicBezTo>
                                  <a:pt x="4902" y="348491"/>
                                  <a:pt x="1437" y="153857"/>
                                  <a:pt x="0" y="0"/>
                                </a:cubicBezTo>
                                <a:close/>
                              </a:path>
                            </a:pathLst>
                          </a:custGeom>
                          <ask:type>
                            <ask:lineSketchFreehand/>
                          </ask:type>
                        </ask:lineSketchStyleProps>
                      </a:ext>
                    </a:extLst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10" name="TextBox 409">
              <a:extLst>
                <a:ext uri="{FF2B5EF4-FFF2-40B4-BE49-F238E27FC236}">
                  <a16:creationId xmlns:a16="http://schemas.microsoft.com/office/drawing/2014/main" id="{DC092043-F98F-06A5-A21C-7B185E593388}"/>
                </a:ext>
              </a:extLst>
            </p:cNvPr>
            <p:cNvSpPr txBox="1"/>
            <p:nvPr/>
          </p:nvSpPr>
          <p:spPr>
            <a:xfrm>
              <a:off x="33965504" y="21707959"/>
              <a:ext cx="2463408" cy="607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6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examples</a:t>
              </a:r>
              <a:endParaRPr lang="en-US" sz="2560" i="1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11" name="TextBox 410">
              <a:extLst>
                <a:ext uri="{FF2B5EF4-FFF2-40B4-BE49-F238E27FC236}">
                  <a16:creationId xmlns:a16="http://schemas.microsoft.com/office/drawing/2014/main" id="{BE5DC0A2-6793-7459-F7F0-AAEEB2378931}"/>
                </a:ext>
              </a:extLst>
            </p:cNvPr>
            <p:cNvSpPr txBox="1"/>
            <p:nvPr/>
          </p:nvSpPr>
          <p:spPr>
            <a:xfrm>
              <a:off x="33972421" y="20483765"/>
              <a:ext cx="2720523" cy="607859"/>
            </a:xfrm>
            <a:custGeom>
              <a:avLst/>
              <a:gdLst>
                <a:gd name="connsiteX0" fmla="*/ 0 w 2176418"/>
                <a:gd name="connsiteY0" fmla="*/ 0 h 486287"/>
                <a:gd name="connsiteX1" fmla="*/ 478812 w 2176418"/>
                <a:gd name="connsiteY1" fmla="*/ 0 h 486287"/>
                <a:gd name="connsiteX2" fmla="*/ 1022916 w 2176418"/>
                <a:gd name="connsiteY2" fmla="*/ 0 h 486287"/>
                <a:gd name="connsiteX3" fmla="*/ 1610549 w 2176418"/>
                <a:gd name="connsiteY3" fmla="*/ 0 h 486287"/>
                <a:gd name="connsiteX4" fmla="*/ 2176418 w 2176418"/>
                <a:gd name="connsiteY4" fmla="*/ 0 h 486287"/>
                <a:gd name="connsiteX5" fmla="*/ 2176418 w 2176418"/>
                <a:gd name="connsiteY5" fmla="*/ 486287 h 486287"/>
                <a:gd name="connsiteX6" fmla="*/ 1588785 w 2176418"/>
                <a:gd name="connsiteY6" fmla="*/ 486287 h 486287"/>
                <a:gd name="connsiteX7" fmla="*/ 1088209 w 2176418"/>
                <a:gd name="connsiteY7" fmla="*/ 486287 h 486287"/>
                <a:gd name="connsiteX8" fmla="*/ 500576 w 2176418"/>
                <a:gd name="connsiteY8" fmla="*/ 486287 h 486287"/>
                <a:gd name="connsiteX9" fmla="*/ 0 w 2176418"/>
                <a:gd name="connsiteY9" fmla="*/ 486287 h 486287"/>
                <a:gd name="connsiteX10" fmla="*/ 0 w 2176418"/>
                <a:gd name="connsiteY10" fmla="*/ 0 h 48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76418" h="486287" extrusionOk="0">
                  <a:moveTo>
                    <a:pt x="0" y="0"/>
                  </a:moveTo>
                  <a:cubicBezTo>
                    <a:pt x="210098" y="-19704"/>
                    <a:pt x="288894" y="33832"/>
                    <a:pt x="478812" y="0"/>
                  </a:cubicBezTo>
                  <a:cubicBezTo>
                    <a:pt x="668730" y="-33832"/>
                    <a:pt x="757009" y="54954"/>
                    <a:pt x="1022916" y="0"/>
                  </a:cubicBezTo>
                  <a:cubicBezTo>
                    <a:pt x="1288823" y="-54954"/>
                    <a:pt x="1341581" y="15767"/>
                    <a:pt x="1610549" y="0"/>
                  </a:cubicBezTo>
                  <a:cubicBezTo>
                    <a:pt x="1879517" y="-15767"/>
                    <a:pt x="2003461" y="3253"/>
                    <a:pt x="2176418" y="0"/>
                  </a:cubicBezTo>
                  <a:cubicBezTo>
                    <a:pt x="2232098" y="231085"/>
                    <a:pt x="2132399" y="360154"/>
                    <a:pt x="2176418" y="486287"/>
                  </a:cubicBezTo>
                  <a:cubicBezTo>
                    <a:pt x="1898536" y="541273"/>
                    <a:pt x="1735818" y="463245"/>
                    <a:pt x="1588785" y="486287"/>
                  </a:cubicBezTo>
                  <a:cubicBezTo>
                    <a:pt x="1441752" y="509329"/>
                    <a:pt x="1203247" y="481428"/>
                    <a:pt x="1088209" y="486287"/>
                  </a:cubicBezTo>
                  <a:cubicBezTo>
                    <a:pt x="973171" y="491146"/>
                    <a:pt x="717079" y="474862"/>
                    <a:pt x="500576" y="486287"/>
                  </a:cubicBezTo>
                  <a:cubicBezTo>
                    <a:pt x="284073" y="497712"/>
                    <a:pt x="101191" y="443384"/>
                    <a:pt x="0" y="486287"/>
                  </a:cubicBezTo>
                  <a:cubicBezTo>
                    <a:pt x="-32834" y="332282"/>
                    <a:pt x="53823" y="201089"/>
                    <a:pt x="0" y="0"/>
                  </a:cubicBezTo>
                  <a:close/>
                </a:path>
              </a:pathLst>
            </a:custGeom>
            <a:noFill/>
            <a:ln w="19050">
              <a:solidFill>
                <a:schemeClr val="tx1">
                  <a:lumMod val="85000"/>
                  <a:lumOff val="1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432279931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r>
                <a:rPr lang="en-US" sz="256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non-matching</a:t>
              </a:r>
              <a:endParaRPr lang="en-US" sz="2560" i="1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12" name="TextBox 411">
              <a:extLst>
                <a:ext uri="{FF2B5EF4-FFF2-40B4-BE49-F238E27FC236}">
                  <a16:creationId xmlns:a16="http://schemas.microsoft.com/office/drawing/2014/main" id="{84D11F15-C9D1-CC54-F526-D268B18C1187}"/>
                </a:ext>
              </a:extLst>
            </p:cNvPr>
            <p:cNvSpPr txBox="1"/>
            <p:nvPr/>
          </p:nvSpPr>
          <p:spPr>
            <a:xfrm>
              <a:off x="33983691" y="21146385"/>
              <a:ext cx="1956725" cy="607859"/>
            </a:xfrm>
            <a:custGeom>
              <a:avLst/>
              <a:gdLst>
                <a:gd name="connsiteX0" fmla="*/ 0 w 1565380"/>
                <a:gd name="connsiteY0" fmla="*/ 0 h 486287"/>
                <a:gd name="connsiteX1" fmla="*/ 553101 w 1565380"/>
                <a:gd name="connsiteY1" fmla="*/ 0 h 486287"/>
                <a:gd name="connsiteX2" fmla="*/ 1074894 w 1565380"/>
                <a:gd name="connsiteY2" fmla="*/ 0 h 486287"/>
                <a:gd name="connsiteX3" fmla="*/ 1565380 w 1565380"/>
                <a:gd name="connsiteY3" fmla="*/ 0 h 486287"/>
                <a:gd name="connsiteX4" fmla="*/ 1565380 w 1565380"/>
                <a:gd name="connsiteY4" fmla="*/ 486287 h 486287"/>
                <a:gd name="connsiteX5" fmla="*/ 1012279 w 1565380"/>
                <a:gd name="connsiteY5" fmla="*/ 486287 h 486287"/>
                <a:gd name="connsiteX6" fmla="*/ 459178 w 1565380"/>
                <a:gd name="connsiteY6" fmla="*/ 486287 h 486287"/>
                <a:gd name="connsiteX7" fmla="*/ 0 w 1565380"/>
                <a:gd name="connsiteY7" fmla="*/ 486287 h 486287"/>
                <a:gd name="connsiteX8" fmla="*/ 0 w 1565380"/>
                <a:gd name="connsiteY8" fmla="*/ 0 h 48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65380" h="486287" extrusionOk="0">
                  <a:moveTo>
                    <a:pt x="0" y="0"/>
                  </a:moveTo>
                  <a:cubicBezTo>
                    <a:pt x="165065" y="3346"/>
                    <a:pt x="406601" y="19"/>
                    <a:pt x="553101" y="0"/>
                  </a:cubicBezTo>
                  <a:cubicBezTo>
                    <a:pt x="699601" y="-19"/>
                    <a:pt x="959497" y="703"/>
                    <a:pt x="1074894" y="0"/>
                  </a:cubicBezTo>
                  <a:cubicBezTo>
                    <a:pt x="1190291" y="-703"/>
                    <a:pt x="1460729" y="1757"/>
                    <a:pt x="1565380" y="0"/>
                  </a:cubicBezTo>
                  <a:cubicBezTo>
                    <a:pt x="1542331" y="211991"/>
                    <a:pt x="1583037" y="306808"/>
                    <a:pt x="1565380" y="486287"/>
                  </a:cubicBezTo>
                  <a:cubicBezTo>
                    <a:pt x="1346136" y="461354"/>
                    <a:pt x="1275618" y="463793"/>
                    <a:pt x="1012279" y="486287"/>
                  </a:cubicBezTo>
                  <a:cubicBezTo>
                    <a:pt x="748940" y="508781"/>
                    <a:pt x="656618" y="465570"/>
                    <a:pt x="459178" y="486287"/>
                  </a:cubicBezTo>
                  <a:cubicBezTo>
                    <a:pt x="261738" y="507004"/>
                    <a:pt x="103434" y="470432"/>
                    <a:pt x="0" y="486287"/>
                  </a:cubicBezTo>
                  <a:cubicBezTo>
                    <a:pt x="-17086" y="320250"/>
                    <a:pt x="-3871" y="114010"/>
                    <a:pt x="0" y="0"/>
                  </a:cubicBezTo>
                  <a:close/>
                </a:path>
              </a:pathLst>
            </a:custGeom>
            <a:noFill/>
            <a:ln w="19050">
              <a:solidFill>
                <a:schemeClr val="tx1">
                  <a:lumMod val="85000"/>
                  <a:lumOff val="1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668247110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r>
                <a:rPr lang="en-US" sz="256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matching</a:t>
              </a:r>
              <a:endParaRPr lang="en-US" sz="2560" i="1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13" name="TextBox 412">
              <a:extLst>
                <a:ext uri="{FF2B5EF4-FFF2-40B4-BE49-F238E27FC236}">
                  <a16:creationId xmlns:a16="http://schemas.microsoft.com/office/drawing/2014/main" id="{E30FB89F-3629-59F8-A1AA-ECF67489CF59}"/>
                </a:ext>
              </a:extLst>
            </p:cNvPr>
            <p:cNvSpPr txBox="1"/>
            <p:nvPr/>
          </p:nvSpPr>
          <p:spPr>
            <a:xfrm>
              <a:off x="1569226" y="13975179"/>
              <a:ext cx="747801" cy="885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2" b="1" dirty="0"/>
                <a:t>a)</a:t>
              </a:r>
            </a:p>
          </p:txBody>
        </p:sp>
        <p:sp>
          <p:nvSpPr>
            <p:cNvPr id="414" name="TextBox 413">
              <a:extLst>
                <a:ext uri="{FF2B5EF4-FFF2-40B4-BE49-F238E27FC236}">
                  <a16:creationId xmlns:a16="http://schemas.microsoft.com/office/drawing/2014/main" id="{4AA687F9-94D0-BFA2-8E1D-39A5D95459A8}"/>
                </a:ext>
              </a:extLst>
            </p:cNvPr>
            <p:cNvSpPr txBox="1"/>
            <p:nvPr/>
          </p:nvSpPr>
          <p:spPr>
            <a:xfrm>
              <a:off x="28486896" y="14324880"/>
              <a:ext cx="775854" cy="8852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2" b="1" dirty="0"/>
                <a:t>b)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DBB7863-F65D-EC02-F23C-1B7762E48A6F}"/>
                </a:ext>
              </a:extLst>
            </p:cNvPr>
            <p:cNvCxnSpPr>
              <a:cxnSpLocks/>
            </p:cNvCxnSpPr>
            <p:nvPr/>
          </p:nvCxnSpPr>
          <p:spPr>
            <a:xfrm>
              <a:off x="34205845" y="19821671"/>
              <a:ext cx="232907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dash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F1A67B12-8591-301A-35C0-D682D3F629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044235" y="17272999"/>
              <a:ext cx="799940" cy="3001"/>
            </a:xfrm>
            <a:prstGeom prst="straightConnector1">
              <a:avLst/>
            </a:prstGeom>
            <a:ln w="88900"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0278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oup 382">
            <a:extLst>
              <a:ext uri="{FF2B5EF4-FFF2-40B4-BE49-F238E27FC236}">
                <a16:creationId xmlns:a16="http://schemas.microsoft.com/office/drawing/2014/main" id="{7531A99C-63D6-3F17-C0AD-271BA8E27C2A}"/>
              </a:ext>
            </a:extLst>
          </p:cNvPr>
          <p:cNvGrpSpPr/>
          <p:nvPr/>
        </p:nvGrpSpPr>
        <p:grpSpPr>
          <a:xfrm>
            <a:off x="8497460" y="13715998"/>
            <a:ext cx="6159522" cy="4912104"/>
            <a:chOff x="29735902" y="14264117"/>
            <a:chExt cx="7699404" cy="6140135"/>
          </a:xfrm>
        </p:grpSpPr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44282207-BF7B-2075-C2D5-2B9F1C3C2A28}"/>
                </a:ext>
              </a:extLst>
            </p:cNvPr>
            <p:cNvGrpSpPr/>
            <p:nvPr/>
          </p:nvGrpSpPr>
          <p:grpSpPr>
            <a:xfrm>
              <a:off x="29735902" y="14264117"/>
              <a:ext cx="7699404" cy="6140135"/>
              <a:chOff x="29454143" y="14215741"/>
              <a:chExt cx="8444870" cy="6140135"/>
            </a:xfrm>
          </p:grpSpPr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2DD607D7-5B0E-4E32-814B-DF1D02E6D6BC}"/>
                  </a:ext>
                </a:extLst>
              </p:cNvPr>
              <p:cNvGrpSpPr/>
              <p:nvPr/>
            </p:nvGrpSpPr>
            <p:grpSpPr>
              <a:xfrm>
                <a:off x="29734943" y="14215741"/>
                <a:ext cx="8164070" cy="6140135"/>
                <a:chOff x="28091219" y="16303441"/>
                <a:chExt cx="8164070" cy="6722691"/>
              </a:xfrm>
            </p:grpSpPr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4B6EC721-60C4-6A1C-187B-26502DA88E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35125" y="16303441"/>
                  <a:ext cx="37154" cy="145106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3E82737D-6B49-8FB9-7308-B9C0A0C340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7097" y="16776952"/>
                  <a:ext cx="0" cy="95996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8E4008D7-4B76-27A6-E958-636DB1F874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B8922C79-FFC6-6EC7-78ED-7727321CE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0D00D360-5101-F1F0-F59C-650487A1C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62A39DE2-651E-8A29-3E43-C8D159F521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9B7ADE64-873E-05DA-8F43-1F6B48205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5CE84C0-6584-4949-9FDB-8FD69D580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E4921A92-A462-70BE-82BD-FD28E57E3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CC8C9608-D069-2E54-63C3-BED6273FE3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3" y="18886643"/>
                  <a:ext cx="824987" cy="18209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481D7431-5CE5-159E-6911-AD006606F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831623" cy="17724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A66DCAA-60D2-A05B-884D-B19962411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24109" cy="115565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4E7A9FCA-6FDA-9766-3DE2-9C101A836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9149" y="17718873"/>
                  <a:ext cx="1518358" cy="28859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D5A17825-F715-4C17-41D8-A5B051E0E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A163F14F-E17E-4644-22AB-26CA01DE52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07413"/>
                  <a:ext cx="2762243" cy="1516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75A6F12A-D94A-B7F1-9A07-28C99087ED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583736" cy="292554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71" y="22225811"/>
                      <a:ext cx="841575" cy="8003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71" y="22225811"/>
                      <a:ext cx="841575" cy="800321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090327" y="21852115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090327" y="21852115"/>
                      <a:ext cx="841575" cy="73292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61946" y="21799827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61946" y="21799827"/>
                      <a:ext cx="841575" cy="7329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13714" y="21819001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13714" y="21819001"/>
                      <a:ext cx="841575" cy="73292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5" name="Trapezoid 254">
                <a:extLst>
                  <a:ext uri="{FF2B5EF4-FFF2-40B4-BE49-F238E27FC236}">
                    <a16:creationId xmlns:a16="http://schemas.microsoft.com/office/drawing/2014/main" id="{86974620-15A3-0A3E-6E4D-16F3C423C5FE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sp>
            <p:nvSpPr>
              <p:cNvPr id="257" name="Trapezoid 256">
                <a:extLst>
                  <a:ext uri="{FF2B5EF4-FFF2-40B4-BE49-F238E27FC236}">
                    <a16:creationId xmlns:a16="http://schemas.microsoft.com/office/drawing/2014/main" id="{D836DA2A-778C-3EC5-0548-64175ED985D6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75" name="Trapezoid 274">
                <a:extLst>
                  <a:ext uri="{FF2B5EF4-FFF2-40B4-BE49-F238E27FC236}">
                    <a16:creationId xmlns:a16="http://schemas.microsoft.com/office/drawing/2014/main" id="{28DFF800-1C29-51F2-B5B5-AE7F0F2B1481}"/>
                  </a:ext>
                </a:extLst>
              </p:cNvPr>
              <p:cNvSpPr/>
              <p:nvPr/>
            </p:nvSpPr>
            <p:spPr>
              <a:xfrm>
                <a:off x="33263987" y="18168401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77" name="Trapezoid 276">
                <a:extLst>
                  <a:ext uri="{FF2B5EF4-FFF2-40B4-BE49-F238E27FC236}">
                    <a16:creationId xmlns:a16="http://schemas.microsoft.com/office/drawing/2014/main" id="{21C8A5BC-D5FC-3A5B-B104-06723CDA8C68}"/>
                  </a:ext>
                </a:extLst>
              </p:cNvPr>
              <p:cNvSpPr/>
              <p:nvPr/>
            </p:nvSpPr>
            <p:spPr>
              <a:xfrm>
                <a:off x="34940342" y="18153932"/>
                <a:ext cx="1285672" cy="1021387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1E7686A-BFAB-6D0C-6A04-2A00792470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522651"/>
                <a:ext cx="851011" cy="101234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12B1000-3A7C-E6FA-C1BF-B38AB5E7C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74676" y="14597904"/>
                <a:ext cx="2554574" cy="44208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5D0D7471-45EC-7C1A-9A76-50A12D4B3C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83030" y="14648224"/>
                <a:ext cx="2627541" cy="44208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463C340-2198-4310-3CBC-49FFCE017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00295" y="14643987"/>
                <a:ext cx="366736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2ABF5531-A8A9-BDD6-5049-A460F4EE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99872" y="14215743"/>
                <a:ext cx="0" cy="42934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9E1E668A-9A45-29B2-2013-A625347EEF1B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2958EBF-18E1-4777-1378-6E059DD3CAD4}"/>
              </a:ext>
            </a:extLst>
          </p:cNvPr>
          <p:cNvGrpSpPr/>
          <p:nvPr/>
        </p:nvGrpSpPr>
        <p:grpSpPr>
          <a:xfrm>
            <a:off x="8556666" y="8693198"/>
            <a:ext cx="5921962" cy="4800017"/>
            <a:chOff x="29735901" y="14322489"/>
            <a:chExt cx="7402451" cy="600002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E283F31-58DD-B348-C3D9-4AAD90DE25B0}"/>
                </a:ext>
              </a:extLst>
            </p:cNvPr>
            <p:cNvGrpSpPr/>
            <p:nvPr/>
          </p:nvGrpSpPr>
          <p:grpSpPr>
            <a:xfrm>
              <a:off x="29735901" y="14322489"/>
              <a:ext cx="7402451" cy="6000022"/>
              <a:chOff x="29454143" y="14274113"/>
              <a:chExt cx="8119166" cy="6000022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F26B6B82-10FA-0172-B50E-0BDB41AAEC94}"/>
                  </a:ext>
                </a:extLst>
              </p:cNvPr>
              <p:cNvGrpSpPr/>
              <p:nvPr/>
            </p:nvGrpSpPr>
            <p:grpSpPr>
              <a:xfrm>
                <a:off x="29734943" y="14274115"/>
                <a:ext cx="7769719" cy="6000020"/>
                <a:chOff x="28091219" y="16367349"/>
                <a:chExt cx="7769719" cy="6569281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61742D-2FA4-53C0-EEDD-6EFF6B6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73170" y="16367349"/>
                  <a:ext cx="13808" cy="92724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DA9E260-F58C-A337-A5F3-29BB4D2052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1C77B13E-DAE8-1B55-C39F-D796678F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385CED5-8A92-3835-54D7-9179FB503C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3E2EDE-ED06-3D12-8C53-6BC4FA1EBB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12295C-AAB5-59BA-AA14-F11112841A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9E10AC8-AE36-B668-B5F8-94D6D92272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32D366B-5107-B8AC-CE62-AB6180FCE9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433DC977-FBD2-5DED-ACF5-77FD6E156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4" y="18886643"/>
                  <a:ext cx="478504" cy="176710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08CF4E6A-2509-296B-1DF6-C596603B5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487581" cy="174354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E2D3B96B-2082-F52F-B1AA-224F2494DC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4335" y="17318223"/>
                  <a:ext cx="9819" cy="155676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C530E5F5-1DA8-93DA-A252-D74E6E185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4056081" y="19730386"/>
                  <a:ext cx="391713" cy="90443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9BFE70B8-084E-33D6-C252-6CD3C114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6CE48A0A-A46B-2795-7407-3618C71833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381473" y="19723675"/>
                  <a:ext cx="372007" cy="89351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6D573C7D-F876-2A55-758E-BC775D48E2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061235" y="22136309"/>
                      <a:ext cx="841574" cy="8003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6D573C7D-F876-2A55-758E-BC775D48E2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061235" y="22136309"/>
                      <a:ext cx="841574" cy="80032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2" name="TextBox 91">
                      <a:extLst>
                        <a:ext uri="{FF2B5EF4-FFF2-40B4-BE49-F238E27FC236}">
                          <a16:creationId xmlns:a16="http://schemas.microsoft.com/office/drawing/2014/main" id="{15AE595C-09A9-32F5-AED2-0385CBA8703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91089" y="21872540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2" name="TextBox 91">
                      <a:extLst>
                        <a:ext uri="{FF2B5EF4-FFF2-40B4-BE49-F238E27FC236}">
                          <a16:creationId xmlns:a16="http://schemas.microsoft.com/office/drawing/2014/main" id="{15AE595C-09A9-32F5-AED2-0385CBA8703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91089" y="21872540"/>
                      <a:ext cx="841574" cy="73292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TextBox 92">
                      <a:extLst>
                        <a:ext uri="{FF2B5EF4-FFF2-40B4-BE49-F238E27FC236}">
                          <a16:creationId xmlns:a16="http://schemas.microsoft.com/office/drawing/2014/main" id="{46AC9FC1-2A6D-123D-6012-B2A9E9A08F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55016" y="21820723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3" name="TextBox 92">
                      <a:extLst>
                        <a:ext uri="{FF2B5EF4-FFF2-40B4-BE49-F238E27FC236}">
                          <a16:creationId xmlns:a16="http://schemas.microsoft.com/office/drawing/2014/main" id="{46AC9FC1-2A6D-123D-6012-B2A9E9A08F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55016" y="21820723"/>
                      <a:ext cx="841574" cy="7329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9A17C5E1-561E-F55F-354F-311564FC2A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019364" y="21865114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9A17C5E1-561E-F55F-354F-311564FC2A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019364" y="21865114"/>
                      <a:ext cx="841574" cy="73292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568B623D-2C09-27D4-BE94-8250DDCE2543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sp>
            <p:nvSpPr>
              <p:cNvPr id="17" name="Trapezoid 16">
                <a:extLst>
                  <a:ext uri="{FF2B5EF4-FFF2-40B4-BE49-F238E27FC236}">
                    <a16:creationId xmlns:a16="http://schemas.microsoft.com/office/drawing/2014/main" id="{2609272A-D79C-D0C4-0B1C-9616479D7477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2" name="Trapezoid 21">
                <a:extLst>
                  <a:ext uri="{FF2B5EF4-FFF2-40B4-BE49-F238E27FC236}">
                    <a16:creationId xmlns:a16="http://schemas.microsoft.com/office/drawing/2014/main" id="{464836B7-974C-506D-1831-58255B695924}"/>
                  </a:ext>
                </a:extLst>
              </p:cNvPr>
              <p:cNvSpPr/>
              <p:nvPr/>
            </p:nvSpPr>
            <p:spPr>
              <a:xfrm>
                <a:off x="32924180" y="18170632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3" name="Trapezoid 22">
                <a:extLst>
                  <a:ext uri="{FF2B5EF4-FFF2-40B4-BE49-F238E27FC236}">
                    <a16:creationId xmlns:a16="http://schemas.microsoft.com/office/drawing/2014/main" id="{7A3B018E-05BC-F453-2C86-AEE2F01129CD}"/>
                  </a:ext>
                </a:extLst>
              </p:cNvPr>
              <p:cNvSpPr/>
              <p:nvPr/>
            </p:nvSpPr>
            <p:spPr>
              <a:xfrm>
                <a:off x="34717907" y="18184920"/>
                <a:ext cx="1285672" cy="1021387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2746502-8507-9B24-4D38-62C2FC24B0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089450"/>
                <a:ext cx="883163" cy="144554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6FBB2DE-EFC1-DB9E-3F8D-6C09D08B0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826110" y="17339050"/>
                <a:ext cx="476079" cy="79026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2BD86FD-1167-D19B-2E3A-866FCE4F48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145650" y="17348863"/>
                <a:ext cx="490891" cy="79309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rapezoid 28">
                <a:extLst>
                  <a:ext uri="{FF2B5EF4-FFF2-40B4-BE49-F238E27FC236}">
                    <a16:creationId xmlns:a16="http://schemas.microsoft.com/office/drawing/2014/main" id="{A3772A17-9C72-23EE-C7E8-1EA9E58F6C0D}"/>
                  </a:ext>
                </a:extLst>
              </p:cNvPr>
              <p:cNvSpPr/>
              <p:nvPr/>
            </p:nvSpPr>
            <p:spPr>
              <a:xfrm>
                <a:off x="36375695" y="18152707"/>
                <a:ext cx="1197614" cy="1021386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5545679-A32B-74BD-B77F-1D243C1836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6864" y="15106216"/>
                <a:ext cx="3353769" cy="242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A34B018E-E022-0389-A415-27DCF0CC9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23622" y="14274113"/>
                <a:ext cx="7011" cy="8170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039FCB-BA0B-CCAF-6B9E-36D00C02B941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28F53B2-3C58-C39E-BE46-491A0F3EEA2B}"/>
              </a:ext>
            </a:extLst>
          </p:cNvPr>
          <p:cNvCxnSpPr>
            <a:cxnSpLocks/>
          </p:cNvCxnSpPr>
          <p:nvPr/>
        </p:nvCxnSpPr>
        <p:spPr>
          <a:xfrm>
            <a:off x="12864820" y="11150485"/>
            <a:ext cx="1080618" cy="87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B354C45-67BC-1318-1CCC-3937E1B5355B}"/>
              </a:ext>
            </a:extLst>
          </p:cNvPr>
          <p:cNvCxnSpPr>
            <a:cxnSpLocks/>
          </p:cNvCxnSpPr>
          <p:nvPr/>
        </p:nvCxnSpPr>
        <p:spPr>
          <a:xfrm>
            <a:off x="11665878" y="9353497"/>
            <a:ext cx="1230652" cy="1824218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540DFE1D-C82D-806C-465C-FB025A51B93A}"/>
              </a:ext>
            </a:extLst>
          </p:cNvPr>
          <p:cNvCxnSpPr>
            <a:cxnSpLocks/>
          </p:cNvCxnSpPr>
          <p:nvPr/>
        </p:nvCxnSpPr>
        <p:spPr>
          <a:xfrm>
            <a:off x="8644800" y="12869903"/>
            <a:ext cx="225290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DD1C5B76-B061-0A63-3B38-0AE47733200B}"/>
              </a:ext>
            </a:extLst>
          </p:cNvPr>
          <p:cNvCxnSpPr>
            <a:cxnSpLocks/>
          </p:cNvCxnSpPr>
          <p:nvPr/>
        </p:nvCxnSpPr>
        <p:spPr>
          <a:xfrm>
            <a:off x="12546001" y="9350464"/>
            <a:ext cx="1375953" cy="1802108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3307C0-0511-C606-5AB4-8B41834F3D68}"/>
              </a:ext>
            </a:extLst>
          </p:cNvPr>
          <p:cNvCxnSpPr>
            <a:cxnSpLocks/>
          </p:cNvCxnSpPr>
          <p:nvPr/>
        </p:nvCxnSpPr>
        <p:spPr>
          <a:xfrm flipH="1">
            <a:off x="20105068" y="10812666"/>
            <a:ext cx="2493116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B4797E01-979A-7D29-73E2-F2BCDDD14C6B}"/>
              </a:ext>
            </a:extLst>
          </p:cNvPr>
          <p:cNvGrpSpPr/>
          <p:nvPr/>
        </p:nvGrpSpPr>
        <p:grpSpPr>
          <a:xfrm rot="16200000">
            <a:off x="22601859" y="10273089"/>
            <a:ext cx="2082676" cy="2100680"/>
            <a:chOff x="30252196" y="18457870"/>
            <a:chExt cx="2603343" cy="2625849"/>
          </a:xfrm>
        </p:grpSpPr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6859A59-EDA6-184B-B50E-7E45F40845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147418" y="18464546"/>
              <a:ext cx="357135" cy="826065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25D767A6-27F4-3D71-0A4E-7F64D7AEA9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2361" y="18458416"/>
              <a:ext cx="339168" cy="816086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F2A21985-4CB6-D676-A9D5-0777B032F40C}"/>
                    </a:ext>
                  </a:extLst>
                </p:cNvPr>
                <p:cNvSpPr txBox="1"/>
                <p:nvPr/>
              </p:nvSpPr>
              <p:spPr>
                <a:xfrm rot="5400000">
                  <a:off x="30436077" y="20365369"/>
                  <a:ext cx="767286" cy="6694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80" i="1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sz="2880" dirty="0"/>
                </a:p>
              </p:txBody>
            </p:sp>
          </mc:Choice>
          <mc:Fallback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F2A21985-4CB6-D676-A9D5-0777B032F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436077" y="20365369"/>
                  <a:ext cx="767286" cy="6694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866F5A13-6BCD-90C2-0FF5-5965A5531E1B}"/>
                    </a:ext>
                  </a:extLst>
                </p:cNvPr>
                <p:cNvSpPr txBox="1"/>
                <p:nvPr/>
              </p:nvSpPr>
              <p:spPr>
                <a:xfrm rot="5400000">
                  <a:off x="31953500" y="20342129"/>
                  <a:ext cx="767285" cy="6694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80" i="1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2880" dirty="0"/>
                </a:p>
              </p:txBody>
            </p:sp>
          </mc:Choice>
          <mc:Fallback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866F5A13-6BCD-90C2-0FF5-5965A5531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953500" y="20342129"/>
                  <a:ext cx="767285" cy="66941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4" name="Trapezoid 173">
              <a:extLst>
                <a:ext uri="{FF2B5EF4-FFF2-40B4-BE49-F238E27FC236}">
                  <a16:creationId xmlns:a16="http://schemas.microsoft.com/office/drawing/2014/main" id="{0ADF56C5-5ACF-58ED-C7B0-58DB0BF93789}"/>
                </a:ext>
              </a:extLst>
            </p:cNvPr>
            <p:cNvSpPr/>
            <p:nvPr/>
          </p:nvSpPr>
          <p:spPr>
            <a:xfrm>
              <a:off x="30252196" y="19303740"/>
              <a:ext cx="1172180" cy="1021387"/>
            </a:xfrm>
            <a:prstGeom prst="trapezoid">
              <a:avLst/>
            </a:prstGeom>
            <a:solidFill>
              <a:srgbClr val="C55A0F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60" dirty="0"/>
            </a:p>
          </p:txBody>
        </p: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A18A1F4-7604-142C-D1BF-4486ECD663CD}"/>
                </a:ext>
              </a:extLst>
            </p:cNvPr>
            <p:cNvCxnSpPr>
              <a:cxnSpLocks/>
            </p:cNvCxnSpPr>
            <p:nvPr/>
          </p:nvCxnSpPr>
          <p:spPr>
            <a:xfrm>
              <a:off x="32174299" y="18457870"/>
              <a:ext cx="434053" cy="790262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F172F0E-BE3C-0C81-1642-EE1C3964DFAC}"/>
                </a:ext>
              </a:extLst>
            </p:cNvPr>
            <p:cNvCxnSpPr>
              <a:cxnSpLocks/>
            </p:cNvCxnSpPr>
            <p:nvPr/>
          </p:nvCxnSpPr>
          <p:spPr>
            <a:xfrm>
              <a:off x="31553906" y="18467683"/>
              <a:ext cx="447558" cy="793091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Trapezoid 177">
              <a:extLst>
                <a:ext uri="{FF2B5EF4-FFF2-40B4-BE49-F238E27FC236}">
                  <a16:creationId xmlns:a16="http://schemas.microsoft.com/office/drawing/2014/main" id="{E36E7CAA-F4FB-416B-0406-B2FA1501603A}"/>
                </a:ext>
              </a:extLst>
            </p:cNvPr>
            <p:cNvSpPr/>
            <p:nvPr/>
          </p:nvSpPr>
          <p:spPr>
            <a:xfrm>
              <a:off x="31763644" y="19271527"/>
              <a:ext cx="1091895" cy="1021386"/>
            </a:xfrm>
            <a:prstGeom prst="trapezoid">
              <a:avLst/>
            </a:prstGeom>
            <a:solidFill>
              <a:srgbClr val="538234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60"/>
            </a:p>
          </p:txBody>
        </p: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83B671B5-7583-2341-A37F-89D081FA83C0}"/>
                </a:ext>
              </a:extLst>
            </p:cNvPr>
            <p:cNvCxnSpPr>
              <a:cxnSpLocks/>
            </p:cNvCxnSpPr>
            <p:nvPr/>
          </p:nvCxnSpPr>
          <p:spPr>
            <a:xfrm>
              <a:off x="30838286" y="18464546"/>
              <a:ext cx="1350773" cy="1088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CFE795D6-D2A1-17D2-20FC-211676758A46}"/>
              </a:ext>
            </a:extLst>
          </p:cNvPr>
          <p:cNvGrpSpPr/>
          <p:nvPr/>
        </p:nvGrpSpPr>
        <p:grpSpPr>
          <a:xfrm rot="5400000">
            <a:off x="17093333" y="9457944"/>
            <a:ext cx="2820221" cy="3220833"/>
            <a:chOff x="24086446" y="19108501"/>
            <a:chExt cx="4536303" cy="4357274"/>
          </a:xfrm>
        </p:grpSpPr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DB168119-E07E-49BD-1785-E80ABFBD7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342459" y="20714988"/>
              <a:ext cx="357886" cy="730389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CBD139C7-DF9A-4D25-97BC-28A2ED5F31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215126" y="20747814"/>
              <a:ext cx="359918" cy="724674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3F071BC9-3129-3EED-3E59-B313483C5336}"/>
                </a:ext>
              </a:extLst>
            </p:cNvPr>
            <p:cNvCxnSpPr>
              <a:cxnSpLocks/>
            </p:cNvCxnSpPr>
            <p:nvPr/>
          </p:nvCxnSpPr>
          <p:spPr>
            <a:xfrm>
              <a:off x="25592460" y="20747814"/>
              <a:ext cx="450967" cy="71130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4AD6617A-5A2D-2C55-2069-7B45295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26550782" y="20714986"/>
              <a:ext cx="362621" cy="76947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E9F215FF-7C22-6CC8-0E3C-8748A1DE7BA0}"/>
                </a:ext>
              </a:extLst>
            </p:cNvPr>
            <p:cNvCxnSpPr>
              <a:cxnSpLocks/>
            </p:cNvCxnSpPr>
            <p:nvPr/>
          </p:nvCxnSpPr>
          <p:spPr>
            <a:xfrm>
              <a:off x="24700345" y="20720408"/>
              <a:ext cx="1850437" cy="106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6BD9D617-9D91-A87B-231C-199B07C7C021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4544582" y="19264263"/>
              <a:ext cx="1606486" cy="1294962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674D06D0-D092-A41C-558E-B31054B6AE9D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5890191" y="19747636"/>
              <a:ext cx="1641981" cy="373344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A374D154-3164-C89A-E2E2-26E3132E032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6013537" y="20024273"/>
              <a:ext cx="2332573" cy="629159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6B218B2C-2CF8-66FA-A575-C93DBE2751A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6762887" y="19959130"/>
              <a:ext cx="2358154" cy="696985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3E585146-1214-C006-64A4-58487B7EC5E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6814815" y="18300444"/>
              <a:ext cx="8592" cy="164761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81200EE4-0503-F653-4542-A56968F7A4D3}"/>
                    </a:ext>
                  </a:extLst>
                </p:cNvPr>
                <p:cNvSpPr txBox="1"/>
                <p:nvPr/>
              </p:nvSpPr>
              <p:spPr>
                <a:xfrm rot="16200000">
                  <a:off x="25548544" y="22672805"/>
                  <a:ext cx="645335" cy="9406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sz="2880" dirty="0"/>
                </a:p>
              </p:txBody>
            </p:sp>
          </mc:Choice>
          <mc:Fallback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81200EE4-0503-F653-4542-A56968F7A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548544" y="22672805"/>
                  <a:ext cx="645335" cy="940606"/>
                </a:xfrm>
                <a:prstGeom prst="rect">
                  <a:avLst/>
                </a:prstGeom>
                <a:blipFill>
                  <a:blip r:embed="rId10"/>
                  <a:stretch>
                    <a:fillRect l="-7895"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A9F82F24-52E5-97E4-FA66-E6A93E7715D2}"/>
                    </a:ext>
                  </a:extLst>
                </p:cNvPr>
                <p:cNvSpPr txBox="1"/>
                <p:nvPr/>
              </p:nvSpPr>
              <p:spPr>
                <a:xfrm rot="16200000">
                  <a:off x="27746328" y="22540521"/>
                  <a:ext cx="645335" cy="86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80" i="1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sz="2880" dirty="0"/>
                </a:p>
              </p:txBody>
            </p:sp>
          </mc:Choice>
          <mc:Fallback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A9F82F24-52E5-97E4-FA66-E6A93E771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7746328" y="22540521"/>
                  <a:ext cx="645335" cy="861397"/>
                </a:xfrm>
                <a:prstGeom prst="rect">
                  <a:avLst/>
                </a:prstGeom>
                <a:blipFill>
                  <a:blip r:embed="rId11"/>
                  <a:stretch>
                    <a:fillRect l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1" name="Trapezoid 170">
              <a:extLst>
                <a:ext uri="{FF2B5EF4-FFF2-40B4-BE49-F238E27FC236}">
                  <a16:creationId xmlns:a16="http://schemas.microsoft.com/office/drawing/2014/main" id="{FF1AD3E0-7B14-86B1-E453-DB0FD8D4FBB7}"/>
                </a:ext>
              </a:extLst>
            </p:cNvPr>
            <p:cNvSpPr/>
            <p:nvPr/>
          </p:nvSpPr>
          <p:spPr>
            <a:xfrm>
              <a:off x="24086446" y="21484469"/>
              <a:ext cx="1372582" cy="1021386"/>
            </a:xfrm>
            <a:prstGeom prst="trapezoid">
              <a:avLst/>
            </a:prstGeom>
            <a:solidFill>
              <a:srgbClr val="C09000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60" dirty="0"/>
            </a:p>
          </p:txBody>
        </p:sp>
        <p:sp>
          <p:nvSpPr>
            <p:cNvPr id="172" name="Trapezoid 171">
              <a:extLst>
                <a:ext uri="{FF2B5EF4-FFF2-40B4-BE49-F238E27FC236}">
                  <a16:creationId xmlns:a16="http://schemas.microsoft.com/office/drawing/2014/main" id="{0CDBDBAD-448C-F06B-9EA5-166AC7436A20}"/>
                </a:ext>
              </a:extLst>
            </p:cNvPr>
            <p:cNvSpPr/>
            <p:nvPr/>
          </p:nvSpPr>
          <p:spPr>
            <a:xfrm>
              <a:off x="25795325" y="21484469"/>
              <a:ext cx="1372582" cy="1021386"/>
            </a:xfrm>
            <a:prstGeom prst="trapezoid">
              <a:avLst/>
            </a:prstGeom>
            <a:solidFill>
              <a:srgbClr val="C09000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60"/>
            </a:p>
          </p:txBody>
        </p:sp>
        <p:sp>
          <p:nvSpPr>
            <p:cNvPr id="173" name="Trapezoid 172">
              <a:extLst>
                <a:ext uri="{FF2B5EF4-FFF2-40B4-BE49-F238E27FC236}">
                  <a16:creationId xmlns:a16="http://schemas.microsoft.com/office/drawing/2014/main" id="{537AF061-8FC2-8AE0-89A0-E6972971B505}"/>
                </a:ext>
              </a:extLst>
            </p:cNvPr>
            <p:cNvSpPr/>
            <p:nvPr/>
          </p:nvSpPr>
          <p:spPr>
            <a:xfrm>
              <a:off x="27250167" y="21486700"/>
              <a:ext cx="1372582" cy="1021386"/>
            </a:xfrm>
            <a:prstGeom prst="trapezoid">
              <a:avLst/>
            </a:prstGeom>
            <a:solidFill>
              <a:srgbClr val="2D75B6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60"/>
            </a:p>
          </p:txBody>
        </p:sp>
        <p:cxnSp>
          <p:nvCxnSpPr>
            <p:cNvPr id="253" name="Straight Arrow Connector 252">
              <a:extLst>
                <a:ext uri="{FF2B5EF4-FFF2-40B4-BE49-F238E27FC236}">
                  <a16:creationId xmlns:a16="http://schemas.microsoft.com/office/drawing/2014/main" id="{DB895C3B-AAA2-A538-9889-87C29DEAA8B4}"/>
                </a:ext>
              </a:extLst>
            </p:cNvPr>
            <p:cNvCxnSpPr>
              <a:cxnSpLocks/>
            </p:cNvCxnSpPr>
            <p:nvPr/>
          </p:nvCxnSpPr>
          <p:spPr>
            <a:xfrm>
              <a:off x="24342459" y="22845246"/>
              <a:ext cx="281613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dash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5483B786-77CE-F93E-B75E-21531052E2F4}"/>
              </a:ext>
            </a:extLst>
          </p:cNvPr>
          <p:cNvCxnSpPr>
            <a:cxnSpLocks/>
          </p:cNvCxnSpPr>
          <p:nvPr/>
        </p:nvCxnSpPr>
        <p:spPr>
          <a:xfrm flipH="1" flipV="1">
            <a:off x="20105067" y="11838564"/>
            <a:ext cx="2500352" cy="30742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Parallelogram 279">
            <a:extLst>
              <a:ext uri="{FF2B5EF4-FFF2-40B4-BE49-F238E27FC236}">
                <a16:creationId xmlns:a16="http://schemas.microsoft.com/office/drawing/2014/main" id="{6B53D9A5-880F-1354-B0BF-94B1E1D2F880}"/>
              </a:ext>
            </a:extLst>
          </p:cNvPr>
          <p:cNvSpPr/>
          <p:nvPr/>
        </p:nvSpPr>
        <p:spPr>
          <a:xfrm>
            <a:off x="20112916" y="10860244"/>
            <a:ext cx="2474765" cy="963900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2" name="Parallelogram 281">
            <a:extLst>
              <a:ext uri="{FF2B5EF4-FFF2-40B4-BE49-F238E27FC236}">
                <a16:creationId xmlns:a16="http://schemas.microsoft.com/office/drawing/2014/main" id="{AED53548-BFB4-5695-7E67-F6C301E0C0C8}"/>
              </a:ext>
            </a:extLst>
          </p:cNvPr>
          <p:cNvSpPr/>
          <p:nvPr/>
        </p:nvSpPr>
        <p:spPr>
          <a:xfrm rot="10800000" flipV="1">
            <a:off x="11736119" y="9374230"/>
            <a:ext cx="2108847" cy="1767650"/>
          </a:xfrm>
          <a:prstGeom prst="parallelogram">
            <a:avLst>
              <a:gd name="adj" fmla="val 74911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5" name="Parallelogram 284">
            <a:extLst>
              <a:ext uri="{FF2B5EF4-FFF2-40B4-BE49-F238E27FC236}">
                <a16:creationId xmlns:a16="http://schemas.microsoft.com/office/drawing/2014/main" id="{BFDA35E0-7637-E285-EFDE-26773A639D69}"/>
              </a:ext>
            </a:extLst>
          </p:cNvPr>
          <p:cNvSpPr/>
          <p:nvPr/>
        </p:nvSpPr>
        <p:spPr>
          <a:xfrm>
            <a:off x="10097767" y="14068248"/>
            <a:ext cx="2020676" cy="660190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7" name="Parallelogram 286">
            <a:extLst>
              <a:ext uri="{FF2B5EF4-FFF2-40B4-BE49-F238E27FC236}">
                <a16:creationId xmlns:a16="http://schemas.microsoft.com/office/drawing/2014/main" id="{0289FBBE-CCAB-C665-9223-0D122A972A4E}"/>
              </a:ext>
            </a:extLst>
          </p:cNvPr>
          <p:cNvSpPr/>
          <p:nvPr/>
        </p:nvSpPr>
        <p:spPr>
          <a:xfrm flipH="1">
            <a:off x="12232972" y="14065009"/>
            <a:ext cx="2354607" cy="3503394"/>
          </a:xfrm>
          <a:prstGeom prst="parallelogram">
            <a:avLst>
              <a:gd name="adj" fmla="val 80381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8" name="Parallelogram 287">
            <a:extLst>
              <a:ext uri="{FF2B5EF4-FFF2-40B4-BE49-F238E27FC236}">
                <a16:creationId xmlns:a16="http://schemas.microsoft.com/office/drawing/2014/main" id="{1EC4F0B8-5C00-1B4E-6E8B-A04D656AAA08}"/>
              </a:ext>
            </a:extLst>
          </p:cNvPr>
          <p:cNvSpPr/>
          <p:nvPr/>
        </p:nvSpPr>
        <p:spPr>
          <a:xfrm>
            <a:off x="10169193" y="9375229"/>
            <a:ext cx="1408030" cy="1123017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99" name="Right Triangle 298">
            <a:extLst>
              <a:ext uri="{FF2B5EF4-FFF2-40B4-BE49-F238E27FC236}">
                <a16:creationId xmlns:a16="http://schemas.microsoft.com/office/drawing/2014/main" id="{EFB646E8-C568-6049-B632-6261F94DFA8D}"/>
              </a:ext>
            </a:extLst>
          </p:cNvPr>
          <p:cNvSpPr/>
          <p:nvPr/>
        </p:nvSpPr>
        <p:spPr>
          <a:xfrm flipH="1">
            <a:off x="9561055" y="9376088"/>
            <a:ext cx="608137" cy="1116783"/>
          </a:xfrm>
          <a:prstGeom prst="rtTriangle">
            <a:avLst/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305" name="Parallelogram 304">
            <a:extLst>
              <a:ext uri="{FF2B5EF4-FFF2-40B4-BE49-F238E27FC236}">
                <a16:creationId xmlns:a16="http://schemas.microsoft.com/office/drawing/2014/main" id="{79484AD3-CF21-A8D4-BC22-7D64E228729F}"/>
              </a:ext>
            </a:extLst>
          </p:cNvPr>
          <p:cNvSpPr/>
          <p:nvPr/>
        </p:nvSpPr>
        <p:spPr>
          <a:xfrm rot="10800000" flipV="1">
            <a:off x="11731003" y="9365591"/>
            <a:ext cx="2004476" cy="1772770"/>
          </a:xfrm>
          <a:prstGeom prst="parallelogram">
            <a:avLst>
              <a:gd name="adj" fmla="val 67248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9876126-13A3-F745-2E25-F7F8B27464C0}"/>
              </a:ext>
            </a:extLst>
          </p:cNvPr>
          <p:cNvCxnSpPr>
            <a:cxnSpLocks/>
          </p:cNvCxnSpPr>
          <p:nvPr/>
        </p:nvCxnSpPr>
        <p:spPr>
          <a:xfrm>
            <a:off x="14081911" y="17568403"/>
            <a:ext cx="53058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C7EEA650-A4FE-BD14-0F7D-73081F5BD6A5}"/>
              </a:ext>
            </a:extLst>
          </p:cNvPr>
          <p:cNvCxnSpPr>
            <a:cxnSpLocks/>
          </p:cNvCxnSpPr>
          <p:nvPr/>
        </p:nvCxnSpPr>
        <p:spPr>
          <a:xfrm>
            <a:off x="8627848" y="17942108"/>
            <a:ext cx="225290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D892C8A6-4CF8-3C06-087D-12C474F46227}"/>
              </a:ext>
            </a:extLst>
          </p:cNvPr>
          <p:cNvCxnSpPr>
            <a:cxnSpLocks/>
          </p:cNvCxnSpPr>
          <p:nvPr/>
        </p:nvCxnSpPr>
        <p:spPr>
          <a:xfrm flipV="1">
            <a:off x="14879655" y="11732948"/>
            <a:ext cx="1916766" cy="7501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TextBox 329">
            <a:extLst>
              <a:ext uri="{FF2B5EF4-FFF2-40B4-BE49-F238E27FC236}">
                <a16:creationId xmlns:a16="http://schemas.microsoft.com/office/drawing/2014/main" id="{33B591B0-DD3A-2CE5-0A35-6417D17E3777}"/>
              </a:ext>
            </a:extLst>
          </p:cNvPr>
          <p:cNvSpPr txBox="1"/>
          <p:nvPr/>
        </p:nvSpPr>
        <p:spPr>
          <a:xfrm>
            <a:off x="15111684" y="11052729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Cambria Math" panose="02040503050406030204" pitchFamily="18" charset="0"/>
              </a:rPr>
              <a:t>unroot</a:t>
            </a:r>
          </a:p>
        </p:txBody>
      </p:sp>
      <p:cxnSp>
        <p:nvCxnSpPr>
          <p:cNvPr id="331" name="Straight Arrow Connector 330">
            <a:extLst>
              <a:ext uri="{FF2B5EF4-FFF2-40B4-BE49-F238E27FC236}">
                <a16:creationId xmlns:a16="http://schemas.microsoft.com/office/drawing/2014/main" id="{7A5BC915-4A30-BCC1-7A41-74B679722513}"/>
              </a:ext>
            </a:extLst>
          </p:cNvPr>
          <p:cNvCxnSpPr>
            <a:cxnSpLocks/>
          </p:cNvCxnSpPr>
          <p:nvPr/>
        </p:nvCxnSpPr>
        <p:spPr>
          <a:xfrm flipH="1" flipV="1">
            <a:off x="21222700" y="9972946"/>
            <a:ext cx="18722" cy="1092399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TextBox 334">
            <a:extLst>
              <a:ext uri="{FF2B5EF4-FFF2-40B4-BE49-F238E27FC236}">
                <a16:creationId xmlns:a16="http://schemas.microsoft.com/office/drawing/2014/main" id="{8F14A32C-F6CD-DD1E-0418-68CFCB476B62}"/>
              </a:ext>
            </a:extLst>
          </p:cNvPr>
          <p:cNvSpPr txBox="1"/>
          <p:nvPr/>
        </p:nvSpPr>
        <p:spPr>
          <a:xfrm>
            <a:off x="20247133" y="9353494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Cambria Math" panose="02040503050406030204" pitchFamily="18" charset="0"/>
              </a:rPr>
              <a:t>root branch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5A26ABD5-5A35-2ABB-6AED-94BA8525DF27}"/>
                  </a:ext>
                </a:extLst>
              </p:cNvPr>
              <p:cNvSpPr txBox="1"/>
              <p:nvPr/>
            </p:nvSpPr>
            <p:spPr>
              <a:xfrm>
                <a:off x="8062790" y="9627620"/>
                <a:ext cx="1021474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5A26ABD5-5A35-2ABB-6AED-94BA8525D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2790" y="9627620"/>
                <a:ext cx="1021474" cy="478464"/>
              </a:xfrm>
              <a:prstGeom prst="rect">
                <a:avLst/>
              </a:prstGeom>
              <a:blipFill>
                <a:blip r:embed="rId12"/>
                <a:stretch>
                  <a:fillRect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20788CF-EEA1-E447-57C5-FC70858169F7}"/>
                  </a:ext>
                </a:extLst>
              </p:cNvPr>
              <p:cNvSpPr txBox="1"/>
              <p:nvPr/>
            </p:nvSpPr>
            <p:spPr>
              <a:xfrm>
                <a:off x="9098054" y="9461771"/>
                <a:ext cx="102147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20788CF-EEA1-E447-57C5-FC7085816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054" y="9461771"/>
                <a:ext cx="1021474" cy="533544"/>
              </a:xfrm>
              <a:prstGeom prst="rect">
                <a:avLst/>
              </a:prstGeom>
              <a:blipFill>
                <a:blip r:embed="rId1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BB72E7FB-A14C-9C2F-1F6A-DF49473CC0CA}"/>
              </a:ext>
            </a:extLst>
          </p:cNvPr>
          <p:cNvCxnSpPr>
            <a:cxnSpLocks/>
          </p:cNvCxnSpPr>
          <p:nvPr/>
        </p:nvCxnSpPr>
        <p:spPr>
          <a:xfrm flipH="1">
            <a:off x="8863306" y="9345463"/>
            <a:ext cx="16009" cy="1059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B5CD8EB7-B17C-DEB9-5A66-99EEB17C1CD8}"/>
              </a:ext>
            </a:extLst>
          </p:cNvPr>
          <p:cNvCxnSpPr>
            <a:cxnSpLocks/>
          </p:cNvCxnSpPr>
          <p:nvPr/>
        </p:nvCxnSpPr>
        <p:spPr>
          <a:xfrm>
            <a:off x="8644835" y="9314025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C4F89A9-1693-136E-C9F9-D6C3AF869FA4}"/>
              </a:ext>
            </a:extLst>
          </p:cNvPr>
          <p:cNvCxnSpPr>
            <a:cxnSpLocks/>
          </p:cNvCxnSpPr>
          <p:nvPr/>
        </p:nvCxnSpPr>
        <p:spPr>
          <a:xfrm>
            <a:off x="8644835" y="1042381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6ADD880-6141-E955-1383-D880C73CD919}"/>
                  </a:ext>
                </a:extLst>
              </p:cNvPr>
              <p:cNvSpPr txBox="1"/>
              <p:nvPr/>
            </p:nvSpPr>
            <p:spPr>
              <a:xfrm>
                <a:off x="14191724" y="9975001"/>
                <a:ext cx="1021474" cy="5096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6ADD880-6141-E955-1383-D880C73CD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1724" y="9975001"/>
                <a:ext cx="1021474" cy="509691"/>
              </a:xfrm>
              <a:prstGeom prst="rect">
                <a:avLst/>
              </a:prstGeom>
              <a:blipFill>
                <a:blip r:embed="rId14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1E6577DC-820A-195B-0836-7D5415F267B5}"/>
              </a:ext>
            </a:extLst>
          </p:cNvPr>
          <p:cNvCxnSpPr>
            <a:cxnSpLocks/>
          </p:cNvCxnSpPr>
          <p:nvPr/>
        </p:nvCxnSpPr>
        <p:spPr>
          <a:xfrm flipH="1">
            <a:off x="14363797" y="9358879"/>
            <a:ext cx="38089" cy="17602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A62237B0-6777-BA2B-CB0A-4CAB178C4080}"/>
              </a:ext>
            </a:extLst>
          </p:cNvPr>
          <p:cNvCxnSpPr>
            <a:cxnSpLocks/>
          </p:cNvCxnSpPr>
          <p:nvPr/>
        </p:nvCxnSpPr>
        <p:spPr>
          <a:xfrm>
            <a:off x="14145323" y="9358876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9AA80372-076F-108B-CD9F-5CB858C77E2D}"/>
              </a:ext>
            </a:extLst>
          </p:cNvPr>
          <p:cNvCxnSpPr>
            <a:cxnSpLocks/>
          </p:cNvCxnSpPr>
          <p:nvPr/>
        </p:nvCxnSpPr>
        <p:spPr>
          <a:xfrm>
            <a:off x="14145323" y="11138332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316CA7CD-A0E8-01EA-1326-77A3CC41282C}"/>
                  </a:ext>
                </a:extLst>
              </p:cNvPr>
              <p:cNvSpPr txBox="1"/>
              <p:nvPr/>
            </p:nvSpPr>
            <p:spPr>
              <a:xfrm>
                <a:off x="12907701" y="9617474"/>
                <a:ext cx="1021474" cy="568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316CA7CD-A0E8-01EA-1326-77A3CC412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7701" y="9617474"/>
                <a:ext cx="1021474" cy="568810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5" name="TextBox 354">
                <a:extLst>
                  <a:ext uri="{FF2B5EF4-FFF2-40B4-BE49-F238E27FC236}">
                    <a16:creationId xmlns:a16="http://schemas.microsoft.com/office/drawing/2014/main" id="{ABDD1F20-FBE0-C459-9184-C81F91714AE5}"/>
                  </a:ext>
                </a:extLst>
              </p:cNvPr>
              <p:cNvSpPr txBox="1"/>
              <p:nvPr/>
            </p:nvSpPr>
            <p:spPr>
              <a:xfrm>
                <a:off x="20247130" y="11935378"/>
                <a:ext cx="2500352" cy="677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355" name="TextBox 354">
                <a:extLst>
                  <a:ext uri="{FF2B5EF4-FFF2-40B4-BE49-F238E27FC236}">
                    <a16:creationId xmlns:a16="http://schemas.microsoft.com/office/drawing/2014/main" id="{ABDD1F20-FBE0-C459-9184-C81F91714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47130" y="11935378"/>
                <a:ext cx="2500352" cy="677558"/>
              </a:xfrm>
              <a:prstGeom prst="rect">
                <a:avLst/>
              </a:prstGeom>
              <a:blipFill>
                <a:blip r:embed="rId16"/>
                <a:stretch>
                  <a:fillRect l="-2525" t="-545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6" name="TextBox 355">
            <a:extLst>
              <a:ext uri="{FF2B5EF4-FFF2-40B4-BE49-F238E27FC236}">
                <a16:creationId xmlns:a16="http://schemas.microsoft.com/office/drawing/2014/main" id="{21004333-A008-F665-B3E7-C35C514C2D72}"/>
              </a:ext>
            </a:extLst>
          </p:cNvPr>
          <p:cNvSpPr txBox="1"/>
          <p:nvPr/>
        </p:nvSpPr>
        <p:spPr>
          <a:xfrm>
            <a:off x="19401829" y="12591231"/>
            <a:ext cx="5228275" cy="48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60" dirty="0">
                <a:ea typeface="Cambria Math" panose="02040503050406030204" pitchFamily="18" charset="0"/>
              </a:rPr>
              <a:t>balanced internal equation</a:t>
            </a:r>
          </a:p>
        </p:txBody>
      </p: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F754E519-DFEA-DF31-9322-18B1967DC4EA}"/>
              </a:ext>
            </a:extLst>
          </p:cNvPr>
          <p:cNvGrpSpPr/>
          <p:nvPr/>
        </p:nvGrpSpPr>
        <p:grpSpPr>
          <a:xfrm>
            <a:off x="17554587" y="13783265"/>
            <a:ext cx="6506291" cy="3915862"/>
            <a:chOff x="21066395" y="14241897"/>
            <a:chExt cx="8668259" cy="6174088"/>
          </a:xfrm>
        </p:grpSpPr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7F092086-FDED-B36E-268B-DEE3807F60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107476" y="17216804"/>
              <a:ext cx="3627178" cy="8420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49F75D0B-D6DC-2782-F370-52589E34B786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22313126" y="14311658"/>
              <a:ext cx="357886" cy="730389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81186D25-C9C7-EB7B-118E-A2A715EB0DAF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22282141" y="15188199"/>
              <a:ext cx="359918" cy="724674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4244C654-5908-C6B7-ACA9-D8F3D2CC8A1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243300" y="15617740"/>
              <a:ext cx="450967" cy="71130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0A3ABF25-5974-A610-82F1-FE16C56B783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291216" y="16502804"/>
              <a:ext cx="362621" cy="76947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817D35B7-FE10-CF83-F6E3-96044F0AF14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1921306" y="15775694"/>
              <a:ext cx="1850437" cy="106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1E3A52DE-2318-88B3-65B4-FC91A37753E4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23013455" y="14699606"/>
              <a:ext cx="589760" cy="90213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5468A489-0C2A-628E-95AF-A2C0B65244B0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22978492" y="16518420"/>
              <a:ext cx="541054" cy="864134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6FE0777D-5AA7-A7AF-4BD2-05E444D24F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473426" y="16758089"/>
              <a:ext cx="752162" cy="1663159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E3C063D4-EC51-40C5-A2C6-9983F3B096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518131" y="17646240"/>
              <a:ext cx="758212" cy="161889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EF7B4F53-3CB1-1820-6BA1-78EC1A7373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91736" y="18031058"/>
              <a:ext cx="2415743" cy="52608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E38F045-EFED-17D9-0D39-621E3E8872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11823" y="18580030"/>
              <a:ext cx="4074097" cy="1603662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3FDA65FB-86F7-5383-DDD0-BF8461EDED2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814054" y="16268289"/>
              <a:ext cx="1785335" cy="133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20AF79B3-FCE3-CD3F-B397-4004EF0615D1}"/>
                </a:ext>
              </a:extLst>
            </p:cNvPr>
            <p:cNvCxnSpPr>
              <a:cxnSpLocks/>
            </p:cNvCxnSpPr>
            <p:nvPr/>
          </p:nvCxnSpPr>
          <p:spPr>
            <a:xfrm>
              <a:off x="26107476" y="17128716"/>
              <a:ext cx="2" cy="151661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EDAE1912-35D0-BBB0-5CD3-A88859F135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061503" y="18031058"/>
              <a:ext cx="4045975" cy="1511176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4" name="Trapezoid 363">
              <a:extLst>
                <a:ext uri="{FF2B5EF4-FFF2-40B4-BE49-F238E27FC236}">
                  <a16:creationId xmlns:a16="http://schemas.microsoft.com/office/drawing/2014/main" id="{BC0C847A-336C-FFB3-8B5D-A576985642F7}"/>
                </a:ext>
              </a:extLst>
            </p:cNvPr>
            <p:cNvSpPr/>
            <p:nvPr/>
          </p:nvSpPr>
          <p:spPr>
            <a:xfrm rot="5400000">
              <a:off x="20890797" y="14417495"/>
              <a:ext cx="1372582" cy="1021386"/>
            </a:xfrm>
            <a:prstGeom prst="trapezoid">
              <a:avLst/>
            </a:prstGeom>
            <a:solidFill>
              <a:srgbClr val="C09000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426" dirty="0"/>
            </a:p>
          </p:txBody>
        </p:sp>
        <p:sp>
          <p:nvSpPr>
            <p:cNvPr id="365" name="Trapezoid 364">
              <a:extLst>
                <a:ext uri="{FF2B5EF4-FFF2-40B4-BE49-F238E27FC236}">
                  <a16:creationId xmlns:a16="http://schemas.microsoft.com/office/drawing/2014/main" id="{06F6CF09-40B4-3057-D2F9-13A4F307CBE7}"/>
                </a:ext>
              </a:extLst>
            </p:cNvPr>
            <p:cNvSpPr/>
            <p:nvPr/>
          </p:nvSpPr>
          <p:spPr>
            <a:xfrm rot="5400000">
              <a:off x="20890797" y="16126374"/>
              <a:ext cx="1372582" cy="1021386"/>
            </a:xfrm>
            <a:prstGeom prst="trapezoid">
              <a:avLst/>
            </a:prstGeom>
            <a:solidFill>
              <a:srgbClr val="C09000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426"/>
            </a:p>
          </p:txBody>
        </p:sp>
        <p:sp>
          <p:nvSpPr>
            <p:cNvPr id="374" name="Trapezoid 373">
              <a:extLst>
                <a:ext uri="{FF2B5EF4-FFF2-40B4-BE49-F238E27FC236}">
                  <a16:creationId xmlns:a16="http://schemas.microsoft.com/office/drawing/2014/main" id="{4FAEA034-9533-24B2-3515-B4E7BB3316FB}"/>
                </a:ext>
              </a:extLst>
            </p:cNvPr>
            <p:cNvSpPr/>
            <p:nvPr/>
          </p:nvSpPr>
          <p:spPr>
            <a:xfrm rot="5400000">
              <a:off x="20890797" y="17891027"/>
              <a:ext cx="1372582" cy="1021386"/>
            </a:xfrm>
            <a:prstGeom prst="trapezoid">
              <a:avLst/>
            </a:prstGeom>
            <a:solidFill>
              <a:srgbClr val="2D75B6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426"/>
            </a:p>
          </p:txBody>
        </p:sp>
        <p:sp>
          <p:nvSpPr>
            <p:cNvPr id="375" name="Trapezoid 374">
              <a:extLst>
                <a:ext uri="{FF2B5EF4-FFF2-40B4-BE49-F238E27FC236}">
                  <a16:creationId xmlns:a16="http://schemas.microsoft.com/office/drawing/2014/main" id="{7553FDC1-ABDD-FADF-B9A2-574185C1BBBB}"/>
                </a:ext>
              </a:extLst>
            </p:cNvPr>
            <p:cNvSpPr/>
            <p:nvPr/>
          </p:nvSpPr>
          <p:spPr>
            <a:xfrm rot="5400000">
              <a:off x="21005466" y="19319201"/>
              <a:ext cx="1172180" cy="1021387"/>
            </a:xfrm>
            <a:prstGeom prst="trapezoid">
              <a:avLst/>
            </a:prstGeom>
            <a:solidFill>
              <a:srgbClr val="C55A0F"/>
            </a:solidFill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426" dirty="0"/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F01215BF-56C0-D13C-62F6-F9D5962AC89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721191" y="15422991"/>
              <a:ext cx="2386287" cy="1798024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A157A59F-0175-1E8E-D160-04312D90D4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65185" y="18580030"/>
              <a:ext cx="3569469" cy="16767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B77A24ED-9ABC-EA68-18F9-527F5DC0A2B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233416" y="17606546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6C1783DB-930B-85AB-3A1D-BAB59B2341F9}"/>
              </a:ext>
            </a:extLst>
          </p:cNvPr>
          <p:cNvCxnSpPr>
            <a:cxnSpLocks/>
          </p:cNvCxnSpPr>
          <p:nvPr/>
        </p:nvCxnSpPr>
        <p:spPr>
          <a:xfrm>
            <a:off x="24038554" y="15613614"/>
            <a:ext cx="0" cy="9619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B130880-6701-840C-C6EE-95D171D35926}"/>
                  </a:ext>
                </a:extLst>
              </p:cNvPr>
              <p:cNvSpPr txBox="1"/>
              <p:nvPr/>
            </p:nvSpPr>
            <p:spPr>
              <a:xfrm>
                <a:off x="24058284" y="15884533"/>
                <a:ext cx="613828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B130880-6701-840C-C6EE-95D171D35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8284" y="15884533"/>
                <a:ext cx="613828" cy="5355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181F56B-0DA5-E46D-CC58-62CAD1B9EB3F}"/>
              </a:ext>
            </a:extLst>
          </p:cNvPr>
          <p:cNvSpPr/>
          <p:nvPr/>
        </p:nvSpPr>
        <p:spPr>
          <a:xfrm>
            <a:off x="21363763" y="15707527"/>
            <a:ext cx="2631479" cy="805581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cxnSp>
        <p:nvCxnSpPr>
          <p:cNvPr id="500" name="Straight Arrow Connector 499">
            <a:extLst>
              <a:ext uri="{FF2B5EF4-FFF2-40B4-BE49-F238E27FC236}">
                <a16:creationId xmlns:a16="http://schemas.microsoft.com/office/drawing/2014/main" id="{373FEEE5-665F-3AD1-523C-0D054F46A10B}"/>
              </a:ext>
            </a:extLst>
          </p:cNvPr>
          <p:cNvCxnSpPr>
            <a:cxnSpLocks/>
          </p:cNvCxnSpPr>
          <p:nvPr/>
        </p:nvCxnSpPr>
        <p:spPr>
          <a:xfrm flipH="1" flipV="1">
            <a:off x="22490386" y="14862320"/>
            <a:ext cx="18722" cy="1092399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1" name="TextBox 500">
            <a:extLst>
              <a:ext uri="{FF2B5EF4-FFF2-40B4-BE49-F238E27FC236}">
                <a16:creationId xmlns:a16="http://schemas.microsoft.com/office/drawing/2014/main" id="{AF0AD66E-20DB-B555-1800-9BFDA2686504}"/>
              </a:ext>
            </a:extLst>
          </p:cNvPr>
          <p:cNvSpPr txBox="1"/>
          <p:nvPr/>
        </p:nvSpPr>
        <p:spPr>
          <a:xfrm>
            <a:off x="21753105" y="14275825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Cambria Math" panose="02040503050406030204" pitchFamily="18" charset="0"/>
              </a:rPr>
              <a:t>root branch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04244179-E0CF-8DC0-6789-C48F545C1CF9}"/>
                  </a:ext>
                </a:extLst>
              </p:cNvPr>
              <p:cNvSpPr txBox="1"/>
              <p:nvPr/>
            </p:nvSpPr>
            <p:spPr>
              <a:xfrm>
                <a:off x="16820358" y="14591821"/>
                <a:ext cx="4770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04244179-E0CF-8DC0-6789-C48F545C1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0358" y="14591821"/>
                <a:ext cx="477022" cy="584775"/>
              </a:xfrm>
              <a:prstGeom prst="rect">
                <a:avLst/>
              </a:prstGeom>
              <a:blipFill>
                <a:blip r:embed="rId18"/>
                <a:stretch>
                  <a:fillRect l="-7895" r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3" name="Straight Arrow Connector 502">
            <a:extLst>
              <a:ext uri="{FF2B5EF4-FFF2-40B4-BE49-F238E27FC236}">
                <a16:creationId xmlns:a16="http://schemas.microsoft.com/office/drawing/2014/main" id="{0FDCA70A-8B51-B576-1AA3-8E27D26D8D3A}"/>
              </a:ext>
            </a:extLst>
          </p:cNvPr>
          <p:cNvCxnSpPr>
            <a:cxnSpLocks/>
          </p:cNvCxnSpPr>
          <p:nvPr/>
        </p:nvCxnSpPr>
        <p:spPr>
          <a:xfrm rot="5400000">
            <a:off x="16403651" y="14809175"/>
            <a:ext cx="1750788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29DF78EB-BE23-8D93-F33E-10BD15184A8C}"/>
                  </a:ext>
                </a:extLst>
              </p:cNvPr>
              <p:cNvSpPr txBox="1"/>
              <p:nvPr/>
            </p:nvSpPr>
            <p:spPr>
              <a:xfrm>
                <a:off x="16959753" y="16151872"/>
                <a:ext cx="477022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29DF78EB-BE23-8D93-F33E-10BD15184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59753" y="16151872"/>
                <a:ext cx="477022" cy="535531"/>
              </a:xfrm>
              <a:prstGeom prst="rect">
                <a:avLst/>
              </a:prstGeom>
              <a:blipFill>
                <a:blip r:embed="rId19"/>
                <a:stretch>
                  <a:fillRect l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E0C42A3F-26CE-3260-8C1E-3DD020058F70}"/>
                  </a:ext>
                </a:extLst>
              </p:cNvPr>
              <p:cNvSpPr txBox="1"/>
              <p:nvPr/>
            </p:nvSpPr>
            <p:spPr>
              <a:xfrm>
                <a:off x="16862820" y="17131729"/>
                <a:ext cx="613828" cy="535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80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880" dirty="0"/>
              </a:p>
            </p:txBody>
          </p:sp>
        </mc:Choice>
        <mc:Fallback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E0C42A3F-26CE-3260-8C1E-3DD020058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2820" y="17131729"/>
                <a:ext cx="613828" cy="53553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6" name="Straight Arrow Connector 505">
            <a:extLst>
              <a:ext uri="{FF2B5EF4-FFF2-40B4-BE49-F238E27FC236}">
                <a16:creationId xmlns:a16="http://schemas.microsoft.com/office/drawing/2014/main" id="{D2151567-06A6-8B13-62CE-0153649B9354}"/>
              </a:ext>
            </a:extLst>
          </p:cNvPr>
          <p:cNvCxnSpPr>
            <a:cxnSpLocks/>
          </p:cNvCxnSpPr>
          <p:nvPr/>
        </p:nvCxnSpPr>
        <p:spPr>
          <a:xfrm flipV="1">
            <a:off x="14981479" y="15826853"/>
            <a:ext cx="1916766" cy="7501"/>
          </a:xfrm>
          <a:prstGeom prst="straightConnector1">
            <a:avLst/>
          </a:prstGeom>
          <a:ln w="889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1D814B7C-BC51-E4F8-C2D3-FF2353EAFC74}"/>
              </a:ext>
            </a:extLst>
          </p:cNvPr>
          <p:cNvSpPr txBox="1"/>
          <p:nvPr/>
        </p:nvSpPr>
        <p:spPr>
          <a:xfrm>
            <a:off x="15213511" y="15146634"/>
            <a:ext cx="4382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ea typeface="Cambria Math" panose="02040503050406030204" pitchFamily="18" charset="0"/>
              </a:rPr>
              <a:t>unroot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8" name="TextBox 507">
                <a:extLst>
                  <a:ext uri="{FF2B5EF4-FFF2-40B4-BE49-F238E27FC236}">
                    <a16:creationId xmlns:a16="http://schemas.microsoft.com/office/drawing/2014/main" id="{FF5E317D-B03D-6B28-CBEA-2E2F6963618B}"/>
                  </a:ext>
                </a:extLst>
              </p:cNvPr>
              <p:cNvSpPr txBox="1"/>
              <p:nvPr/>
            </p:nvSpPr>
            <p:spPr>
              <a:xfrm>
                <a:off x="8370663" y="14216296"/>
                <a:ext cx="1021474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08" name="TextBox 507">
                <a:extLst>
                  <a:ext uri="{FF2B5EF4-FFF2-40B4-BE49-F238E27FC236}">
                    <a16:creationId xmlns:a16="http://schemas.microsoft.com/office/drawing/2014/main" id="{FF5E317D-B03D-6B28-CBEA-2E2F69636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663" y="14216296"/>
                <a:ext cx="1021474" cy="478464"/>
              </a:xfrm>
              <a:prstGeom prst="rect">
                <a:avLst/>
              </a:prstGeom>
              <a:blipFill>
                <a:blip r:embed="rId21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9" name="TextBox 508">
                <a:extLst>
                  <a:ext uri="{FF2B5EF4-FFF2-40B4-BE49-F238E27FC236}">
                    <a16:creationId xmlns:a16="http://schemas.microsoft.com/office/drawing/2014/main" id="{9B18415B-AFF8-4004-B90F-3924D3E740A9}"/>
                  </a:ext>
                </a:extLst>
              </p:cNvPr>
              <p:cNvSpPr txBox="1"/>
              <p:nvPr/>
            </p:nvSpPr>
            <p:spPr>
              <a:xfrm>
                <a:off x="9265269" y="14081202"/>
                <a:ext cx="102147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09" name="TextBox 508">
                <a:extLst>
                  <a:ext uri="{FF2B5EF4-FFF2-40B4-BE49-F238E27FC236}">
                    <a16:creationId xmlns:a16="http://schemas.microsoft.com/office/drawing/2014/main" id="{9B18415B-AFF8-4004-B90F-3924D3E74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269" y="14081202"/>
                <a:ext cx="1021474" cy="533544"/>
              </a:xfrm>
              <a:prstGeom prst="rect">
                <a:avLst/>
              </a:prstGeom>
              <a:blipFill>
                <a:blip r:embed="rId22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B530A33F-EDCA-028D-6B34-835C7DEC9CAD}"/>
              </a:ext>
            </a:extLst>
          </p:cNvPr>
          <p:cNvCxnSpPr>
            <a:cxnSpLocks/>
          </p:cNvCxnSpPr>
          <p:nvPr/>
        </p:nvCxnSpPr>
        <p:spPr>
          <a:xfrm>
            <a:off x="9188305" y="14092492"/>
            <a:ext cx="0" cy="69850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6B228D61-0522-BB9B-80E3-C30DBADF4D4B}"/>
              </a:ext>
            </a:extLst>
          </p:cNvPr>
          <p:cNvCxnSpPr>
            <a:cxnSpLocks/>
          </p:cNvCxnSpPr>
          <p:nvPr/>
        </p:nvCxnSpPr>
        <p:spPr>
          <a:xfrm>
            <a:off x="8953831" y="1406105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traight Connector 511">
            <a:extLst>
              <a:ext uri="{FF2B5EF4-FFF2-40B4-BE49-F238E27FC236}">
                <a16:creationId xmlns:a16="http://schemas.microsoft.com/office/drawing/2014/main" id="{12F7C9AF-A090-65F9-BA85-000A2E3D5DA9}"/>
              </a:ext>
            </a:extLst>
          </p:cNvPr>
          <p:cNvCxnSpPr>
            <a:cxnSpLocks/>
          </p:cNvCxnSpPr>
          <p:nvPr/>
        </p:nvCxnSpPr>
        <p:spPr>
          <a:xfrm>
            <a:off x="8972834" y="1479711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6" name="TextBox 515">
            <a:extLst>
              <a:ext uri="{FF2B5EF4-FFF2-40B4-BE49-F238E27FC236}">
                <a16:creationId xmlns:a16="http://schemas.microsoft.com/office/drawing/2014/main" id="{7C7DAB35-DFFB-7ED1-4A53-817A4390FA41}"/>
              </a:ext>
            </a:extLst>
          </p:cNvPr>
          <p:cNvSpPr txBox="1"/>
          <p:nvPr/>
        </p:nvSpPr>
        <p:spPr>
          <a:xfrm>
            <a:off x="20644578" y="17350997"/>
            <a:ext cx="3759671" cy="8802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60" dirty="0">
                <a:ea typeface="Cambria Math" panose="02040503050406030204" pitchFamily="18" charset="0"/>
              </a:rPr>
              <a:t>unbalanced root-adjacent terminal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AAB5D95B-D378-816A-EB65-8D2218A8A34C}"/>
                  </a:ext>
                </a:extLst>
              </p:cNvPr>
              <p:cNvSpPr txBox="1"/>
              <p:nvPr/>
            </p:nvSpPr>
            <p:spPr>
              <a:xfrm>
                <a:off x="21591690" y="16631385"/>
                <a:ext cx="2500352" cy="6215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AAB5D95B-D378-816A-EB65-8D2218A8A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1690" y="16631385"/>
                <a:ext cx="2500352" cy="621517"/>
              </a:xfrm>
              <a:prstGeom prst="rect">
                <a:avLst/>
              </a:prstGeom>
              <a:blipFill>
                <a:blip r:embed="rId23"/>
                <a:stretch>
                  <a:fillRect l="-2538" t="-6000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8" name="TextBox 517">
                <a:extLst>
                  <a:ext uri="{FF2B5EF4-FFF2-40B4-BE49-F238E27FC236}">
                    <a16:creationId xmlns:a16="http://schemas.microsoft.com/office/drawing/2014/main" id="{449238EB-A625-50B3-5D35-03FD3409B604}"/>
                  </a:ext>
                </a:extLst>
              </p:cNvPr>
              <p:cNvSpPr txBox="1"/>
              <p:nvPr/>
            </p:nvSpPr>
            <p:spPr>
              <a:xfrm>
                <a:off x="13473896" y="15044819"/>
                <a:ext cx="89611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18" name="TextBox 517">
                <a:extLst>
                  <a:ext uri="{FF2B5EF4-FFF2-40B4-BE49-F238E27FC236}">
                    <a16:creationId xmlns:a16="http://schemas.microsoft.com/office/drawing/2014/main" id="{449238EB-A625-50B3-5D35-03FD3409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3896" y="15044819"/>
                <a:ext cx="896111" cy="533544"/>
              </a:xfrm>
              <a:prstGeom prst="rect">
                <a:avLst/>
              </a:prstGeom>
              <a:blipFill>
                <a:blip r:embed="rId24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538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oup 382">
            <a:extLst>
              <a:ext uri="{FF2B5EF4-FFF2-40B4-BE49-F238E27FC236}">
                <a16:creationId xmlns:a16="http://schemas.microsoft.com/office/drawing/2014/main" id="{7531A99C-63D6-3F17-C0AD-271BA8E27C2A}"/>
              </a:ext>
            </a:extLst>
          </p:cNvPr>
          <p:cNvGrpSpPr/>
          <p:nvPr/>
        </p:nvGrpSpPr>
        <p:grpSpPr>
          <a:xfrm>
            <a:off x="8497460" y="13715998"/>
            <a:ext cx="6159522" cy="4912104"/>
            <a:chOff x="29735902" y="14264117"/>
            <a:chExt cx="7699404" cy="6140135"/>
          </a:xfrm>
        </p:grpSpPr>
        <p:grpSp>
          <p:nvGrpSpPr>
            <p:cNvPr id="379" name="Group 378">
              <a:extLst>
                <a:ext uri="{FF2B5EF4-FFF2-40B4-BE49-F238E27FC236}">
                  <a16:creationId xmlns:a16="http://schemas.microsoft.com/office/drawing/2014/main" id="{44282207-BF7B-2075-C2D5-2B9F1C3C2A28}"/>
                </a:ext>
              </a:extLst>
            </p:cNvPr>
            <p:cNvGrpSpPr/>
            <p:nvPr/>
          </p:nvGrpSpPr>
          <p:grpSpPr>
            <a:xfrm>
              <a:off x="29735902" y="14264117"/>
              <a:ext cx="7699404" cy="6140135"/>
              <a:chOff x="29454143" y="14215741"/>
              <a:chExt cx="8444870" cy="6140135"/>
            </a:xfrm>
          </p:grpSpPr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2DD607D7-5B0E-4E32-814B-DF1D02E6D6BC}"/>
                  </a:ext>
                </a:extLst>
              </p:cNvPr>
              <p:cNvGrpSpPr/>
              <p:nvPr/>
            </p:nvGrpSpPr>
            <p:grpSpPr>
              <a:xfrm>
                <a:off x="29734943" y="14215741"/>
                <a:ext cx="8164070" cy="6140135"/>
                <a:chOff x="28091219" y="16303441"/>
                <a:chExt cx="8164070" cy="6722691"/>
              </a:xfrm>
            </p:grpSpPr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4B6EC721-60C4-6A1C-187B-26502DA88E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35125" y="16303441"/>
                  <a:ext cx="37154" cy="145106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3E82737D-6B49-8FB9-7308-B9C0A0C340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7097" y="16776952"/>
                  <a:ext cx="0" cy="95996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8E4008D7-4B76-27A6-E958-636DB1F874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B8922C79-FFC6-6EC7-78ED-7727321CE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0D00D360-5101-F1F0-F59C-650487A1C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62A39DE2-651E-8A29-3E43-C8D159F521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9B7ADE64-873E-05DA-8F43-1F6B48205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5CE84C0-6584-4949-9FDB-8FD69D580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E4921A92-A462-70BE-82BD-FD28E57E3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CC8C9608-D069-2E54-63C3-BED6273FE3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3" y="18886643"/>
                  <a:ext cx="824987" cy="182095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481D7431-5CE5-159E-6911-AD006606F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831623" cy="177249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A66DCAA-60D2-A05B-884D-B19962411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00045" y="17719332"/>
                  <a:ext cx="24109" cy="115565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4E7A9FCA-6FDA-9766-3DE2-9C101A836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09149" y="17718873"/>
                  <a:ext cx="1518358" cy="2885921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D5A17825-F715-4C17-41D8-A5B051E0E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A163F14F-E17E-4644-22AB-26CA01DE52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31546" y="17707413"/>
                  <a:ext cx="2762243" cy="1516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75A6F12A-D94A-B7F1-9A07-28C99087ED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40204" y="17734341"/>
                  <a:ext cx="1583736" cy="2925547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71" y="22225811"/>
                      <a:ext cx="841575" cy="8003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19" name="TextBox 218">
                      <a:extLst>
                        <a:ext uri="{FF2B5EF4-FFF2-40B4-BE49-F238E27FC236}">
                          <a16:creationId xmlns:a16="http://schemas.microsoft.com/office/drawing/2014/main" id="{EB7FAAC3-C6D9-F292-5E83-204ABF9426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71" y="22225811"/>
                      <a:ext cx="841575" cy="800321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090327" y="21852115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0" name="TextBox 219">
                      <a:extLst>
                        <a:ext uri="{FF2B5EF4-FFF2-40B4-BE49-F238E27FC236}">
                          <a16:creationId xmlns:a16="http://schemas.microsoft.com/office/drawing/2014/main" id="{22A484E4-5A52-D815-10A1-A720AD3423B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090327" y="21852115"/>
                      <a:ext cx="841575" cy="73292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61946" y="21799827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9BB305F2-F04D-F393-C928-4A86502D4E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61946" y="21799827"/>
                      <a:ext cx="841575" cy="7329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13714" y="21819001"/>
                      <a:ext cx="841575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222" name="TextBox 221">
                      <a:extLst>
                        <a:ext uri="{FF2B5EF4-FFF2-40B4-BE49-F238E27FC236}">
                          <a16:creationId xmlns:a16="http://schemas.microsoft.com/office/drawing/2014/main" id="{E96A79B0-C728-16CA-9683-9AC25B1AD5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413714" y="21819001"/>
                      <a:ext cx="841575" cy="73292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5" name="Trapezoid 254">
                <a:extLst>
                  <a:ext uri="{FF2B5EF4-FFF2-40B4-BE49-F238E27FC236}">
                    <a16:creationId xmlns:a16="http://schemas.microsoft.com/office/drawing/2014/main" id="{86974620-15A3-0A3E-6E4D-16F3C423C5FE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sp>
            <p:nvSpPr>
              <p:cNvPr id="257" name="Trapezoid 256">
                <a:extLst>
                  <a:ext uri="{FF2B5EF4-FFF2-40B4-BE49-F238E27FC236}">
                    <a16:creationId xmlns:a16="http://schemas.microsoft.com/office/drawing/2014/main" id="{D836DA2A-778C-3EC5-0548-64175ED985D6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75" name="Trapezoid 274">
                <a:extLst>
                  <a:ext uri="{FF2B5EF4-FFF2-40B4-BE49-F238E27FC236}">
                    <a16:creationId xmlns:a16="http://schemas.microsoft.com/office/drawing/2014/main" id="{28DFF800-1C29-51F2-B5B5-AE7F0F2B1481}"/>
                  </a:ext>
                </a:extLst>
              </p:cNvPr>
              <p:cNvSpPr/>
              <p:nvPr/>
            </p:nvSpPr>
            <p:spPr>
              <a:xfrm>
                <a:off x="33263987" y="18168401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77" name="Trapezoid 276">
                <a:extLst>
                  <a:ext uri="{FF2B5EF4-FFF2-40B4-BE49-F238E27FC236}">
                    <a16:creationId xmlns:a16="http://schemas.microsoft.com/office/drawing/2014/main" id="{21C8A5BC-D5FC-3A5B-B104-06723CDA8C68}"/>
                  </a:ext>
                </a:extLst>
              </p:cNvPr>
              <p:cNvSpPr/>
              <p:nvPr/>
            </p:nvSpPr>
            <p:spPr>
              <a:xfrm>
                <a:off x="34940342" y="18153932"/>
                <a:ext cx="1285672" cy="1021387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F1E7686A-BFAB-6D0C-6A04-2A00792470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522651"/>
                <a:ext cx="851011" cy="1012340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12B1000-3A7C-E6FA-C1BF-B38AB5E7C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74676" y="14597904"/>
                <a:ext cx="2554574" cy="44208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5D0D7471-45EC-7C1A-9A76-50A12D4B3C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83030" y="14648224"/>
                <a:ext cx="2627541" cy="4420883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463C340-2198-4310-3CBC-49FFCE017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00295" y="14643987"/>
                <a:ext cx="366736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2ABF5531-A8A9-BDD6-5049-A460F4EE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299872" y="14215743"/>
                <a:ext cx="0" cy="42934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9E1E668A-9A45-29B2-2013-A625347EEF1B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2958EBF-18E1-4777-1378-6E059DD3CAD4}"/>
              </a:ext>
            </a:extLst>
          </p:cNvPr>
          <p:cNvGrpSpPr/>
          <p:nvPr/>
        </p:nvGrpSpPr>
        <p:grpSpPr>
          <a:xfrm>
            <a:off x="8556666" y="8693198"/>
            <a:ext cx="5921962" cy="4800017"/>
            <a:chOff x="29735901" y="14322489"/>
            <a:chExt cx="7402451" cy="600002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E283F31-58DD-B348-C3D9-4AAD90DE25B0}"/>
                </a:ext>
              </a:extLst>
            </p:cNvPr>
            <p:cNvGrpSpPr/>
            <p:nvPr/>
          </p:nvGrpSpPr>
          <p:grpSpPr>
            <a:xfrm>
              <a:off x="29735901" y="14322489"/>
              <a:ext cx="7402451" cy="6000022"/>
              <a:chOff x="29454143" y="14274113"/>
              <a:chExt cx="8119166" cy="6000022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F26B6B82-10FA-0172-B50E-0BDB41AAEC94}"/>
                  </a:ext>
                </a:extLst>
              </p:cNvPr>
              <p:cNvGrpSpPr/>
              <p:nvPr/>
            </p:nvGrpSpPr>
            <p:grpSpPr>
              <a:xfrm>
                <a:off x="29734943" y="14274115"/>
                <a:ext cx="7769719" cy="6000020"/>
                <a:chOff x="28091219" y="16367349"/>
                <a:chExt cx="7769719" cy="6569281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61742D-2FA4-53C0-EEDD-6EFF6B6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73170" y="16367349"/>
                  <a:ext cx="13808" cy="92724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DA9E260-F58C-A337-A5F3-29BB4D2052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091219" y="19788627"/>
                  <a:ext cx="392537" cy="799686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1C77B13E-DAE8-1B55-C39F-D796678F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9048379" y="19824568"/>
                  <a:ext cx="394766" cy="79342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385CED5-8A92-3835-54D7-9179FB503C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62247" y="19824568"/>
                  <a:ext cx="494630" cy="778795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3E2EDE-ED06-3D12-8C53-6BC4FA1EBB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513355" y="19788625"/>
                  <a:ext cx="397730" cy="84248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12295C-AAB5-59BA-AA14-F11112841A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83756" y="19794561"/>
                  <a:ext cx="2029599" cy="1164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9E10AC8-AE36-B668-B5F8-94D6D92272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83756" y="18800895"/>
                  <a:ext cx="646861" cy="98773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32D366B-5107-B8AC-CE62-AB6180FCE9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484538" y="18886643"/>
                  <a:ext cx="593440" cy="946120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433DC977-FBD2-5DED-ACF5-77FD6E156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69834" y="18886643"/>
                  <a:ext cx="478504" cy="1767104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08CF4E6A-2509-296B-1DF6-C596603B5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6385" y="18858615"/>
                  <a:ext cx="487581" cy="174354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E2D3B96B-2082-F52F-B1AA-224F2494DC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014335" y="17318223"/>
                  <a:ext cx="9819" cy="1556762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C530E5F5-1DA8-93DA-A252-D74E6E185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4056081" y="19730386"/>
                  <a:ext cx="391713" cy="904439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9BFE70B8-084E-33D6-C252-6CD3C114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61233" y="18851267"/>
                  <a:ext cx="1958194" cy="146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6CE48A0A-A46B-2795-7407-3618C71833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381473" y="19723675"/>
                  <a:ext cx="372007" cy="893513"/>
                </a:xfrm>
                <a:prstGeom prst="line">
                  <a:avLst/>
                </a:prstGeom>
                <a:ln w="1016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6D573C7D-F876-2A55-758E-BC775D48E2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061235" y="22136309"/>
                      <a:ext cx="841574" cy="8003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6D573C7D-F876-2A55-758E-BC775D48E2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061235" y="22136309"/>
                      <a:ext cx="841574" cy="80032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2" name="TextBox 91">
                      <a:extLst>
                        <a:ext uri="{FF2B5EF4-FFF2-40B4-BE49-F238E27FC236}">
                          <a16:creationId xmlns:a16="http://schemas.microsoft.com/office/drawing/2014/main" id="{15AE595C-09A9-32F5-AED2-0385CBA8703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91089" y="21872540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2" name="TextBox 91">
                      <a:extLst>
                        <a:ext uri="{FF2B5EF4-FFF2-40B4-BE49-F238E27FC236}">
                          <a16:creationId xmlns:a16="http://schemas.microsoft.com/office/drawing/2014/main" id="{15AE595C-09A9-32F5-AED2-0385CBA8703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91089" y="21872540"/>
                      <a:ext cx="841574" cy="73292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TextBox 92">
                      <a:extLst>
                        <a:ext uri="{FF2B5EF4-FFF2-40B4-BE49-F238E27FC236}">
                          <a16:creationId xmlns:a16="http://schemas.microsoft.com/office/drawing/2014/main" id="{46AC9FC1-2A6D-123D-6012-B2A9E9A08F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55016" y="21820723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3" name="TextBox 92">
                      <a:extLst>
                        <a:ext uri="{FF2B5EF4-FFF2-40B4-BE49-F238E27FC236}">
                          <a16:creationId xmlns:a16="http://schemas.microsoft.com/office/drawing/2014/main" id="{46AC9FC1-2A6D-123D-6012-B2A9E9A08F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55016" y="21820723"/>
                      <a:ext cx="841574" cy="7329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9A17C5E1-561E-F55F-354F-311564FC2A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019364" y="21865114"/>
                      <a:ext cx="841574" cy="7329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8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oMath>
                        </m:oMathPara>
                      </a14:m>
                      <a:endParaRPr lang="en-US" sz="2880" dirty="0"/>
                    </a:p>
                  </p:txBody>
                </p:sp>
              </mc:Choice>
              <mc:Fallback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9A17C5E1-561E-F55F-354F-311564FC2A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019364" y="21865114"/>
                      <a:ext cx="841574" cy="73292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568B623D-2C09-27D4-BE94-8250DDCE2543}"/>
                  </a:ext>
                </a:extLst>
              </p:cNvPr>
              <p:cNvSpPr/>
              <p:nvPr/>
            </p:nvSpPr>
            <p:spPr>
              <a:xfrm>
                <a:off x="29454143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sp>
            <p:nvSpPr>
              <p:cNvPr id="17" name="Trapezoid 16">
                <a:extLst>
                  <a:ext uri="{FF2B5EF4-FFF2-40B4-BE49-F238E27FC236}">
                    <a16:creationId xmlns:a16="http://schemas.microsoft.com/office/drawing/2014/main" id="{2609272A-D79C-D0C4-0B1C-9616479D7477}"/>
                  </a:ext>
                </a:extLst>
              </p:cNvPr>
              <p:cNvSpPr/>
              <p:nvPr/>
            </p:nvSpPr>
            <p:spPr>
              <a:xfrm>
                <a:off x="31328478" y="18168401"/>
                <a:ext cx="1505477" cy="1021386"/>
              </a:xfrm>
              <a:prstGeom prst="trapezoid">
                <a:avLst/>
              </a:prstGeom>
              <a:solidFill>
                <a:srgbClr val="C09000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2" name="Trapezoid 21">
                <a:extLst>
                  <a:ext uri="{FF2B5EF4-FFF2-40B4-BE49-F238E27FC236}">
                    <a16:creationId xmlns:a16="http://schemas.microsoft.com/office/drawing/2014/main" id="{464836B7-974C-506D-1831-58255B695924}"/>
                  </a:ext>
                </a:extLst>
              </p:cNvPr>
              <p:cNvSpPr/>
              <p:nvPr/>
            </p:nvSpPr>
            <p:spPr>
              <a:xfrm>
                <a:off x="32924180" y="18170632"/>
                <a:ext cx="1505477" cy="1021386"/>
              </a:xfrm>
              <a:prstGeom prst="trapezoid">
                <a:avLst/>
              </a:prstGeom>
              <a:solidFill>
                <a:srgbClr val="2D75B6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sp>
            <p:nvSpPr>
              <p:cNvPr id="23" name="Trapezoid 22">
                <a:extLst>
                  <a:ext uri="{FF2B5EF4-FFF2-40B4-BE49-F238E27FC236}">
                    <a16:creationId xmlns:a16="http://schemas.microsoft.com/office/drawing/2014/main" id="{7A3B018E-05BC-F453-2C86-AEE2F01129CD}"/>
                  </a:ext>
                </a:extLst>
              </p:cNvPr>
              <p:cNvSpPr/>
              <p:nvPr/>
            </p:nvSpPr>
            <p:spPr>
              <a:xfrm>
                <a:off x="34717907" y="18184920"/>
                <a:ext cx="1285672" cy="1021387"/>
              </a:xfrm>
              <a:prstGeom prst="trapezoid">
                <a:avLst/>
              </a:prstGeom>
              <a:solidFill>
                <a:srgbClr val="C55A0F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2746502-8507-9B24-4D38-62C2FC24B0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49590" y="15089450"/>
                <a:ext cx="883163" cy="144554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6FBB2DE-EFC1-DB9E-3F8D-6C09D08B0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826110" y="17339050"/>
                <a:ext cx="476079" cy="790262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2BD86FD-1167-D19B-2E3A-866FCE4F48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145650" y="17348863"/>
                <a:ext cx="490891" cy="79309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rapezoid 28">
                <a:extLst>
                  <a:ext uri="{FF2B5EF4-FFF2-40B4-BE49-F238E27FC236}">
                    <a16:creationId xmlns:a16="http://schemas.microsoft.com/office/drawing/2014/main" id="{A3772A17-9C72-23EE-C7E8-1EA9E58F6C0D}"/>
                  </a:ext>
                </a:extLst>
              </p:cNvPr>
              <p:cNvSpPr/>
              <p:nvPr/>
            </p:nvSpPr>
            <p:spPr>
              <a:xfrm>
                <a:off x="36375695" y="18152707"/>
                <a:ext cx="1197614" cy="1021386"/>
              </a:xfrm>
              <a:prstGeom prst="trapezoid">
                <a:avLst/>
              </a:prstGeom>
              <a:solidFill>
                <a:srgbClr val="538234"/>
              </a:solidFill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60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5545679-A32B-74BD-B77F-1D243C1836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6864" y="15106216"/>
                <a:ext cx="3353769" cy="242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A34B018E-E022-0389-A415-27DCF0CC9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923622" y="14274113"/>
                <a:ext cx="7011" cy="8170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039FCB-BA0B-CCAF-6B9E-36D00C02B941}"/>
                </a:ext>
              </a:extLst>
            </p:cNvPr>
            <p:cNvCxnSpPr>
              <a:cxnSpLocks/>
            </p:cNvCxnSpPr>
            <p:nvPr/>
          </p:nvCxnSpPr>
          <p:spPr>
            <a:xfrm>
              <a:off x="32636519" y="16605013"/>
              <a:ext cx="930161" cy="209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28F53B2-3C58-C39E-BE46-491A0F3EEA2B}"/>
              </a:ext>
            </a:extLst>
          </p:cNvPr>
          <p:cNvCxnSpPr>
            <a:cxnSpLocks/>
          </p:cNvCxnSpPr>
          <p:nvPr/>
        </p:nvCxnSpPr>
        <p:spPr>
          <a:xfrm>
            <a:off x="12864820" y="11150485"/>
            <a:ext cx="1080618" cy="87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B354C45-67BC-1318-1CCC-3937E1B5355B}"/>
              </a:ext>
            </a:extLst>
          </p:cNvPr>
          <p:cNvCxnSpPr>
            <a:cxnSpLocks/>
          </p:cNvCxnSpPr>
          <p:nvPr/>
        </p:nvCxnSpPr>
        <p:spPr>
          <a:xfrm>
            <a:off x="11665878" y="9353497"/>
            <a:ext cx="1230652" cy="1824218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540DFE1D-C82D-806C-465C-FB025A51B93A}"/>
              </a:ext>
            </a:extLst>
          </p:cNvPr>
          <p:cNvCxnSpPr>
            <a:cxnSpLocks/>
          </p:cNvCxnSpPr>
          <p:nvPr/>
        </p:nvCxnSpPr>
        <p:spPr>
          <a:xfrm>
            <a:off x="8644800" y="12869903"/>
            <a:ext cx="225290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DD1C5B76-B061-0A63-3B38-0AE47733200B}"/>
              </a:ext>
            </a:extLst>
          </p:cNvPr>
          <p:cNvCxnSpPr>
            <a:cxnSpLocks/>
          </p:cNvCxnSpPr>
          <p:nvPr/>
        </p:nvCxnSpPr>
        <p:spPr>
          <a:xfrm>
            <a:off x="12546001" y="9350464"/>
            <a:ext cx="1375953" cy="1802108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Parallelogram 281">
            <a:extLst>
              <a:ext uri="{FF2B5EF4-FFF2-40B4-BE49-F238E27FC236}">
                <a16:creationId xmlns:a16="http://schemas.microsoft.com/office/drawing/2014/main" id="{AED53548-BFB4-5695-7E67-F6C301E0C0C8}"/>
              </a:ext>
            </a:extLst>
          </p:cNvPr>
          <p:cNvSpPr/>
          <p:nvPr/>
        </p:nvSpPr>
        <p:spPr>
          <a:xfrm rot="10800000" flipV="1">
            <a:off x="11736119" y="9374230"/>
            <a:ext cx="2108847" cy="1767650"/>
          </a:xfrm>
          <a:prstGeom prst="parallelogram">
            <a:avLst>
              <a:gd name="adj" fmla="val 74911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5" name="Parallelogram 284">
            <a:extLst>
              <a:ext uri="{FF2B5EF4-FFF2-40B4-BE49-F238E27FC236}">
                <a16:creationId xmlns:a16="http://schemas.microsoft.com/office/drawing/2014/main" id="{BFDA35E0-7637-E285-EFDE-26773A639D69}"/>
              </a:ext>
            </a:extLst>
          </p:cNvPr>
          <p:cNvSpPr/>
          <p:nvPr/>
        </p:nvSpPr>
        <p:spPr>
          <a:xfrm>
            <a:off x="10097767" y="14068248"/>
            <a:ext cx="2020676" cy="660190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7" name="Parallelogram 286">
            <a:extLst>
              <a:ext uri="{FF2B5EF4-FFF2-40B4-BE49-F238E27FC236}">
                <a16:creationId xmlns:a16="http://schemas.microsoft.com/office/drawing/2014/main" id="{0289FBBE-CCAB-C665-9223-0D122A972A4E}"/>
              </a:ext>
            </a:extLst>
          </p:cNvPr>
          <p:cNvSpPr/>
          <p:nvPr/>
        </p:nvSpPr>
        <p:spPr>
          <a:xfrm flipH="1">
            <a:off x="12232972" y="14065009"/>
            <a:ext cx="2354607" cy="3503394"/>
          </a:xfrm>
          <a:prstGeom prst="parallelogram">
            <a:avLst>
              <a:gd name="adj" fmla="val 80381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88" name="Parallelogram 287">
            <a:extLst>
              <a:ext uri="{FF2B5EF4-FFF2-40B4-BE49-F238E27FC236}">
                <a16:creationId xmlns:a16="http://schemas.microsoft.com/office/drawing/2014/main" id="{1EC4F0B8-5C00-1B4E-6E8B-A04D656AAA08}"/>
              </a:ext>
            </a:extLst>
          </p:cNvPr>
          <p:cNvSpPr/>
          <p:nvPr/>
        </p:nvSpPr>
        <p:spPr>
          <a:xfrm>
            <a:off x="10169193" y="9375229"/>
            <a:ext cx="1408030" cy="1123017"/>
          </a:xfrm>
          <a:prstGeom prst="parallelogram">
            <a:avLst>
              <a:gd name="adj" fmla="val 0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299" name="Right Triangle 298">
            <a:extLst>
              <a:ext uri="{FF2B5EF4-FFF2-40B4-BE49-F238E27FC236}">
                <a16:creationId xmlns:a16="http://schemas.microsoft.com/office/drawing/2014/main" id="{EFB646E8-C568-6049-B632-6261F94DFA8D}"/>
              </a:ext>
            </a:extLst>
          </p:cNvPr>
          <p:cNvSpPr/>
          <p:nvPr/>
        </p:nvSpPr>
        <p:spPr>
          <a:xfrm flipH="1">
            <a:off x="9561055" y="9376088"/>
            <a:ext cx="608137" cy="1116783"/>
          </a:xfrm>
          <a:prstGeom prst="rtTriangle">
            <a:avLst/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sp>
        <p:nvSpPr>
          <p:cNvPr id="305" name="Parallelogram 304">
            <a:extLst>
              <a:ext uri="{FF2B5EF4-FFF2-40B4-BE49-F238E27FC236}">
                <a16:creationId xmlns:a16="http://schemas.microsoft.com/office/drawing/2014/main" id="{79484AD3-CF21-A8D4-BC22-7D64E228729F}"/>
              </a:ext>
            </a:extLst>
          </p:cNvPr>
          <p:cNvSpPr/>
          <p:nvPr/>
        </p:nvSpPr>
        <p:spPr>
          <a:xfrm rot="10800000" flipV="1">
            <a:off x="11731003" y="9365591"/>
            <a:ext cx="2004476" cy="1772770"/>
          </a:xfrm>
          <a:prstGeom prst="parallelogram">
            <a:avLst>
              <a:gd name="adj" fmla="val 67248"/>
            </a:avLst>
          </a:prstGeom>
          <a:pattFill prst="wdDnDiag">
            <a:fgClr>
              <a:schemeClr val="accent3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"/>
          </a:p>
        </p:txBody>
      </p: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9876126-13A3-F745-2E25-F7F8B27464C0}"/>
              </a:ext>
            </a:extLst>
          </p:cNvPr>
          <p:cNvCxnSpPr>
            <a:cxnSpLocks/>
          </p:cNvCxnSpPr>
          <p:nvPr/>
        </p:nvCxnSpPr>
        <p:spPr>
          <a:xfrm>
            <a:off x="14081911" y="17568403"/>
            <a:ext cx="53058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C7EEA650-A4FE-BD14-0F7D-73081F5BD6A5}"/>
              </a:ext>
            </a:extLst>
          </p:cNvPr>
          <p:cNvCxnSpPr>
            <a:cxnSpLocks/>
          </p:cNvCxnSpPr>
          <p:nvPr/>
        </p:nvCxnSpPr>
        <p:spPr>
          <a:xfrm>
            <a:off x="8627848" y="17942108"/>
            <a:ext cx="2252906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5A26ABD5-5A35-2ABB-6AED-94BA8525DF27}"/>
                  </a:ext>
                </a:extLst>
              </p:cNvPr>
              <p:cNvSpPr txBox="1"/>
              <p:nvPr/>
            </p:nvSpPr>
            <p:spPr>
              <a:xfrm>
                <a:off x="8062790" y="9627620"/>
                <a:ext cx="1021474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5A26ABD5-5A35-2ABB-6AED-94BA8525D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2790" y="9627620"/>
                <a:ext cx="1021474" cy="478464"/>
              </a:xfrm>
              <a:prstGeom prst="rect">
                <a:avLst/>
              </a:prstGeom>
              <a:blipFill>
                <a:blip r:embed="rId8"/>
                <a:stretch>
                  <a:fillRect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20788CF-EEA1-E447-57C5-FC70858169F7}"/>
                  </a:ext>
                </a:extLst>
              </p:cNvPr>
              <p:cNvSpPr txBox="1"/>
              <p:nvPr/>
            </p:nvSpPr>
            <p:spPr>
              <a:xfrm>
                <a:off x="9098054" y="9461771"/>
                <a:ext cx="102147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20788CF-EEA1-E447-57C5-FC7085816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054" y="9461771"/>
                <a:ext cx="1021474" cy="533544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BB72E7FB-A14C-9C2F-1F6A-DF49473CC0CA}"/>
              </a:ext>
            </a:extLst>
          </p:cNvPr>
          <p:cNvCxnSpPr>
            <a:cxnSpLocks/>
          </p:cNvCxnSpPr>
          <p:nvPr/>
        </p:nvCxnSpPr>
        <p:spPr>
          <a:xfrm flipH="1">
            <a:off x="8863306" y="9345463"/>
            <a:ext cx="16009" cy="1059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B5CD8EB7-B17C-DEB9-5A66-99EEB17C1CD8}"/>
              </a:ext>
            </a:extLst>
          </p:cNvPr>
          <p:cNvCxnSpPr>
            <a:cxnSpLocks/>
          </p:cNvCxnSpPr>
          <p:nvPr/>
        </p:nvCxnSpPr>
        <p:spPr>
          <a:xfrm>
            <a:off x="8644835" y="9314025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C4F89A9-1693-136E-C9F9-D6C3AF869FA4}"/>
              </a:ext>
            </a:extLst>
          </p:cNvPr>
          <p:cNvCxnSpPr>
            <a:cxnSpLocks/>
          </p:cNvCxnSpPr>
          <p:nvPr/>
        </p:nvCxnSpPr>
        <p:spPr>
          <a:xfrm>
            <a:off x="8644835" y="1042381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6ADD880-6141-E955-1383-D880C73CD919}"/>
                  </a:ext>
                </a:extLst>
              </p:cNvPr>
              <p:cNvSpPr txBox="1"/>
              <p:nvPr/>
            </p:nvSpPr>
            <p:spPr>
              <a:xfrm>
                <a:off x="14191724" y="9975001"/>
                <a:ext cx="1021474" cy="5096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6ADD880-6141-E955-1383-D880C73CD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1724" y="9975001"/>
                <a:ext cx="1021474" cy="509691"/>
              </a:xfrm>
              <a:prstGeom prst="rect">
                <a:avLst/>
              </a:prstGeom>
              <a:blipFill>
                <a:blip r:embed="rId1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1E6577DC-820A-195B-0836-7D5415F267B5}"/>
              </a:ext>
            </a:extLst>
          </p:cNvPr>
          <p:cNvCxnSpPr>
            <a:cxnSpLocks/>
          </p:cNvCxnSpPr>
          <p:nvPr/>
        </p:nvCxnSpPr>
        <p:spPr>
          <a:xfrm flipH="1">
            <a:off x="14363797" y="9358879"/>
            <a:ext cx="38089" cy="17602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A62237B0-6777-BA2B-CB0A-4CAB178C4080}"/>
              </a:ext>
            </a:extLst>
          </p:cNvPr>
          <p:cNvCxnSpPr>
            <a:cxnSpLocks/>
          </p:cNvCxnSpPr>
          <p:nvPr/>
        </p:nvCxnSpPr>
        <p:spPr>
          <a:xfrm>
            <a:off x="14145323" y="9358876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9AA80372-076F-108B-CD9F-5CB858C77E2D}"/>
              </a:ext>
            </a:extLst>
          </p:cNvPr>
          <p:cNvCxnSpPr>
            <a:cxnSpLocks/>
          </p:cNvCxnSpPr>
          <p:nvPr/>
        </p:nvCxnSpPr>
        <p:spPr>
          <a:xfrm>
            <a:off x="14145323" y="11138332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316CA7CD-A0E8-01EA-1326-77A3CC41282C}"/>
                  </a:ext>
                </a:extLst>
              </p:cNvPr>
              <p:cNvSpPr txBox="1"/>
              <p:nvPr/>
            </p:nvSpPr>
            <p:spPr>
              <a:xfrm>
                <a:off x="12907701" y="9617474"/>
                <a:ext cx="1021474" cy="568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54" name="TextBox 353">
                <a:extLst>
                  <a:ext uri="{FF2B5EF4-FFF2-40B4-BE49-F238E27FC236}">
                    <a16:creationId xmlns:a16="http://schemas.microsoft.com/office/drawing/2014/main" id="{316CA7CD-A0E8-01EA-1326-77A3CC412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7701" y="9617474"/>
                <a:ext cx="1021474" cy="568810"/>
              </a:xfrm>
              <a:prstGeom prst="rect">
                <a:avLst/>
              </a:prstGeom>
              <a:blipFill>
                <a:blip r:embed="rId11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8" name="TextBox 507">
                <a:extLst>
                  <a:ext uri="{FF2B5EF4-FFF2-40B4-BE49-F238E27FC236}">
                    <a16:creationId xmlns:a16="http://schemas.microsoft.com/office/drawing/2014/main" id="{FF5E317D-B03D-6B28-CBEA-2E2F6963618B}"/>
                  </a:ext>
                </a:extLst>
              </p:cNvPr>
              <p:cNvSpPr txBox="1"/>
              <p:nvPr/>
            </p:nvSpPr>
            <p:spPr>
              <a:xfrm>
                <a:off x="8370663" y="14216296"/>
                <a:ext cx="1021474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08" name="TextBox 507">
                <a:extLst>
                  <a:ext uri="{FF2B5EF4-FFF2-40B4-BE49-F238E27FC236}">
                    <a16:creationId xmlns:a16="http://schemas.microsoft.com/office/drawing/2014/main" id="{FF5E317D-B03D-6B28-CBEA-2E2F69636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663" y="14216296"/>
                <a:ext cx="1021474" cy="478464"/>
              </a:xfrm>
              <a:prstGeom prst="rect">
                <a:avLst/>
              </a:prstGeom>
              <a:blipFill>
                <a:blip r:embed="rId1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9" name="TextBox 508">
                <a:extLst>
                  <a:ext uri="{FF2B5EF4-FFF2-40B4-BE49-F238E27FC236}">
                    <a16:creationId xmlns:a16="http://schemas.microsoft.com/office/drawing/2014/main" id="{9B18415B-AFF8-4004-B90F-3924D3E740A9}"/>
                  </a:ext>
                </a:extLst>
              </p:cNvPr>
              <p:cNvSpPr txBox="1"/>
              <p:nvPr/>
            </p:nvSpPr>
            <p:spPr>
              <a:xfrm>
                <a:off x="9265269" y="14081202"/>
                <a:ext cx="1021474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09" name="TextBox 508">
                <a:extLst>
                  <a:ext uri="{FF2B5EF4-FFF2-40B4-BE49-F238E27FC236}">
                    <a16:creationId xmlns:a16="http://schemas.microsoft.com/office/drawing/2014/main" id="{9B18415B-AFF8-4004-B90F-3924D3E74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269" y="14081202"/>
                <a:ext cx="1021474" cy="533544"/>
              </a:xfrm>
              <a:prstGeom prst="rect">
                <a:avLst/>
              </a:prstGeom>
              <a:blipFill>
                <a:blip r:embed="rId1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0" name="Straight Connector 509">
            <a:extLst>
              <a:ext uri="{FF2B5EF4-FFF2-40B4-BE49-F238E27FC236}">
                <a16:creationId xmlns:a16="http://schemas.microsoft.com/office/drawing/2014/main" id="{B530A33F-EDCA-028D-6B34-835C7DEC9CAD}"/>
              </a:ext>
            </a:extLst>
          </p:cNvPr>
          <p:cNvCxnSpPr>
            <a:cxnSpLocks/>
          </p:cNvCxnSpPr>
          <p:nvPr/>
        </p:nvCxnSpPr>
        <p:spPr>
          <a:xfrm>
            <a:off x="9188305" y="14092492"/>
            <a:ext cx="0" cy="69850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Straight Connector 510">
            <a:extLst>
              <a:ext uri="{FF2B5EF4-FFF2-40B4-BE49-F238E27FC236}">
                <a16:creationId xmlns:a16="http://schemas.microsoft.com/office/drawing/2014/main" id="{6B228D61-0522-BB9B-80E3-C30DBADF4D4B}"/>
              </a:ext>
            </a:extLst>
          </p:cNvPr>
          <p:cNvCxnSpPr>
            <a:cxnSpLocks/>
          </p:cNvCxnSpPr>
          <p:nvPr/>
        </p:nvCxnSpPr>
        <p:spPr>
          <a:xfrm>
            <a:off x="8953831" y="1406105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traight Connector 511">
            <a:extLst>
              <a:ext uri="{FF2B5EF4-FFF2-40B4-BE49-F238E27FC236}">
                <a16:creationId xmlns:a16="http://schemas.microsoft.com/office/drawing/2014/main" id="{12F7C9AF-A090-65F9-BA85-000A2E3D5DA9}"/>
              </a:ext>
            </a:extLst>
          </p:cNvPr>
          <p:cNvCxnSpPr>
            <a:cxnSpLocks/>
          </p:cNvCxnSpPr>
          <p:nvPr/>
        </p:nvCxnSpPr>
        <p:spPr>
          <a:xfrm>
            <a:off x="8972834" y="14797114"/>
            <a:ext cx="436941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8" name="TextBox 517">
                <a:extLst>
                  <a:ext uri="{FF2B5EF4-FFF2-40B4-BE49-F238E27FC236}">
                    <a16:creationId xmlns:a16="http://schemas.microsoft.com/office/drawing/2014/main" id="{449238EB-A625-50B3-5D35-03FD3409B604}"/>
                  </a:ext>
                </a:extLst>
              </p:cNvPr>
              <p:cNvSpPr txBox="1"/>
              <p:nvPr/>
            </p:nvSpPr>
            <p:spPr>
              <a:xfrm>
                <a:off x="13473896" y="15044819"/>
                <a:ext cx="89611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18" name="TextBox 517">
                <a:extLst>
                  <a:ext uri="{FF2B5EF4-FFF2-40B4-BE49-F238E27FC236}">
                    <a16:creationId xmlns:a16="http://schemas.microsoft.com/office/drawing/2014/main" id="{449238EB-A625-50B3-5D35-03FD3409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3896" y="15044819"/>
                <a:ext cx="896111" cy="533544"/>
              </a:xfrm>
              <a:prstGeom prst="rect">
                <a:avLst/>
              </a:prstGeom>
              <a:blipFill>
                <a:blip r:embed="rId14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218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0" name="Group 559">
            <a:extLst>
              <a:ext uri="{FF2B5EF4-FFF2-40B4-BE49-F238E27FC236}">
                <a16:creationId xmlns:a16="http://schemas.microsoft.com/office/drawing/2014/main" id="{861AADAA-0632-46A6-E68A-FE346ACB8700}"/>
              </a:ext>
            </a:extLst>
          </p:cNvPr>
          <p:cNvGrpSpPr/>
          <p:nvPr/>
        </p:nvGrpSpPr>
        <p:grpSpPr>
          <a:xfrm>
            <a:off x="1445909" y="3584315"/>
            <a:ext cx="6929105" cy="5182319"/>
            <a:chOff x="16497732" y="9281963"/>
            <a:chExt cx="8661380" cy="6477896"/>
          </a:xfrm>
        </p:grpSpPr>
        <p:cxnSp>
          <p:nvCxnSpPr>
            <p:cNvPr id="561" name="Straight Connector 560">
              <a:extLst>
                <a:ext uri="{FF2B5EF4-FFF2-40B4-BE49-F238E27FC236}">
                  <a16:creationId xmlns:a16="http://schemas.microsoft.com/office/drawing/2014/main" id="{74D93BF2-0CF5-807F-4912-8F14660C5CAC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2" name="Group 561">
              <a:extLst>
                <a:ext uri="{FF2B5EF4-FFF2-40B4-BE49-F238E27FC236}">
                  <a16:creationId xmlns:a16="http://schemas.microsoft.com/office/drawing/2014/main" id="{911D7B7E-21B8-EDE5-2707-4D6B8A41E262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3" name="TextBox 562">
                    <a:extLst>
                      <a:ext uri="{FF2B5EF4-FFF2-40B4-BE49-F238E27FC236}">
                        <a16:creationId xmlns:a16="http://schemas.microsoft.com/office/drawing/2014/main" id="{DDB1EEBB-420F-C6EF-60DB-FD6700E38E5C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3" name="TextBox 562">
                    <a:extLst>
                      <a:ext uri="{FF2B5EF4-FFF2-40B4-BE49-F238E27FC236}">
                        <a16:creationId xmlns:a16="http://schemas.microsoft.com/office/drawing/2014/main" id="{DDB1EEBB-420F-C6EF-60DB-FD6700E38E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4" name="TextBox 563">
                    <a:extLst>
                      <a:ext uri="{FF2B5EF4-FFF2-40B4-BE49-F238E27FC236}">
                        <a16:creationId xmlns:a16="http://schemas.microsoft.com/office/drawing/2014/main" id="{6D6597AB-27F3-D143-ACDB-72D2B7BE9912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4" name="TextBox 563">
                    <a:extLst>
                      <a:ext uri="{FF2B5EF4-FFF2-40B4-BE49-F238E27FC236}">
                        <a16:creationId xmlns:a16="http://schemas.microsoft.com/office/drawing/2014/main" id="{6D6597AB-27F3-D143-ACDB-72D2B7BE9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5" name="TextBox 564">
                    <a:extLst>
                      <a:ext uri="{FF2B5EF4-FFF2-40B4-BE49-F238E27FC236}">
                        <a16:creationId xmlns:a16="http://schemas.microsoft.com/office/drawing/2014/main" id="{7DAEFB94-BEBD-52DB-E8B1-5D1EFAD560BA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5" name="TextBox 564">
                    <a:extLst>
                      <a:ext uri="{FF2B5EF4-FFF2-40B4-BE49-F238E27FC236}">
                        <a16:creationId xmlns:a16="http://schemas.microsoft.com/office/drawing/2014/main" id="{7DAEFB94-BEBD-52DB-E8B1-5D1EFAD560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6" name="TextBox 565">
                    <a:extLst>
                      <a:ext uri="{FF2B5EF4-FFF2-40B4-BE49-F238E27FC236}">
                        <a16:creationId xmlns:a16="http://schemas.microsoft.com/office/drawing/2014/main" id="{64F762DF-F65F-25D0-78BE-CCBFAF4AEDB2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6" name="TextBox 565">
                    <a:extLst>
                      <a:ext uri="{FF2B5EF4-FFF2-40B4-BE49-F238E27FC236}">
                        <a16:creationId xmlns:a16="http://schemas.microsoft.com/office/drawing/2014/main" id="{64F762DF-F65F-25D0-78BE-CCBFAF4AED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7" name="TextBox 566">
                    <a:extLst>
                      <a:ext uri="{FF2B5EF4-FFF2-40B4-BE49-F238E27FC236}">
                        <a16:creationId xmlns:a16="http://schemas.microsoft.com/office/drawing/2014/main" id="{C6CBC8E3-D794-8BE9-93CC-2BB0C61BB91C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7" name="TextBox 566">
                    <a:extLst>
                      <a:ext uri="{FF2B5EF4-FFF2-40B4-BE49-F238E27FC236}">
                        <a16:creationId xmlns:a16="http://schemas.microsoft.com/office/drawing/2014/main" id="{C6CBC8E3-D794-8BE9-93CC-2BB0C61BB9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8" name="TextBox 567">
                    <a:extLst>
                      <a:ext uri="{FF2B5EF4-FFF2-40B4-BE49-F238E27FC236}">
                        <a16:creationId xmlns:a16="http://schemas.microsoft.com/office/drawing/2014/main" id="{2D1F3F3A-E4B8-0478-8EE9-0105974CEEAD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8" name="TextBox 567">
                    <a:extLst>
                      <a:ext uri="{FF2B5EF4-FFF2-40B4-BE49-F238E27FC236}">
                        <a16:creationId xmlns:a16="http://schemas.microsoft.com/office/drawing/2014/main" id="{2D1F3F3A-E4B8-0478-8EE9-0105974CE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9" name="TextBox 568">
                    <a:extLst>
                      <a:ext uri="{FF2B5EF4-FFF2-40B4-BE49-F238E27FC236}">
                        <a16:creationId xmlns:a16="http://schemas.microsoft.com/office/drawing/2014/main" id="{B5EE0195-228A-5EFB-33F1-F5044861EEE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9" name="TextBox 568">
                    <a:extLst>
                      <a:ext uri="{FF2B5EF4-FFF2-40B4-BE49-F238E27FC236}">
                        <a16:creationId xmlns:a16="http://schemas.microsoft.com/office/drawing/2014/main" id="{B5EE0195-228A-5EFB-33F1-F5044861EE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0" name="TextBox 569">
                    <a:extLst>
                      <a:ext uri="{FF2B5EF4-FFF2-40B4-BE49-F238E27FC236}">
                        <a16:creationId xmlns:a16="http://schemas.microsoft.com/office/drawing/2014/main" id="{058CA0FD-028D-A9D3-B585-168F432080F4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0" name="TextBox 569">
                    <a:extLst>
                      <a:ext uri="{FF2B5EF4-FFF2-40B4-BE49-F238E27FC236}">
                        <a16:creationId xmlns:a16="http://schemas.microsoft.com/office/drawing/2014/main" id="{058CA0FD-028D-A9D3-B585-168F432080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0E3CF66A-B9AB-51CE-EDA8-67D454B0D2E0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1" name="TextBox 570">
                    <a:extLst>
                      <a:ext uri="{FF2B5EF4-FFF2-40B4-BE49-F238E27FC236}">
                        <a16:creationId xmlns:a16="http://schemas.microsoft.com/office/drawing/2014/main" id="{0E3CF66A-B9AB-51CE-EDA8-67D454B0D2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552DEA92-7363-B568-EB1F-175251F6B54F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2" name="TextBox 571">
                    <a:extLst>
                      <a:ext uri="{FF2B5EF4-FFF2-40B4-BE49-F238E27FC236}">
                        <a16:creationId xmlns:a16="http://schemas.microsoft.com/office/drawing/2014/main" id="{552DEA92-7363-B568-EB1F-175251F6B5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1DB7D12D-41CA-33BA-9887-0CF7C7EABF15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3" name="TextBox 572">
                    <a:extLst>
                      <a:ext uri="{FF2B5EF4-FFF2-40B4-BE49-F238E27FC236}">
                        <a16:creationId xmlns:a16="http://schemas.microsoft.com/office/drawing/2014/main" id="{1DB7D12D-41CA-33BA-9887-0CF7C7EABF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78CD83A0-26E5-1D8C-67FC-2DCE32ECC3B4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4" name="TextBox 573">
                    <a:extLst>
                      <a:ext uri="{FF2B5EF4-FFF2-40B4-BE49-F238E27FC236}">
                        <a16:creationId xmlns:a16="http://schemas.microsoft.com/office/drawing/2014/main" id="{78CD83A0-26E5-1D8C-67FC-2DCE32ECC3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5" name="TextBox 574">
                    <a:extLst>
                      <a:ext uri="{FF2B5EF4-FFF2-40B4-BE49-F238E27FC236}">
                        <a16:creationId xmlns:a16="http://schemas.microsoft.com/office/drawing/2014/main" id="{023CBE96-128C-D2F3-9B69-E62E82FFBDC2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5" name="TextBox 574">
                    <a:extLst>
                      <a:ext uri="{FF2B5EF4-FFF2-40B4-BE49-F238E27FC236}">
                        <a16:creationId xmlns:a16="http://schemas.microsoft.com/office/drawing/2014/main" id="{023CBE96-128C-D2F3-9B69-E62E82FFBD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76" name="Straight Connector 575">
                <a:extLst>
                  <a:ext uri="{FF2B5EF4-FFF2-40B4-BE49-F238E27FC236}">
                    <a16:creationId xmlns:a16="http://schemas.microsoft.com/office/drawing/2014/main" id="{F6BEDFBB-0F6F-9BE9-17FB-0431F07990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Straight Connector 576">
                <a:extLst>
                  <a:ext uri="{FF2B5EF4-FFF2-40B4-BE49-F238E27FC236}">
                    <a16:creationId xmlns:a16="http://schemas.microsoft.com/office/drawing/2014/main" id="{2609342C-B63A-0BD2-FDB4-615CE3E19B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7C8D2086-45FD-62F0-AA38-54D7E15EF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9" name="Straight Connector 578">
                <a:extLst>
                  <a:ext uri="{FF2B5EF4-FFF2-40B4-BE49-F238E27FC236}">
                    <a16:creationId xmlns:a16="http://schemas.microsoft.com/office/drawing/2014/main" id="{ADEA889C-6F72-AD6B-07DF-2029D3ED41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0" name="Straight Connector 579">
                <a:extLst>
                  <a:ext uri="{FF2B5EF4-FFF2-40B4-BE49-F238E27FC236}">
                    <a16:creationId xmlns:a16="http://schemas.microsoft.com/office/drawing/2014/main" id="{AF6C947D-5162-6481-E94D-776D9D4A68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1" name="Straight Connector 580">
                <a:extLst>
                  <a:ext uri="{FF2B5EF4-FFF2-40B4-BE49-F238E27FC236}">
                    <a16:creationId xmlns:a16="http://schemas.microsoft.com/office/drawing/2014/main" id="{60600D4C-DFCB-198B-9241-6F0ABBD4FC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Straight Connector 581">
                <a:extLst>
                  <a:ext uri="{FF2B5EF4-FFF2-40B4-BE49-F238E27FC236}">
                    <a16:creationId xmlns:a16="http://schemas.microsoft.com/office/drawing/2014/main" id="{627F45BA-C722-549D-CE6C-A0F0B9AD6B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14A8F62A-524E-9980-E0B7-A9ACB3AB612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B3A1175A-ABAC-8541-51B5-477613DA9C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5" name="Straight Connector 584">
                <a:extLst>
                  <a:ext uri="{FF2B5EF4-FFF2-40B4-BE49-F238E27FC236}">
                    <a16:creationId xmlns:a16="http://schemas.microsoft.com/office/drawing/2014/main" id="{B0279400-06BB-F7FE-B47F-5816469D87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6" name="Straight Connector 585">
                <a:extLst>
                  <a:ext uri="{FF2B5EF4-FFF2-40B4-BE49-F238E27FC236}">
                    <a16:creationId xmlns:a16="http://schemas.microsoft.com/office/drawing/2014/main" id="{1F63B4F9-D94C-2F93-81BC-DC4B853DF2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7" name="Straight Connector 586">
                <a:extLst>
                  <a:ext uri="{FF2B5EF4-FFF2-40B4-BE49-F238E27FC236}">
                    <a16:creationId xmlns:a16="http://schemas.microsoft.com/office/drawing/2014/main" id="{A6B04047-6BDF-F5C4-A198-D370DEA739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Straight Connector 587">
                <a:extLst>
                  <a:ext uri="{FF2B5EF4-FFF2-40B4-BE49-F238E27FC236}">
                    <a16:creationId xmlns:a16="http://schemas.microsoft.com/office/drawing/2014/main" id="{3F79A367-6247-1F23-3BA1-C47EFB8229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9" name="Straight Connector 588">
                <a:extLst>
                  <a:ext uri="{FF2B5EF4-FFF2-40B4-BE49-F238E27FC236}">
                    <a16:creationId xmlns:a16="http://schemas.microsoft.com/office/drawing/2014/main" id="{91FD9854-159E-6FD6-6A0B-44E326B19B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0" name="Straight Connector 589">
                <a:extLst>
                  <a:ext uri="{FF2B5EF4-FFF2-40B4-BE49-F238E27FC236}">
                    <a16:creationId xmlns:a16="http://schemas.microsoft.com/office/drawing/2014/main" id="{CC2979D2-311C-A482-C1F3-9A7E629B38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1" name="Straight Connector 590">
                <a:extLst>
                  <a:ext uri="{FF2B5EF4-FFF2-40B4-BE49-F238E27FC236}">
                    <a16:creationId xmlns:a16="http://schemas.microsoft.com/office/drawing/2014/main" id="{8525D505-B85F-EE4C-3357-5EB6267AD4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2" name="Straight Connector 591">
                <a:extLst>
                  <a:ext uri="{FF2B5EF4-FFF2-40B4-BE49-F238E27FC236}">
                    <a16:creationId xmlns:a16="http://schemas.microsoft.com/office/drawing/2014/main" id="{DDDAE3AF-507A-0966-E1B9-A4AA78B35F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3" name="Straight Connector 592">
                <a:extLst>
                  <a:ext uri="{FF2B5EF4-FFF2-40B4-BE49-F238E27FC236}">
                    <a16:creationId xmlns:a16="http://schemas.microsoft.com/office/drawing/2014/main" id="{F96F2FE0-3FED-D70A-1FE9-108151E78D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4" name="Straight Connector 593">
                <a:extLst>
                  <a:ext uri="{FF2B5EF4-FFF2-40B4-BE49-F238E27FC236}">
                    <a16:creationId xmlns:a16="http://schemas.microsoft.com/office/drawing/2014/main" id="{0CC9175F-E0E2-E774-8D74-22D953A32B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5" name="Straight Connector 594">
                <a:extLst>
                  <a:ext uri="{FF2B5EF4-FFF2-40B4-BE49-F238E27FC236}">
                    <a16:creationId xmlns:a16="http://schemas.microsoft.com/office/drawing/2014/main" id="{12573853-33D5-68D4-5FD0-42D57CC9AD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6" name="Straight Connector 595">
                <a:extLst>
                  <a:ext uri="{FF2B5EF4-FFF2-40B4-BE49-F238E27FC236}">
                    <a16:creationId xmlns:a16="http://schemas.microsoft.com/office/drawing/2014/main" id="{18D465E9-C4EB-205F-4888-31C80471B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7" name="Straight Connector 596">
                <a:extLst>
                  <a:ext uri="{FF2B5EF4-FFF2-40B4-BE49-F238E27FC236}">
                    <a16:creationId xmlns:a16="http://schemas.microsoft.com/office/drawing/2014/main" id="{54969C96-4FFB-3BA8-0779-489FC120B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8" name="Straight Connector 597">
                <a:extLst>
                  <a:ext uri="{FF2B5EF4-FFF2-40B4-BE49-F238E27FC236}">
                    <a16:creationId xmlns:a16="http://schemas.microsoft.com/office/drawing/2014/main" id="{87D8C059-AB54-517B-2F7F-BA60F325A2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940F19F5-A5AD-6733-E618-6403C8CC06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0" name="Straight Connector 599">
                <a:extLst>
                  <a:ext uri="{FF2B5EF4-FFF2-40B4-BE49-F238E27FC236}">
                    <a16:creationId xmlns:a16="http://schemas.microsoft.com/office/drawing/2014/main" id="{7FD46C5C-1460-AC02-873F-6B0F57BF7E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1" name="Straight Connector 600">
                <a:extLst>
                  <a:ext uri="{FF2B5EF4-FFF2-40B4-BE49-F238E27FC236}">
                    <a16:creationId xmlns:a16="http://schemas.microsoft.com/office/drawing/2014/main" id="{012E75F0-5F90-53EA-F812-D27414C95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8F564AE4-6413-4AA1-55C6-9563D6553DD6}"/>
              </a:ext>
            </a:extLst>
          </p:cNvPr>
          <p:cNvGrpSpPr/>
          <p:nvPr/>
        </p:nvGrpSpPr>
        <p:grpSpPr>
          <a:xfrm>
            <a:off x="8963502" y="3588023"/>
            <a:ext cx="6929105" cy="5182319"/>
            <a:chOff x="16497732" y="9281963"/>
            <a:chExt cx="8661380" cy="6477896"/>
          </a:xfrm>
        </p:grpSpPr>
        <p:cxnSp>
          <p:nvCxnSpPr>
            <p:cNvPr id="519" name="Straight Connector 518">
              <a:extLst>
                <a:ext uri="{FF2B5EF4-FFF2-40B4-BE49-F238E27FC236}">
                  <a16:creationId xmlns:a16="http://schemas.microsoft.com/office/drawing/2014/main" id="{15B2986D-6853-DAAF-79B8-C59A23D6B95D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2181515A-6C4A-29C9-0F40-1F4CA4BB1824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1" name="TextBox 520">
                    <a:extLst>
                      <a:ext uri="{FF2B5EF4-FFF2-40B4-BE49-F238E27FC236}">
                        <a16:creationId xmlns:a16="http://schemas.microsoft.com/office/drawing/2014/main" id="{63F274F9-0F1C-B000-8B1C-746BCA71E5AE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1" name="TextBox 520">
                    <a:extLst>
                      <a:ext uri="{FF2B5EF4-FFF2-40B4-BE49-F238E27FC236}">
                        <a16:creationId xmlns:a16="http://schemas.microsoft.com/office/drawing/2014/main" id="{63F274F9-0F1C-B000-8B1C-746BCA71E5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5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2" name="TextBox 521">
                    <a:extLst>
                      <a:ext uri="{FF2B5EF4-FFF2-40B4-BE49-F238E27FC236}">
                        <a16:creationId xmlns:a16="http://schemas.microsoft.com/office/drawing/2014/main" id="{0D5D2BF7-27BC-C814-F552-A967F935B289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2" name="TextBox 521">
                    <a:extLst>
                      <a:ext uri="{FF2B5EF4-FFF2-40B4-BE49-F238E27FC236}">
                        <a16:creationId xmlns:a16="http://schemas.microsoft.com/office/drawing/2014/main" id="{0D5D2BF7-27BC-C814-F552-A967F935B2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3" name="TextBox 522">
                    <a:extLst>
                      <a:ext uri="{FF2B5EF4-FFF2-40B4-BE49-F238E27FC236}">
                        <a16:creationId xmlns:a16="http://schemas.microsoft.com/office/drawing/2014/main" id="{538567DC-74A6-4BAD-B1E3-4B848C5F0579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3" name="TextBox 522">
                    <a:extLst>
                      <a:ext uri="{FF2B5EF4-FFF2-40B4-BE49-F238E27FC236}">
                        <a16:creationId xmlns:a16="http://schemas.microsoft.com/office/drawing/2014/main" id="{538567DC-74A6-4BAD-B1E3-4B848C5F05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4" name="TextBox 523">
                    <a:extLst>
                      <a:ext uri="{FF2B5EF4-FFF2-40B4-BE49-F238E27FC236}">
                        <a16:creationId xmlns:a16="http://schemas.microsoft.com/office/drawing/2014/main" id="{FFD6E5C3-3901-4AA3-EC07-DB78816F0753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4" name="TextBox 523">
                    <a:extLst>
                      <a:ext uri="{FF2B5EF4-FFF2-40B4-BE49-F238E27FC236}">
                        <a16:creationId xmlns:a16="http://schemas.microsoft.com/office/drawing/2014/main" id="{FFD6E5C3-3901-4AA3-EC07-DB78816F07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5" name="TextBox 524">
                    <a:extLst>
                      <a:ext uri="{FF2B5EF4-FFF2-40B4-BE49-F238E27FC236}">
                        <a16:creationId xmlns:a16="http://schemas.microsoft.com/office/drawing/2014/main" id="{06D1257E-3057-CFCC-DE2F-2967CAE21862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5" name="TextBox 524">
                    <a:extLst>
                      <a:ext uri="{FF2B5EF4-FFF2-40B4-BE49-F238E27FC236}">
                        <a16:creationId xmlns:a16="http://schemas.microsoft.com/office/drawing/2014/main" id="{06D1257E-3057-CFCC-DE2F-2967CAE218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6" name="TextBox 525">
                    <a:extLst>
                      <a:ext uri="{FF2B5EF4-FFF2-40B4-BE49-F238E27FC236}">
                        <a16:creationId xmlns:a16="http://schemas.microsoft.com/office/drawing/2014/main" id="{2C8A755A-D622-43D9-07EB-E215A2A467C1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6" name="TextBox 525">
                    <a:extLst>
                      <a:ext uri="{FF2B5EF4-FFF2-40B4-BE49-F238E27FC236}">
                        <a16:creationId xmlns:a16="http://schemas.microsoft.com/office/drawing/2014/main" id="{2C8A755A-D622-43D9-07EB-E215A2A467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7" name="TextBox 526">
                    <a:extLst>
                      <a:ext uri="{FF2B5EF4-FFF2-40B4-BE49-F238E27FC236}">
                        <a16:creationId xmlns:a16="http://schemas.microsoft.com/office/drawing/2014/main" id="{2F181D83-464B-D4FF-7D01-FC29824B8184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7" name="TextBox 526">
                    <a:extLst>
                      <a:ext uri="{FF2B5EF4-FFF2-40B4-BE49-F238E27FC236}">
                        <a16:creationId xmlns:a16="http://schemas.microsoft.com/office/drawing/2014/main" id="{2F181D83-464B-D4FF-7D01-FC29824B81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8" name="TextBox 527">
                    <a:extLst>
                      <a:ext uri="{FF2B5EF4-FFF2-40B4-BE49-F238E27FC236}">
                        <a16:creationId xmlns:a16="http://schemas.microsoft.com/office/drawing/2014/main" id="{4E38F49A-33D0-62A4-4A23-0DD226ED493D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8" name="TextBox 527">
                    <a:extLst>
                      <a:ext uri="{FF2B5EF4-FFF2-40B4-BE49-F238E27FC236}">
                        <a16:creationId xmlns:a16="http://schemas.microsoft.com/office/drawing/2014/main" id="{4E38F49A-33D0-62A4-4A23-0DD226ED49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9" name="TextBox 528">
                    <a:extLst>
                      <a:ext uri="{FF2B5EF4-FFF2-40B4-BE49-F238E27FC236}">
                        <a16:creationId xmlns:a16="http://schemas.microsoft.com/office/drawing/2014/main" id="{E58812BD-4D98-FFFB-8DC4-E40F32B34895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9" name="TextBox 528">
                    <a:extLst>
                      <a:ext uri="{FF2B5EF4-FFF2-40B4-BE49-F238E27FC236}">
                        <a16:creationId xmlns:a16="http://schemas.microsoft.com/office/drawing/2014/main" id="{E58812BD-4D98-FFFB-8DC4-E40F32B34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180F2626-9770-CC33-9636-95F54076358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0" name="TextBox 529">
                    <a:extLst>
                      <a:ext uri="{FF2B5EF4-FFF2-40B4-BE49-F238E27FC236}">
                        <a16:creationId xmlns:a16="http://schemas.microsoft.com/office/drawing/2014/main" id="{180F2626-9770-CC33-9636-95F5407635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4D350F9E-DB94-E13A-92C1-AD5C54231397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1" name="TextBox 530">
                    <a:extLst>
                      <a:ext uri="{FF2B5EF4-FFF2-40B4-BE49-F238E27FC236}">
                        <a16:creationId xmlns:a16="http://schemas.microsoft.com/office/drawing/2014/main" id="{4D350F9E-DB94-E13A-92C1-AD5C542313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B556D7BD-A69F-B213-852C-7B8CE41CA38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2" name="TextBox 531">
                    <a:extLst>
                      <a:ext uri="{FF2B5EF4-FFF2-40B4-BE49-F238E27FC236}">
                        <a16:creationId xmlns:a16="http://schemas.microsoft.com/office/drawing/2014/main" id="{B556D7BD-A69F-B213-852C-7B8CE41CA3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0E9A7F83-2503-93D2-4C47-DD49334807FC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3" name="TextBox 532">
                    <a:extLst>
                      <a:ext uri="{FF2B5EF4-FFF2-40B4-BE49-F238E27FC236}">
                        <a16:creationId xmlns:a16="http://schemas.microsoft.com/office/drawing/2014/main" id="{0E9A7F83-2503-93D2-4C47-DD49334807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34" name="Straight Connector 533">
                <a:extLst>
                  <a:ext uri="{FF2B5EF4-FFF2-40B4-BE49-F238E27FC236}">
                    <a16:creationId xmlns:a16="http://schemas.microsoft.com/office/drawing/2014/main" id="{A8BBCF53-6EC9-F805-A9AF-EA52F59947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5" name="Straight Connector 534">
                <a:extLst>
                  <a:ext uri="{FF2B5EF4-FFF2-40B4-BE49-F238E27FC236}">
                    <a16:creationId xmlns:a16="http://schemas.microsoft.com/office/drawing/2014/main" id="{DC0BB951-26EE-D9C2-D5BA-907572ADF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245A7069-CE19-41A8-2D87-98CC65EC94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7" name="Straight Connector 536">
                <a:extLst>
                  <a:ext uri="{FF2B5EF4-FFF2-40B4-BE49-F238E27FC236}">
                    <a16:creationId xmlns:a16="http://schemas.microsoft.com/office/drawing/2014/main" id="{91F57531-0A84-A678-708D-5BA90C77DE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Straight Connector 537">
                <a:extLst>
                  <a:ext uri="{FF2B5EF4-FFF2-40B4-BE49-F238E27FC236}">
                    <a16:creationId xmlns:a16="http://schemas.microsoft.com/office/drawing/2014/main" id="{49DEC249-89DE-4853-3C6D-D0E847D398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Straight Connector 538">
                <a:extLst>
                  <a:ext uri="{FF2B5EF4-FFF2-40B4-BE49-F238E27FC236}">
                    <a16:creationId xmlns:a16="http://schemas.microsoft.com/office/drawing/2014/main" id="{3464DD41-508B-256A-FB28-E99B584620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Straight Connector 539">
                <a:extLst>
                  <a:ext uri="{FF2B5EF4-FFF2-40B4-BE49-F238E27FC236}">
                    <a16:creationId xmlns:a16="http://schemas.microsoft.com/office/drawing/2014/main" id="{425DDC6F-83F7-5BDC-E928-759C990448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66E96348-45F4-8590-C512-7061093AC2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2FACAAB7-4ED0-1441-5EE6-288459D263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Straight Connector 542">
                <a:extLst>
                  <a:ext uri="{FF2B5EF4-FFF2-40B4-BE49-F238E27FC236}">
                    <a16:creationId xmlns:a16="http://schemas.microsoft.com/office/drawing/2014/main" id="{CF9F03CF-194B-3E3F-E90C-FCBB6C280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4" name="Straight Connector 543">
                <a:extLst>
                  <a:ext uri="{FF2B5EF4-FFF2-40B4-BE49-F238E27FC236}">
                    <a16:creationId xmlns:a16="http://schemas.microsoft.com/office/drawing/2014/main" id="{B7C7F4F4-E2F7-84A9-9184-15AB1F5B48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Straight Connector 544">
                <a:extLst>
                  <a:ext uri="{FF2B5EF4-FFF2-40B4-BE49-F238E27FC236}">
                    <a16:creationId xmlns:a16="http://schemas.microsoft.com/office/drawing/2014/main" id="{A3E9585F-EAF7-0071-5A9B-41577795FE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Straight Connector 545">
                <a:extLst>
                  <a:ext uri="{FF2B5EF4-FFF2-40B4-BE49-F238E27FC236}">
                    <a16:creationId xmlns:a16="http://schemas.microsoft.com/office/drawing/2014/main" id="{8F2BB248-A58C-B0B3-B9C6-3001F7719D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Straight Connector 546">
                <a:extLst>
                  <a:ext uri="{FF2B5EF4-FFF2-40B4-BE49-F238E27FC236}">
                    <a16:creationId xmlns:a16="http://schemas.microsoft.com/office/drawing/2014/main" id="{471B925E-936A-1E7E-8B32-0A5717C568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Straight Connector 547">
                <a:extLst>
                  <a:ext uri="{FF2B5EF4-FFF2-40B4-BE49-F238E27FC236}">
                    <a16:creationId xmlns:a16="http://schemas.microsoft.com/office/drawing/2014/main" id="{5127935E-F634-E05E-DD0F-FAADECF744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Straight Connector 548">
                <a:extLst>
                  <a:ext uri="{FF2B5EF4-FFF2-40B4-BE49-F238E27FC236}">
                    <a16:creationId xmlns:a16="http://schemas.microsoft.com/office/drawing/2014/main" id="{93227198-F178-A84C-AD84-C0CBC4A8D0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Straight Connector 549">
                <a:extLst>
                  <a:ext uri="{FF2B5EF4-FFF2-40B4-BE49-F238E27FC236}">
                    <a16:creationId xmlns:a16="http://schemas.microsoft.com/office/drawing/2014/main" id="{AFDDCD20-8B7C-B583-2871-EB8F4CBCB9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Straight Connector 550">
                <a:extLst>
                  <a:ext uri="{FF2B5EF4-FFF2-40B4-BE49-F238E27FC236}">
                    <a16:creationId xmlns:a16="http://schemas.microsoft.com/office/drawing/2014/main" id="{F47F5555-3B96-D92C-3651-A3A14E30C5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Straight Connector 551">
                <a:extLst>
                  <a:ext uri="{FF2B5EF4-FFF2-40B4-BE49-F238E27FC236}">
                    <a16:creationId xmlns:a16="http://schemas.microsoft.com/office/drawing/2014/main" id="{DB28B1AF-7245-573A-89DF-D40E02B2BA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Straight Connector 552">
                <a:extLst>
                  <a:ext uri="{FF2B5EF4-FFF2-40B4-BE49-F238E27FC236}">
                    <a16:creationId xmlns:a16="http://schemas.microsoft.com/office/drawing/2014/main" id="{434DD108-5804-09EE-F1F8-657348208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Straight Connector 553">
                <a:extLst>
                  <a:ext uri="{FF2B5EF4-FFF2-40B4-BE49-F238E27FC236}">
                    <a16:creationId xmlns:a16="http://schemas.microsoft.com/office/drawing/2014/main" id="{FF00534A-85DB-EBE4-A6F1-37389F60E6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Straight Connector 554">
                <a:extLst>
                  <a:ext uri="{FF2B5EF4-FFF2-40B4-BE49-F238E27FC236}">
                    <a16:creationId xmlns:a16="http://schemas.microsoft.com/office/drawing/2014/main" id="{31389521-4F5D-76D7-C140-1E76F1587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Straight Connector 555">
                <a:extLst>
                  <a:ext uri="{FF2B5EF4-FFF2-40B4-BE49-F238E27FC236}">
                    <a16:creationId xmlns:a16="http://schemas.microsoft.com/office/drawing/2014/main" id="{BAA9DE7C-5E3A-0267-C1A3-684B9FF162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E4A7C099-98C2-3FF8-289A-15AB90B90DE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8" name="Straight Connector 557">
                <a:extLst>
                  <a:ext uri="{FF2B5EF4-FFF2-40B4-BE49-F238E27FC236}">
                    <a16:creationId xmlns:a16="http://schemas.microsoft.com/office/drawing/2014/main" id="{CB26AE64-8701-404F-E88D-D363047CA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>
                <a:extLst>
                  <a:ext uri="{FF2B5EF4-FFF2-40B4-BE49-F238E27FC236}">
                    <a16:creationId xmlns:a16="http://schemas.microsoft.com/office/drawing/2014/main" id="{9A108E33-2153-8479-0F28-A1D7BA6B06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24AC1C8-90A9-F327-45DB-A6269FABF85A}"/>
              </a:ext>
            </a:extLst>
          </p:cNvPr>
          <p:cNvGrpSpPr/>
          <p:nvPr/>
        </p:nvGrpSpPr>
        <p:grpSpPr>
          <a:xfrm>
            <a:off x="16323904" y="3650414"/>
            <a:ext cx="6929105" cy="5182319"/>
            <a:chOff x="16497732" y="9281963"/>
            <a:chExt cx="8661380" cy="6477896"/>
          </a:xfrm>
        </p:grpSpPr>
        <p:cxnSp>
          <p:nvCxnSpPr>
            <p:cNvPr id="477" name="Straight Connector 476">
              <a:extLst>
                <a:ext uri="{FF2B5EF4-FFF2-40B4-BE49-F238E27FC236}">
                  <a16:creationId xmlns:a16="http://schemas.microsoft.com/office/drawing/2014/main" id="{B83118F7-FDF1-C13E-E2FC-CB5DE590CAEF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8" name="Group 477">
              <a:extLst>
                <a:ext uri="{FF2B5EF4-FFF2-40B4-BE49-F238E27FC236}">
                  <a16:creationId xmlns:a16="http://schemas.microsoft.com/office/drawing/2014/main" id="{E24D5EB2-06FF-F8B7-A31F-624B02DA9C98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9" name="TextBox 478">
                    <a:extLst>
                      <a:ext uri="{FF2B5EF4-FFF2-40B4-BE49-F238E27FC236}">
                        <a16:creationId xmlns:a16="http://schemas.microsoft.com/office/drawing/2014/main" id="{2C8E0A76-C249-0CE1-5D8D-1797276FF6CF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79" name="TextBox 478">
                    <a:extLst>
                      <a:ext uri="{FF2B5EF4-FFF2-40B4-BE49-F238E27FC236}">
                        <a16:creationId xmlns:a16="http://schemas.microsoft.com/office/drawing/2014/main" id="{2C8E0A76-C249-0CE1-5D8D-1797276FF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0" name="TextBox 479">
                    <a:extLst>
                      <a:ext uri="{FF2B5EF4-FFF2-40B4-BE49-F238E27FC236}">
                        <a16:creationId xmlns:a16="http://schemas.microsoft.com/office/drawing/2014/main" id="{7863956A-7640-C103-B816-77760C12103D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0" name="TextBox 479">
                    <a:extLst>
                      <a:ext uri="{FF2B5EF4-FFF2-40B4-BE49-F238E27FC236}">
                        <a16:creationId xmlns:a16="http://schemas.microsoft.com/office/drawing/2014/main" id="{7863956A-7640-C103-B816-77760C121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1" name="TextBox 480">
                    <a:extLst>
                      <a:ext uri="{FF2B5EF4-FFF2-40B4-BE49-F238E27FC236}">
                        <a16:creationId xmlns:a16="http://schemas.microsoft.com/office/drawing/2014/main" id="{A91A16C5-A924-2C26-14C2-D9998BE14663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1" name="TextBox 480">
                    <a:extLst>
                      <a:ext uri="{FF2B5EF4-FFF2-40B4-BE49-F238E27FC236}">
                        <a16:creationId xmlns:a16="http://schemas.microsoft.com/office/drawing/2014/main" id="{A91A16C5-A924-2C26-14C2-D9998BE146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2" name="TextBox 481">
                    <a:extLst>
                      <a:ext uri="{FF2B5EF4-FFF2-40B4-BE49-F238E27FC236}">
                        <a16:creationId xmlns:a16="http://schemas.microsoft.com/office/drawing/2014/main" id="{7124F544-8BFE-8CA2-D54B-1C252EA31F79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2" name="TextBox 481">
                    <a:extLst>
                      <a:ext uri="{FF2B5EF4-FFF2-40B4-BE49-F238E27FC236}">
                        <a16:creationId xmlns:a16="http://schemas.microsoft.com/office/drawing/2014/main" id="{7124F544-8BFE-8CA2-D54B-1C252EA31F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3" name="TextBox 482">
                    <a:extLst>
                      <a:ext uri="{FF2B5EF4-FFF2-40B4-BE49-F238E27FC236}">
                        <a16:creationId xmlns:a16="http://schemas.microsoft.com/office/drawing/2014/main" id="{282A787F-A211-C492-CF27-F186174E26C9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3" name="TextBox 482">
                    <a:extLst>
                      <a:ext uri="{FF2B5EF4-FFF2-40B4-BE49-F238E27FC236}">
                        <a16:creationId xmlns:a16="http://schemas.microsoft.com/office/drawing/2014/main" id="{282A787F-A211-C492-CF27-F186174E26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4" name="TextBox 483">
                    <a:extLst>
                      <a:ext uri="{FF2B5EF4-FFF2-40B4-BE49-F238E27FC236}">
                        <a16:creationId xmlns:a16="http://schemas.microsoft.com/office/drawing/2014/main" id="{F42698B9-C9A4-4E1C-E86C-641CEB3446B8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4" name="TextBox 483">
                    <a:extLst>
                      <a:ext uri="{FF2B5EF4-FFF2-40B4-BE49-F238E27FC236}">
                        <a16:creationId xmlns:a16="http://schemas.microsoft.com/office/drawing/2014/main" id="{F42698B9-C9A4-4E1C-E86C-641CEB3446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5" name="TextBox 484">
                    <a:extLst>
                      <a:ext uri="{FF2B5EF4-FFF2-40B4-BE49-F238E27FC236}">
                        <a16:creationId xmlns:a16="http://schemas.microsoft.com/office/drawing/2014/main" id="{4A6CAB6D-0C32-48E0-D865-9F22BD504007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5" name="TextBox 484">
                    <a:extLst>
                      <a:ext uri="{FF2B5EF4-FFF2-40B4-BE49-F238E27FC236}">
                        <a16:creationId xmlns:a16="http://schemas.microsoft.com/office/drawing/2014/main" id="{4A6CAB6D-0C32-48E0-D865-9F22BD5040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6" name="TextBox 485">
                    <a:extLst>
                      <a:ext uri="{FF2B5EF4-FFF2-40B4-BE49-F238E27FC236}">
                        <a16:creationId xmlns:a16="http://schemas.microsoft.com/office/drawing/2014/main" id="{5ECA9BE5-C21B-918B-7750-D39B16C63406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6" name="TextBox 485">
                    <a:extLst>
                      <a:ext uri="{FF2B5EF4-FFF2-40B4-BE49-F238E27FC236}">
                        <a16:creationId xmlns:a16="http://schemas.microsoft.com/office/drawing/2014/main" id="{5ECA9BE5-C21B-918B-7750-D39B16C634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7" name="TextBox 486">
                    <a:extLst>
                      <a:ext uri="{FF2B5EF4-FFF2-40B4-BE49-F238E27FC236}">
                        <a16:creationId xmlns:a16="http://schemas.microsoft.com/office/drawing/2014/main" id="{253870DE-B187-D130-6D7F-F878BE536A31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7" name="TextBox 486">
                    <a:extLst>
                      <a:ext uri="{FF2B5EF4-FFF2-40B4-BE49-F238E27FC236}">
                        <a16:creationId xmlns:a16="http://schemas.microsoft.com/office/drawing/2014/main" id="{253870DE-B187-D130-6D7F-F878BE536A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8" name="TextBox 487">
                    <a:extLst>
                      <a:ext uri="{FF2B5EF4-FFF2-40B4-BE49-F238E27FC236}">
                        <a16:creationId xmlns:a16="http://schemas.microsoft.com/office/drawing/2014/main" id="{E8CA334D-552F-E9A2-C030-05DCABE63C8E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8" name="TextBox 487">
                    <a:extLst>
                      <a:ext uri="{FF2B5EF4-FFF2-40B4-BE49-F238E27FC236}">
                        <a16:creationId xmlns:a16="http://schemas.microsoft.com/office/drawing/2014/main" id="{E8CA334D-552F-E9A2-C030-05DCABE63C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DB61375-B238-682C-5A37-CA55DF40091C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9" name="TextBox 488">
                    <a:extLst>
                      <a:ext uri="{FF2B5EF4-FFF2-40B4-BE49-F238E27FC236}">
                        <a16:creationId xmlns:a16="http://schemas.microsoft.com/office/drawing/2014/main" id="{0DB61375-B238-682C-5A37-CA55DF4009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36879818-FD0F-ABC0-FDBC-97FDEDFE2DB4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0" name="TextBox 489">
                    <a:extLst>
                      <a:ext uri="{FF2B5EF4-FFF2-40B4-BE49-F238E27FC236}">
                        <a16:creationId xmlns:a16="http://schemas.microsoft.com/office/drawing/2014/main" id="{36879818-FD0F-ABC0-FDBC-97FDEDFE2D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E7772630-A1AE-DCAB-66E7-134C2774D65E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1" name="TextBox 490">
                    <a:extLst>
                      <a:ext uri="{FF2B5EF4-FFF2-40B4-BE49-F238E27FC236}">
                        <a16:creationId xmlns:a16="http://schemas.microsoft.com/office/drawing/2014/main" id="{E7772630-A1AE-DCAB-66E7-134C2774D6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2" name="Straight Connector 491">
                <a:extLst>
                  <a:ext uri="{FF2B5EF4-FFF2-40B4-BE49-F238E27FC236}">
                    <a16:creationId xmlns:a16="http://schemas.microsoft.com/office/drawing/2014/main" id="{B3D26318-489E-2227-739E-E5818B3632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Straight Connector 492">
                <a:extLst>
                  <a:ext uri="{FF2B5EF4-FFF2-40B4-BE49-F238E27FC236}">
                    <a16:creationId xmlns:a16="http://schemas.microsoft.com/office/drawing/2014/main" id="{DEF492D9-1D22-3AA0-C129-B557EDCA5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91F5523E-2123-6D18-872E-7B484A6B7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Straight Connector 494">
                <a:extLst>
                  <a:ext uri="{FF2B5EF4-FFF2-40B4-BE49-F238E27FC236}">
                    <a16:creationId xmlns:a16="http://schemas.microsoft.com/office/drawing/2014/main" id="{963BD219-4232-1FEB-64E1-1374F449D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EC371F6-515E-E3F5-DDBF-6DF0F1FD4C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Straight Connector 496">
                <a:extLst>
                  <a:ext uri="{FF2B5EF4-FFF2-40B4-BE49-F238E27FC236}">
                    <a16:creationId xmlns:a16="http://schemas.microsoft.com/office/drawing/2014/main" id="{930EB000-A5F0-CE5E-896E-20B7FCD276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Straight Connector 497">
                <a:extLst>
                  <a:ext uri="{FF2B5EF4-FFF2-40B4-BE49-F238E27FC236}">
                    <a16:creationId xmlns:a16="http://schemas.microsoft.com/office/drawing/2014/main" id="{2F7255DD-AFD0-2C32-AB74-6F9ECC887E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F3EAF5C9-BDDF-F900-AC0C-62A20830DC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AEC4C250-C69F-632F-3A47-2C9774CB52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Straight Connector 500">
                <a:extLst>
                  <a:ext uri="{FF2B5EF4-FFF2-40B4-BE49-F238E27FC236}">
                    <a16:creationId xmlns:a16="http://schemas.microsoft.com/office/drawing/2014/main" id="{1A60DF26-FD08-4F92-0C12-8879A687D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2" name="Straight Connector 501">
                <a:extLst>
                  <a:ext uri="{FF2B5EF4-FFF2-40B4-BE49-F238E27FC236}">
                    <a16:creationId xmlns:a16="http://schemas.microsoft.com/office/drawing/2014/main" id="{41CA7B9C-D10B-2D9A-2584-DC18EA62FB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Straight Connector 502">
                <a:extLst>
                  <a:ext uri="{FF2B5EF4-FFF2-40B4-BE49-F238E27FC236}">
                    <a16:creationId xmlns:a16="http://schemas.microsoft.com/office/drawing/2014/main" id="{447ABD88-83AE-B249-9A8C-CEB52BC4CC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4" name="Straight Connector 503">
                <a:extLst>
                  <a:ext uri="{FF2B5EF4-FFF2-40B4-BE49-F238E27FC236}">
                    <a16:creationId xmlns:a16="http://schemas.microsoft.com/office/drawing/2014/main" id="{715AC93B-A2DE-DAB8-24FD-AFF260387B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5" name="Straight Connector 504">
                <a:extLst>
                  <a:ext uri="{FF2B5EF4-FFF2-40B4-BE49-F238E27FC236}">
                    <a16:creationId xmlns:a16="http://schemas.microsoft.com/office/drawing/2014/main" id="{DE5C3FCF-E4B3-1FCE-8B79-0EB8A05AF1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6" name="Straight Connector 505">
                <a:extLst>
                  <a:ext uri="{FF2B5EF4-FFF2-40B4-BE49-F238E27FC236}">
                    <a16:creationId xmlns:a16="http://schemas.microsoft.com/office/drawing/2014/main" id="{F9652D97-4F0F-035F-FF83-29320F1F4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Straight Connector 506">
                <a:extLst>
                  <a:ext uri="{FF2B5EF4-FFF2-40B4-BE49-F238E27FC236}">
                    <a16:creationId xmlns:a16="http://schemas.microsoft.com/office/drawing/2014/main" id="{82E1C3B7-CF14-47C8-40F6-304FECCDC7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Straight Connector 507">
                <a:extLst>
                  <a:ext uri="{FF2B5EF4-FFF2-40B4-BE49-F238E27FC236}">
                    <a16:creationId xmlns:a16="http://schemas.microsoft.com/office/drawing/2014/main" id="{CE3BCD81-C745-D870-4060-11FB5E7F18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9" name="Straight Connector 508">
                <a:extLst>
                  <a:ext uri="{FF2B5EF4-FFF2-40B4-BE49-F238E27FC236}">
                    <a16:creationId xmlns:a16="http://schemas.microsoft.com/office/drawing/2014/main" id="{CCA9A8E7-0A09-D902-F022-0CAED6BE30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Straight Connector 509">
                <a:extLst>
                  <a:ext uri="{FF2B5EF4-FFF2-40B4-BE49-F238E27FC236}">
                    <a16:creationId xmlns:a16="http://schemas.microsoft.com/office/drawing/2014/main" id="{7EE2B541-A669-C163-E70A-804214694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Straight Connector 510">
                <a:extLst>
                  <a:ext uri="{FF2B5EF4-FFF2-40B4-BE49-F238E27FC236}">
                    <a16:creationId xmlns:a16="http://schemas.microsoft.com/office/drawing/2014/main" id="{7AF27C85-C31F-4EDE-B43E-8F467938F9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Straight Connector 511">
                <a:extLst>
                  <a:ext uri="{FF2B5EF4-FFF2-40B4-BE49-F238E27FC236}">
                    <a16:creationId xmlns:a16="http://schemas.microsoft.com/office/drawing/2014/main" id="{E2BF23B5-D73E-4E88-47AD-FCD1C3BFC6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Straight Connector 512">
                <a:extLst>
                  <a:ext uri="{FF2B5EF4-FFF2-40B4-BE49-F238E27FC236}">
                    <a16:creationId xmlns:a16="http://schemas.microsoft.com/office/drawing/2014/main" id="{2CBC4385-38AA-84A2-162A-D7388365DC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Straight Connector 513">
                <a:extLst>
                  <a:ext uri="{FF2B5EF4-FFF2-40B4-BE49-F238E27FC236}">
                    <a16:creationId xmlns:a16="http://schemas.microsoft.com/office/drawing/2014/main" id="{232C3AA0-294C-4072-BD87-9030A897DA4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F89B37E-45D8-2913-4786-D8A39FBC75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Straight Connector 515">
                <a:extLst>
                  <a:ext uri="{FF2B5EF4-FFF2-40B4-BE49-F238E27FC236}">
                    <a16:creationId xmlns:a16="http://schemas.microsoft.com/office/drawing/2014/main" id="{E75903DA-EE8A-8723-6B82-05134E0753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272358A2-FE9A-222B-59DF-4311EBF21FA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C1AC7DF6-5B2A-97F0-B753-7DD423BBFF59}"/>
              </a:ext>
            </a:extLst>
          </p:cNvPr>
          <p:cNvGrpSpPr/>
          <p:nvPr/>
        </p:nvGrpSpPr>
        <p:grpSpPr>
          <a:xfrm>
            <a:off x="23566457" y="3654333"/>
            <a:ext cx="6929105" cy="5182319"/>
            <a:chOff x="16497732" y="9281963"/>
            <a:chExt cx="8661380" cy="6477896"/>
          </a:xfrm>
        </p:grpSpPr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118547ED-8D97-CAFD-F03E-8DF28E632D47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6" name="Group 435">
              <a:extLst>
                <a:ext uri="{FF2B5EF4-FFF2-40B4-BE49-F238E27FC236}">
                  <a16:creationId xmlns:a16="http://schemas.microsoft.com/office/drawing/2014/main" id="{63DC09FE-AC93-42B6-A2C9-1C88E91D8FF1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7" name="TextBox 436">
                    <a:extLst>
                      <a:ext uri="{FF2B5EF4-FFF2-40B4-BE49-F238E27FC236}">
                        <a16:creationId xmlns:a16="http://schemas.microsoft.com/office/drawing/2014/main" id="{BFC28DD6-DF36-4C68-49C8-5C4EA903C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37" name="TextBox 436">
                    <a:extLst>
                      <a:ext uri="{FF2B5EF4-FFF2-40B4-BE49-F238E27FC236}">
                        <a16:creationId xmlns:a16="http://schemas.microsoft.com/office/drawing/2014/main" id="{BFC28DD6-DF36-4C68-49C8-5C4EA903C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8" name="TextBox 437">
                    <a:extLst>
                      <a:ext uri="{FF2B5EF4-FFF2-40B4-BE49-F238E27FC236}">
                        <a16:creationId xmlns:a16="http://schemas.microsoft.com/office/drawing/2014/main" id="{1E6815DB-4F67-B81D-958B-EF2D9FBFCE83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38" name="TextBox 437">
                    <a:extLst>
                      <a:ext uri="{FF2B5EF4-FFF2-40B4-BE49-F238E27FC236}">
                        <a16:creationId xmlns:a16="http://schemas.microsoft.com/office/drawing/2014/main" id="{1E6815DB-4F67-B81D-958B-EF2D9FBFCE8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9" name="TextBox 438">
                    <a:extLst>
                      <a:ext uri="{FF2B5EF4-FFF2-40B4-BE49-F238E27FC236}">
                        <a16:creationId xmlns:a16="http://schemas.microsoft.com/office/drawing/2014/main" id="{219ABAC3-71B7-5C17-C4FD-0AF434E97B31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39" name="TextBox 438">
                    <a:extLst>
                      <a:ext uri="{FF2B5EF4-FFF2-40B4-BE49-F238E27FC236}">
                        <a16:creationId xmlns:a16="http://schemas.microsoft.com/office/drawing/2014/main" id="{219ABAC3-71B7-5C17-C4FD-0AF434E97B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0" name="TextBox 439">
                    <a:extLst>
                      <a:ext uri="{FF2B5EF4-FFF2-40B4-BE49-F238E27FC236}">
                        <a16:creationId xmlns:a16="http://schemas.microsoft.com/office/drawing/2014/main" id="{34945D8F-4593-B58C-D742-A27041B24C2D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0" name="TextBox 439">
                    <a:extLst>
                      <a:ext uri="{FF2B5EF4-FFF2-40B4-BE49-F238E27FC236}">
                        <a16:creationId xmlns:a16="http://schemas.microsoft.com/office/drawing/2014/main" id="{34945D8F-4593-B58C-D742-A27041B24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1" name="TextBox 440">
                    <a:extLst>
                      <a:ext uri="{FF2B5EF4-FFF2-40B4-BE49-F238E27FC236}">
                        <a16:creationId xmlns:a16="http://schemas.microsoft.com/office/drawing/2014/main" id="{23B2B7E8-E710-CD65-6ABA-EFB0CF252835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1" name="TextBox 440">
                    <a:extLst>
                      <a:ext uri="{FF2B5EF4-FFF2-40B4-BE49-F238E27FC236}">
                        <a16:creationId xmlns:a16="http://schemas.microsoft.com/office/drawing/2014/main" id="{23B2B7E8-E710-CD65-6ABA-EFB0CF2528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2" name="TextBox 441">
                    <a:extLst>
                      <a:ext uri="{FF2B5EF4-FFF2-40B4-BE49-F238E27FC236}">
                        <a16:creationId xmlns:a16="http://schemas.microsoft.com/office/drawing/2014/main" id="{920DB635-024A-0C05-4117-267F313BD145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2" name="TextBox 441">
                    <a:extLst>
                      <a:ext uri="{FF2B5EF4-FFF2-40B4-BE49-F238E27FC236}">
                        <a16:creationId xmlns:a16="http://schemas.microsoft.com/office/drawing/2014/main" id="{920DB635-024A-0C05-4117-267F313BD1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3" name="TextBox 442">
                    <a:extLst>
                      <a:ext uri="{FF2B5EF4-FFF2-40B4-BE49-F238E27FC236}">
                        <a16:creationId xmlns:a16="http://schemas.microsoft.com/office/drawing/2014/main" id="{88E85039-CDD3-9F72-0FED-53B1E3495C0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3" name="TextBox 442">
                    <a:extLst>
                      <a:ext uri="{FF2B5EF4-FFF2-40B4-BE49-F238E27FC236}">
                        <a16:creationId xmlns:a16="http://schemas.microsoft.com/office/drawing/2014/main" id="{88E85039-CDD3-9F72-0FED-53B1E3495C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4" name="TextBox 443">
                    <a:extLst>
                      <a:ext uri="{FF2B5EF4-FFF2-40B4-BE49-F238E27FC236}">
                        <a16:creationId xmlns:a16="http://schemas.microsoft.com/office/drawing/2014/main" id="{3CC0017B-C6A6-0E4A-CFE2-4A390E1E291E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4" name="TextBox 443">
                    <a:extLst>
                      <a:ext uri="{FF2B5EF4-FFF2-40B4-BE49-F238E27FC236}">
                        <a16:creationId xmlns:a16="http://schemas.microsoft.com/office/drawing/2014/main" id="{3CC0017B-C6A6-0E4A-CFE2-4A390E1E29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5" name="TextBox 444">
                    <a:extLst>
                      <a:ext uri="{FF2B5EF4-FFF2-40B4-BE49-F238E27FC236}">
                        <a16:creationId xmlns:a16="http://schemas.microsoft.com/office/drawing/2014/main" id="{34061A7A-F354-E1F2-C768-31A8E51F25B6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5" name="TextBox 444">
                    <a:extLst>
                      <a:ext uri="{FF2B5EF4-FFF2-40B4-BE49-F238E27FC236}">
                        <a16:creationId xmlns:a16="http://schemas.microsoft.com/office/drawing/2014/main" id="{34061A7A-F354-E1F2-C768-31A8E51F25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6" name="TextBox 445">
                    <a:extLst>
                      <a:ext uri="{FF2B5EF4-FFF2-40B4-BE49-F238E27FC236}">
                        <a16:creationId xmlns:a16="http://schemas.microsoft.com/office/drawing/2014/main" id="{B8377EBA-8297-C2C7-22A4-E4B28A38BBD3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6" name="TextBox 445">
                    <a:extLst>
                      <a:ext uri="{FF2B5EF4-FFF2-40B4-BE49-F238E27FC236}">
                        <a16:creationId xmlns:a16="http://schemas.microsoft.com/office/drawing/2014/main" id="{B8377EBA-8297-C2C7-22A4-E4B28A38B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7" name="TextBox 446">
                    <a:extLst>
                      <a:ext uri="{FF2B5EF4-FFF2-40B4-BE49-F238E27FC236}">
                        <a16:creationId xmlns:a16="http://schemas.microsoft.com/office/drawing/2014/main" id="{6913B00A-779B-E65D-D491-E4C17A5A9814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7" name="TextBox 446">
                    <a:extLst>
                      <a:ext uri="{FF2B5EF4-FFF2-40B4-BE49-F238E27FC236}">
                        <a16:creationId xmlns:a16="http://schemas.microsoft.com/office/drawing/2014/main" id="{6913B00A-779B-E65D-D491-E4C17A5A98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5306759C-26F6-523B-FEFC-8ADD0F0F5C29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8" name="TextBox 447">
                    <a:extLst>
                      <a:ext uri="{FF2B5EF4-FFF2-40B4-BE49-F238E27FC236}">
                        <a16:creationId xmlns:a16="http://schemas.microsoft.com/office/drawing/2014/main" id="{5306759C-26F6-523B-FEFC-8ADD0F0F5C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75C51B54-9219-BBF1-478F-E2936D206711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49" name="TextBox 448">
                    <a:extLst>
                      <a:ext uri="{FF2B5EF4-FFF2-40B4-BE49-F238E27FC236}">
                        <a16:creationId xmlns:a16="http://schemas.microsoft.com/office/drawing/2014/main" id="{75C51B54-9219-BBF1-478F-E2936D2067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0" name="Straight Connector 449">
                <a:extLst>
                  <a:ext uri="{FF2B5EF4-FFF2-40B4-BE49-F238E27FC236}">
                    <a16:creationId xmlns:a16="http://schemas.microsoft.com/office/drawing/2014/main" id="{2FCF31CA-3B00-834B-6F78-6AD3F99A1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Straight Connector 450">
                <a:extLst>
                  <a:ext uri="{FF2B5EF4-FFF2-40B4-BE49-F238E27FC236}">
                    <a16:creationId xmlns:a16="http://schemas.microsoft.com/office/drawing/2014/main" id="{A0F55784-AC2E-C1FE-36EB-7DE520AAB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F37B6E8D-18BB-3C0F-4221-4864FD7D6F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>
                <a:extLst>
                  <a:ext uri="{FF2B5EF4-FFF2-40B4-BE49-F238E27FC236}">
                    <a16:creationId xmlns:a16="http://schemas.microsoft.com/office/drawing/2014/main" id="{27C1F207-9B70-E94B-0797-8237905B3B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17B3EEC1-87BA-0B60-5B86-57C126F1D6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3EC1025D-E013-9BFE-E972-67CF505FE8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Straight Connector 455">
                <a:extLst>
                  <a:ext uri="{FF2B5EF4-FFF2-40B4-BE49-F238E27FC236}">
                    <a16:creationId xmlns:a16="http://schemas.microsoft.com/office/drawing/2014/main" id="{DFE6C2E3-4428-7261-6532-1CC8103130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FA67D2F3-7946-D451-6BFC-F091CCFB62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9ADC816B-21E4-F30D-2AB4-922C37E04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1E2A6212-A2AC-7D28-7FDC-5E92AAC92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Straight Connector 459">
                <a:extLst>
                  <a:ext uri="{FF2B5EF4-FFF2-40B4-BE49-F238E27FC236}">
                    <a16:creationId xmlns:a16="http://schemas.microsoft.com/office/drawing/2014/main" id="{964209D8-DA2F-FD62-8F0D-AA1C8A9F6C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Straight Connector 460">
                <a:extLst>
                  <a:ext uri="{FF2B5EF4-FFF2-40B4-BE49-F238E27FC236}">
                    <a16:creationId xmlns:a16="http://schemas.microsoft.com/office/drawing/2014/main" id="{D0A6FF0F-A11B-DDC9-B52C-17EA70DC6F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Straight Connector 461">
                <a:extLst>
                  <a:ext uri="{FF2B5EF4-FFF2-40B4-BE49-F238E27FC236}">
                    <a16:creationId xmlns:a16="http://schemas.microsoft.com/office/drawing/2014/main" id="{8EE3B021-9F05-CDD6-45C5-209C9EAE9A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3" name="Straight Connector 462">
                <a:extLst>
                  <a:ext uri="{FF2B5EF4-FFF2-40B4-BE49-F238E27FC236}">
                    <a16:creationId xmlns:a16="http://schemas.microsoft.com/office/drawing/2014/main" id="{D1DB518E-FB8F-48F7-522B-C0999AACEB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Straight Connector 463">
                <a:extLst>
                  <a:ext uri="{FF2B5EF4-FFF2-40B4-BE49-F238E27FC236}">
                    <a16:creationId xmlns:a16="http://schemas.microsoft.com/office/drawing/2014/main" id="{04F54E50-34D9-7EA6-055C-E0192FD14A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Straight Connector 464">
                <a:extLst>
                  <a:ext uri="{FF2B5EF4-FFF2-40B4-BE49-F238E27FC236}">
                    <a16:creationId xmlns:a16="http://schemas.microsoft.com/office/drawing/2014/main" id="{FB7130EC-3171-C10B-C39A-F6162155B1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Straight Connector 465">
                <a:extLst>
                  <a:ext uri="{FF2B5EF4-FFF2-40B4-BE49-F238E27FC236}">
                    <a16:creationId xmlns:a16="http://schemas.microsoft.com/office/drawing/2014/main" id="{826325EF-5909-6079-101D-5E3E3CEF16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B42B65B2-76C2-84D0-1351-7DEF4E99C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DE5CDB98-E6AD-D050-B978-752B5158B0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13CFBC75-174E-82F8-7CBC-3C68E5B8DE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Straight Connector 469">
                <a:extLst>
                  <a:ext uri="{FF2B5EF4-FFF2-40B4-BE49-F238E27FC236}">
                    <a16:creationId xmlns:a16="http://schemas.microsoft.com/office/drawing/2014/main" id="{3B7CA16D-A64D-7707-A381-BAA2633E4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CEBB2374-CA0A-55DE-D275-D83F4AE12E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407A6A69-3733-1774-A1E8-6A7D2A8DD3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777A9C5-FA6B-3D2E-7CB8-FC93128627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CE184FF7-FFC1-26B5-71C8-DCFE1CD169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C7B7837F-402D-6EF9-09A2-BFC819C5D2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BB6AEBA4-B479-653D-08DF-9BE0B482134B}"/>
              </a:ext>
            </a:extLst>
          </p:cNvPr>
          <p:cNvGrpSpPr/>
          <p:nvPr/>
        </p:nvGrpSpPr>
        <p:grpSpPr>
          <a:xfrm>
            <a:off x="16428165" y="10765978"/>
            <a:ext cx="6929105" cy="5182319"/>
            <a:chOff x="16497732" y="9281963"/>
            <a:chExt cx="8661380" cy="6477896"/>
          </a:xfrm>
        </p:grpSpPr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5E568F75-E093-9230-1DCE-79172F466D47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1FCBD2DD-CD4F-5D97-59F8-13F54B40EA30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5" name="TextBox 394">
                    <a:extLst>
                      <a:ext uri="{FF2B5EF4-FFF2-40B4-BE49-F238E27FC236}">
                        <a16:creationId xmlns:a16="http://schemas.microsoft.com/office/drawing/2014/main" id="{6217D6B5-981B-AEB6-E3BD-BA10815F1441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5" name="TextBox 394">
                    <a:extLst>
                      <a:ext uri="{FF2B5EF4-FFF2-40B4-BE49-F238E27FC236}">
                        <a16:creationId xmlns:a16="http://schemas.microsoft.com/office/drawing/2014/main" id="{6217D6B5-981B-AEB6-E3BD-BA10815F14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6" name="TextBox 395">
                    <a:extLst>
                      <a:ext uri="{FF2B5EF4-FFF2-40B4-BE49-F238E27FC236}">
                        <a16:creationId xmlns:a16="http://schemas.microsoft.com/office/drawing/2014/main" id="{550EE704-32B5-DFB2-FE91-EF1D40237893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6" name="TextBox 395">
                    <a:extLst>
                      <a:ext uri="{FF2B5EF4-FFF2-40B4-BE49-F238E27FC236}">
                        <a16:creationId xmlns:a16="http://schemas.microsoft.com/office/drawing/2014/main" id="{550EE704-32B5-DFB2-FE91-EF1D402378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7" name="TextBox 396">
                    <a:extLst>
                      <a:ext uri="{FF2B5EF4-FFF2-40B4-BE49-F238E27FC236}">
                        <a16:creationId xmlns:a16="http://schemas.microsoft.com/office/drawing/2014/main" id="{0100C06D-008A-1653-4D3A-423A5FD7F1D9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7" name="TextBox 396">
                    <a:extLst>
                      <a:ext uri="{FF2B5EF4-FFF2-40B4-BE49-F238E27FC236}">
                        <a16:creationId xmlns:a16="http://schemas.microsoft.com/office/drawing/2014/main" id="{0100C06D-008A-1653-4D3A-423A5FD7F1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8" name="TextBox 397">
                    <a:extLst>
                      <a:ext uri="{FF2B5EF4-FFF2-40B4-BE49-F238E27FC236}">
                        <a16:creationId xmlns:a16="http://schemas.microsoft.com/office/drawing/2014/main" id="{451DE10C-3874-92C0-720D-88712CF30FF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8" name="TextBox 397">
                    <a:extLst>
                      <a:ext uri="{FF2B5EF4-FFF2-40B4-BE49-F238E27FC236}">
                        <a16:creationId xmlns:a16="http://schemas.microsoft.com/office/drawing/2014/main" id="{451DE10C-3874-92C0-720D-88712CF30F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9" name="TextBox 398">
                    <a:extLst>
                      <a:ext uri="{FF2B5EF4-FFF2-40B4-BE49-F238E27FC236}">
                        <a16:creationId xmlns:a16="http://schemas.microsoft.com/office/drawing/2014/main" id="{A46F62B1-77DD-BB08-F695-F7FB1A89BA5C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99" name="TextBox 398">
                    <a:extLst>
                      <a:ext uri="{FF2B5EF4-FFF2-40B4-BE49-F238E27FC236}">
                        <a16:creationId xmlns:a16="http://schemas.microsoft.com/office/drawing/2014/main" id="{A46F62B1-77DD-BB08-F695-F7FB1A89BA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0" name="TextBox 399">
                    <a:extLst>
                      <a:ext uri="{FF2B5EF4-FFF2-40B4-BE49-F238E27FC236}">
                        <a16:creationId xmlns:a16="http://schemas.microsoft.com/office/drawing/2014/main" id="{24BF489D-F20D-AA2A-8192-EE4BC1449E83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0" name="TextBox 399">
                    <a:extLst>
                      <a:ext uri="{FF2B5EF4-FFF2-40B4-BE49-F238E27FC236}">
                        <a16:creationId xmlns:a16="http://schemas.microsoft.com/office/drawing/2014/main" id="{24BF489D-F20D-AA2A-8192-EE4BC1449E8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1" name="TextBox 400">
                    <a:extLst>
                      <a:ext uri="{FF2B5EF4-FFF2-40B4-BE49-F238E27FC236}">
                        <a16:creationId xmlns:a16="http://schemas.microsoft.com/office/drawing/2014/main" id="{C7B858B7-158C-CCBB-D463-71D49747854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1" name="TextBox 400">
                    <a:extLst>
                      <a:ext uri="{FF2B5EF4-FFF2-40B4-BE49-F238E27FC236}">
                        <a16:creationId xmlns:a16="http://schemas.microsoft.com/office/drawing/2014/main" id="{C7B858B7-158C-CCBB-D463-71D4974785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2" name="TextBox 401">
                    <a:extLst>
                      <a:ext uri="{FF2B5EF4-FFF2-40B4-BE49-F238E27FC236}">
                        <a16:creationId xmlns:a16="http://schemas.microsoft.com/office/drawing/2014/main" id="{5CD0EEEC-ADE8-234E-D02D-B3DCF082F0F7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2" name="TextBox 401">
                    <a:extLst>
                      <a:ext uri="{FF2B5EF4-FFF2-40B4-BE49-F238E27FC236}">
                        <a16:creationId xmlns:a16="http://schemas.microsoft.com/office/drawing/2014/main" id="{5CD0EEEC-ADE8-234E-D02D-B3DCF082F0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3" name="TextBox 402">
                    <a:extLst>
                      <a:ext uri="{FF2B5EF4-FFF2-40B4-BE49-F238E27FC236}">
                        <a16:creationId xmlns:a16="http://schemas.microsoft.com/office/drawing/2014/main" id="{6AC69FA6-C0F3-8EFE-4359-D6762C2768F8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3" name="TextBox 402">
                    <a:extLst>
                      <a:ext uri="{FF2B5EF4-FFF2-40B4-BE49-F238E27FC236}">
                        <a16:creationId xmlns:a16="http://schemas.microsoft.com/office/drawing/2014/main" id="{6AC69FA6-C0F3-8EFE-4359-D6762C2768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4" name="TextBox 403">
                    <a:extLst>
                      <a:ext uri="{FF2B5EF4-FFF2-40B4-BE49-F238E27FC236}">
                        <a16:creationId xmlns:a16="http://schemas.microsoft.com/office/drawing/2014/main" id="{CF13E012-B55B-6D99-1B4B-CFBD2D565113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4" name="TextBox 403">
                    <a:extLst>
                      <a:ext uri="{FF2B5EF4-FFF2-40B4-BE49-F238E27FC236}">
                        <a16:creationId xmlns:a16="http://schemas.microsoft.com/office/drawing/2014/main" id="{CF13E012-B55B-6D99-1B4B-CFBD2D5651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5" name="TextBox 404">
                    <a:extLst>
                      <a:ext uri="{FF2B5EF4-FFF2-40B4-BE49-F238E27FC236}">
                        <a16:creationId xmlns:a16="http://schemas.microsoft.com/office/drawing/2014/main" id="{970AA3AD-4C81-ADD4-F206-78289DCAE93F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5" name="TextBox 404">
                    <a:extLst>
                      <a:ext uri="{FF2B5EF4-FFF2-40B4-BE49-F238E27FC236}">
                        <a16:creationId xmlns:a16="http://schemas.microsoft.com/office/drawing/2014/main" id="{970AA3AD-4C81-ADD4-F206-78289DCAE9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6" name="TextBox 405">
                    <a:extLst>
                      <a:ext uri="{FF2B5EF4-FFF2-40B4-BE49-F238E27FC236}">
                        <a16:creationId xmlns:a16="http://schemas.microsoft.com/office/drawing/2014/main" id="{FD8BDAEC-5B5C-01A4-A23D-36B6B294869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6" name="TextBox 405">
                    <a:extLst>
                      <a:ext uri="{FF2B5EF4-FFF2-40B4-BE49-F238E27FC236}">
                        <a16:creationId xmlns:a16="http://schemas.microsoft.com/office/drawing/2014/main" id="{FD8BDAEC-5B5C-01A4-A23D-36B6B29486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82B78C53-6306-48BC-A6E2-6A7DFBCAA1A0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7" name="TextBox 406">
                    <a:extLst>
                      <a:ext uri="{FF2B5EF4-FFF2-40B4-BE49-F238E27FC236}">
                        <a16:creationId xmlns:a16="http://schemas.microsoft.com/office/drawing/2014/main" id="{82B78C53-6306-48BC-A6E2-6A7DFBCAA1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61D18AA2-B6BC-2AAB-0189-EF00A80F2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>
                <a:extLst>
                  <a:ext uri="{FF2B5EF4-FFF2-40B4-BE49-F238E27FC236}">
                    <a16:creationId xmlns:a16="http://schemas.microsoft.com/office/drawing/2014/main" id="{F0D73ECF-07AE-7DB7-F510-9BD434BA68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Straight Connector 409">
                <a:extLst>
                  <a:ext uri="{FF2B5EF4-FFF2-40B4-BE49-F238E27FC236}">
                    <a16:creationId xmlns:a16="http://schemas.microsoft.com/office/drawing/2014/main" id="{487A6E2E-80D5-F5D3-B517-215CE1E709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AE026AD5-AC3C-1AFC-0EE5-5A871F40ED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Straight Connector 411">
                <a:extLst>
                  <a:ext uri="{FF2B5EF4-FFF2-40B4-BE49-F238E27FC236}">
                    <a16:creationId xmlns:a16="http://schemas.microsoft.com/office/drawing/2014/main" id="{52218EBD-375D-B675-8327-9CB336FF73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Straight Connector 412">
                <a:extLst>
                  <a:ext uri="{FF2B5EF4-FFF2-40B4-BE49-F238E27FC236}">
                    <a16:creationId xmlns:a16="http://schemas.microsoft.com/office/drawing/2014/main" id="{BB40C03C-ABE2-DB0A-76A9-3F676E807C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Straight Connector 413">
                <a:extLst>
                  <a:ext uri="{FF2B5EF4-FFF2-40B4-BE49-F238E27FC236}">
                    <a16:creationId xmlns:a16="http://schemas.microsoft.com/office/drawing/2014/main" id="{6E3FA7BE-FBB8-FBEA-BE31-29AB524BD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8020318D-14BA-0912-E056-B4BCC1DD42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ABD4DFA4-1944-0DD6-CBC4-0D7A9068F0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Straight Connector 416">
                <a:extLst>
                  <a:ext uri="{FF2B5EF4-FFF2-40B4-BE49-F238E27FC236}">
                    <a16:creationId xmlns:a16="http://schemas.microsoft.com/office/drawing/2014/main" id="{AEF43FE0-186C-E8E8-D080-B0D172E1D56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Straight Connector 417">
                <a:extLst>
                  <a:ext uri="{FF2B5EF4-FFF2-40B4-BE49-F238E27FC236}">
                    <a16:creationId xmlns:a16="http://schemas.microsoft.com/office/drawing/2014/main" id="{429F01E2-1444-50B2-8872-1417241037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Straight Connector 418">
                <a:extLst>
                  <a:ext uri="{FF2B5EF4-FFF2-40B4-BE49-F238E27FC236}">
                    <a16:creationId xmlns:a16="http://schemas.microsoft.com/office/drawing/2014/main" id="{66AD63D1-458A-8D08-E4A5-8EF631E59F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0B071755-37B9-2BFB-140F-7273159071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5377D594-81FB-3E90-CB5A-93247EC3E9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Straight Connector 421">
                <a:extLst>
                  <a:ext uri="{FF2B5EF4-FFF2-40B4-BE49-F238E27FC236}">
                    <a16:creationId xmlns:a16="http://schemas.microsoft.com/office/drawing/2014/main" id="{7DEAF633-FBB1-396B-F3F6-FE4FA3A48B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Straight Connector 422">
                <a:extLst>
                  <a:ext uri="{FF2B5EF4-FFF2-40B4-BE49-F238E27FC236}">
                    <a16:creationId xmlns:a16="http://schemas.microsoft.com/office/drawing/2014/main" id="{249F4FB1-B471-7CC9-A4AC-42696D21AB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E8C8B288-B486-CE0B-C2CA-DC63472FCF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3AD7CC42-6D5C-6EC7-F3E6-4F3F68E245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425">
                <a:extLst>
                  <a:ext uri="{FF2B5EF4-FFF2-40B4-BE49-F238E27FC236}">
                    <a16:creationId xmlns:a16="http://schemas.microsoft.com/office/drawing/2014/main" id="{5E0D5E60-E71F-80A5-F89C-113FEE525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D366FE9D-52F8-B9D8-124C-884252694F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3C083DC2-A00A-55A5-0B64-AB4C3F2CA5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1843DAEB-3374-57FB-0789-0D999F00AD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94CE9F90-C21A-7A83-6E9A-6B9DCCFB9E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4CBAE9E7-BCF4-F7E7-CDE2-D4E115565A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0FC1E57B-5C40-3BAC-02CE-B197B13F6E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4E7FC6DD-AEE0-29B3-BF44-BF65B55C24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A7FD7A02-2371-93C4-D6F4-0C2142C85813}"/>
              </a:ext>
            </a:extLst>
          </p:cNvPr>
          <p:cNvGrpSpPr/>
          <p:nvPr/>
        </p:nvGrpSpPr>
        <p:grpSpPr>
          <a:xfrm>
            <a:off x="1421476" y="10846018"/>
            <a:ext cx="6929105" cy="5182319"/>
            <a:chOff x="16497732" y="9281963"/>
            <a:chExt cx="8661380" cy="6477896"/>
          </a:xfrm>
        </p:grpSpPr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9F7B5023-1E9D-67BF-ABB3-D0B4D98263BD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ED81BFB4-B4F7-B4AA-34B1-23E59E23E9A2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3" name="TextBox 352">
                    <a:extLst>
                      <a:ext uri="{FF2B5EF4-FFF2-40B4-BE49-F238E27FC236}">
                        <a16:creationId xmlns:a16="http://schemas.microsoft.com/office/drawing/2014/main" id="{95C6784C-B1FA-1B2D-4E2F-8C0152EE2801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3" name="TextBox 352">
                    <a:extLst>
                      <a:ext uri="{FF2B5EF4-FFF2-40B4-BE49-F238E27FC236}">
                        <a16:creationId xmlns:a16="http://schemas.microsoft.com/office/drawing/2014/main" id="{95C6784C-B1FA-1B2D-4E2F-8C0152EE28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4" name="TextBox 353">
                    <a:extLst>
                      <a:ext uri="{FF2B5EF4-FFF2-40B4-BE49-F238E27FC236}">
                        <a16:creationId xmlns:a16="http://schemas.microsoft.com/office/drawing/2014/main" id="{8A9FA61D-1AE6-9350-A372-596C5D15322C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4" name="TextBox 353">
                    <a:extLst>
                      <a:ext uri="{FF2B5EF4-FFF2-40B4-BE49-F238E27FC236}">
                        <a16:creationId xmlns:a16="http://schemas.microsoft.com/office/drawing/2014/main" id="{8A9FA61D-1AE6-9350-A372-596C5D1532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5" name="TextBox 354">
                    <a:extLst>
                      <a:ext uri="{FF2B5EF4-FFF2-40B4-BE49-F238E27FC236}">
                        <a16:creationId xmlns:a16="http://schemas.microsoft.com/office/drawing/2014/main" id="{D4FE5A6C-FBD1-742B-ED8F-11B47AE2118B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5" name="TextBox 354">
                    <a:extLst>
                      <a:ext uri="{FF2B5EF4-FFF2-40B4-BE49-F238E27FC236}">
                        <a16:creationId xmlns:a16="http://schemas.microsoft.com/office/drawing/2014/main" id="{D4FE5A6C-FBD1-742B-ED8F-11B47AE211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6" name="TextBox 355">
                    <a:extLst>
                      <a:ext uri="{FF2B5EF4-FFF2-40B4-BE49-F238E27FC236}">
                        <a16:creationId xmlns:a16="http://schemas.microsoft.com/office/drawing/2014/main" id="{776897B5-1486-BD6A-BEB2-34B540DA0CF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6" name="TextBox 355">
                    <a:extLst>
                      <a:ext uri="{FF2B5EF4-FFF2-40B4-BE49-F238E27FC236}">
                        <a16:creationId xmlns:a16="http://schemas.microsoft.com/office/drawing/2014/main" id="{776897B5-1486-BD6A-BEB2-34B540DA0C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7" name="TextBox 356">
                    <a:extLst>
                      <a:ext uri="{FF2B5EF4-FFF2-40B4-BE49-F238E27FC236}">
                        <a16:creationId xmlns:a16="http://schemas.microsoft.com/office/drawing/2014/main" id="{AB4F465B-B355-5EF6-967E-FA58DABEF896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7" name="TextBox 356">
                    <a:extLst>
                      <a:ext uri="{FF2B5EF4-FFF2-40B4-BE49-F238E27FC236}">
                        <a16:creationId xmlns:a16="http://schemas.microsoft.com/office/drawing/2014/main" id="{AB4F465B-B355-5EF6-967E-FA58DABEF8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8" name="TextBox 357">
                    <a:extLst>
                      <a:ext uri="{FF2B5EF4-FFF2-40B4-BE49-F238E27FC236}">
                        <a16:creationId xmlns:a16="http://schemas.microsoft.com/office/drawing/2014/main" id="{2BFC5FFB-5DE1-1682-D696-9B743FD0A19A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8" name="TextBox 357">
                    <a:extLst>
                      <a:ext uri="{FF2B5EF4-FFF2-40B4-BE49-F238E27FC236}">
                        <a16:creationId xmlns:a16="http://schemas.microsoft.com/office/drawing/2014/main" id="{2BFC5FFB-5DE1-1682-D696-9B743FD0A1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6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9" name="TextBox 358">
                    <a:extLst>
                      <a:ext uri="{FF2B5EF4-FFF2-40B4-BE49-F238E27FC236}">
                        <a16:creationId xmlns:a16="http://schemas.microsoft.com/office/drawing/2014/main" id="{A7180A85-A769-EE1C-C20D-0B450858C51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9" name="TextBox 358">
                    <a:extLst>
                      <a:ext uri="{FF2B5EF4-FFF2-40B4-BE49-F238E27FC236}">
                        <a16:creationId xmlns:a16="http://schemas.microsoft.com/office/drawing/2014/main" id="{A7180A85-A769-EE1C-C20D-0B450858C5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0" name="TextBox 359">
                    <a:extLst>
                      <a:ext uri="{FF2B5EF4-FFF2-40B4-BE49-F238E27FC236}">
                        <a16:creationId xmlns:a16="http://schemas.microsoft.com/office/drawing/2014/main" id="{8348EE95-CC45-B7EB-2677-2FD18030FC8F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0" name="TextBox 359">
                    <a:extLst>
                      <a:ext uri="{FF2B5EF4-FFF2-40B4-BE49-F238E27FC236}">
                        <a16:creationId xmlns:a16="http://schemas.microsoft.com/office/drawing/2014/main" id="{8348EE95-CC45-B7EB-2677-2FD18030FC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6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1" name="TextBox 360">
                    <a:extLst>
                      <a:ext uri="{FF2B5EF4-FFF2-40B4-BE49-F238E27FC236}">
                        <a16:creationId xmlns:a16="http://schemas.microsoft.com/office/drawing/2014/main" id="{60BB5018-6946-8FAF-B988-A1F646EE6E81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1" name="TextBox 360">
                    <a:extLst>
                      <a:ext uri="{FF2B5EF4-FFF2-40B4-BE49-F238E27FC236}">
                        <a16:creationId xmlns:a16="http://schemas.microsoft.com/office/drawing/2014/main" id="{60BB5018-6946-8FAF-B988-A1F646EE6E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6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2" name="TextBox 361">
                    <a:extLst>
                      <a:ext uri="{FF2B5EF4-FFF2-40B4-BE49-F238E27FC236}">
                        <a16:creationId xmlns:a16="http://schemas.microsoft.com/office/drawing/2014/main" id="{D7AD7C9D-053B-1049-5112-62AE3EE160E3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2" name="TextBox 361">
                    <a:extLst>
                      <a:ext uri="{FF2B5EF4-FFF2-40B4-BE49-F238E27FC236}">
                        <a16:creationId xmlns:a16="http://schemas.microsoft.com/office/drawing/2014/main" id="{D7AD7C9D-053B-1049-5112-62AE3EE160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6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3" name="TextBox 362">
                    <a:extLst>
                      <a:ext uri="{FF2B5EF4-FFF2-40B4-BE49-F238E27FC236}">
                        <a16:creationId xmlns:a16="http://schemas.microsoft.com/office/drawing/2014/main" id="{E0FD1276-EC78-AE47-836F-FD8023A31404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3" name="TextBox 362">
                    <a:extLst>
                      <a:ext uri="{FF2B5EF4-FFF2-40B4-BE49-F238E27FC236}">
                        <a16:creationId xmlns:a16="http://schemas.microsoft.com/office/drawing/2014/main" id="{E0FD1276-EC78-AE47-836F-FD8023A314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6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4" name="TextBox 363">
                    <a:extLst>
                      <a:ext uri="{FF2B5EF4-FFF2-40B4-BE49-F238E27FC236}">
                        <a16:creationId xmlns:a16="http://schemas.microsoft.com/office/drawing/2014/main" id="{F6BFE09F-C972-7ED1-2E50-5F4774C14F7E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4" name="TextBox 363">
                    <a:extLst>
                      <a:ext uri="{FF2B5EF4-FFF2-40B4-BE49-F238E27FC236}">
                        <a16:creationId xmlns:a16="http://schemas.microsoft.com/office/drawing/2014/main" id="{F6BFE09F-C972-7ED1-2E50-5F4774C14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7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5" name="TextBox 364">
                    <a:extLst>
                      <a:ext uri="{FF2B5EF4-FFF2-40B4-BE49-F238E27FC236}">
                        <a16:creationId xmlns:a16="http://schemas.microsoft.com/office/drawing/2014/main" id="{6B2A4344-B683-032C-056C-631B5354F28E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65" name="TextBox 364">
                    <a:extLst>
                      <a:ext uri="{FF2B5EF4-FFF2-40B4-BE49-F238E27FC236}">
                        <a16:creationId xmlns:a16="http://schemas.microsoft.com/office/drawing/2014/main" id="{6B2A4344-B683-032C-056C-631B5354F2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7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6" name="Straight Connector 365">
                <a:extLst>
                  <a:ext uri="{FF2B5EF4-FFF2-40B4-BE49-F238E27FC236}">
                    <a16:creationId xmlns:a16="http://schemas.microsoft.com/office/drawing/2014/main" id="{2FC1686C-F4C2-1649-757A-48463B2137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Straight Connector 366">
                <a:extLst>
                  <a:ext uri="{FF2B5EF4-FFF2-40B4-BE49-F238E27FC236}">
                    <a16:creationId xmlns:a16="http://schemas.microsoft.com/office/drawing/2014/main" id="{83EE87FC-9B9F-C829-EA9F-08DD0AF8FD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Straight Connector 367">
                <a:extLst>
                  <a:ext uri="{FF2B5EF4-FFF2-40B4-BE49-F238E27FC236}">
                    <a16:creationId xmlns:a16="http://schemas.microsoft.com/office/drawing/2014/main" id="{9891AE8B-F9D7-72A5-DB5A-AC757B5421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9" name="Straight Connector 368">
                <a:extLst>
                  <a:ext uri="{FF2B5EF4-FFF2-40B4-BE49-F238E27FC236}">
                    <a16:creationId xmlns:a16="http://schemas.microsoft.com/office/drawing/2014/main" id="{F4CCD574-9DF9-0DF2-ACA0-E2B55F4D4C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2CE6E731-7AFE-E1EB-CF9F-8E316D73A5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1" name="Straight Connector 370">
                <a:extLst>
                  <a:ext uri="{FF2B5EF4-FFF2-40B4-BE49-F238E27FC236}">
                    <a16:creationId xmlns:a16="http://schemas.microsoft.com/office/drawing/2014/main" id="{32E57C34-D2A4-4E47-5043-32D3B7A9D4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Straight Connector 371">
                <a:extLst>
                  <a:ext uri="{FF2B5EF4-FFF2-40B4-BE49-F238E27FC236}">
                    <a16:creationId xmlns:a16="http://schemas.microsoft.com/office/drawing/2014/main" id="{CCEB3305-7562-4543-14D1-17953E9998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D31B50CC-9B59-0A4B-BAD4-B6D1E12738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Straight Connector 373">
                <a:extLst>
                  <a:ext uri="{FF2B5EF4-FFF2-40B4-BE49-F238E27FC236}">
                    <a16:creationId xmlns:a16="http://schemas.microsoft.com/office/drawing/2014/main" id="{F46094F6-E207-D836-8F28-2438A093F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Straight Connector 374">
                <a:extLst>
                  <a:ext uri="{FF2B5EF4-FFF2-40B4-BE49-F238E27FC236}">
                    <a16:creationId xmlns:a16="http://schemas.microsoft.com/office/drawing/2014/main" id="{813F2844-C640-71F4-2A78-8272CE8C7D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F9AB68B5-CAE8-5F6A-4D51-39E634097E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Straight Connector 376">
                <a:extLst>
                  <a:ext uri="{FF2B5EF4-FFF2-40B4-BE49-F238E27FC236}">
                    <a16:creationId xmlns:a16="http://schemas.microsoft.com/office/drawing/2014/main" id="{D9958510-CD2B-947B-8A96-202FE7DB4F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AAC858DB-60A7-6989-620B-85CB33EB23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74513AA4-25CC-4CB0-E251-2249597419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699CCBB9-88E1-A8B0-FAA7-ACCF3E1201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Straight Connector 380">
                <a:extLst>
                  <a:ext uri="{FF2B5EF4-FFF2-40B4-BE49-F238E27FC236}">
                    <a16:creationId xmlns:a16="http://schemas.microsoft.com/office/drawing/2014/main" id="{316590B1-D024-2C4A-9289-95D481ACBD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Straight Connector 381">
                <a:extLst>
                  <a:ext uri="{FF2B5EF4-FFF2-40B4-BE49-F238E27FC236}">
                    <a16:creationId xmlns:a16="http://schemas.microsoft.com/office/drawing/2014/main" id="{6E02DEA4-F683-2886-A316-2FF1654FD6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8F82FFB0-0743-BFE9-6316-2256D86299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2A04D771-EB9B-C340-690F-94F4668AB6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8E38F535-C9D8-B922-9098-2C709E401D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A3F03E36-FD22-07B0-BFBA-7B78B819D8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ADE6FC9D-E1FF-BA7D-C7EC-BBF920E6E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3A84BDD3-FDCC-B65E-D832-99360C7F74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6A7D6F2F-0F79-CB92-61EB-2C887581BC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82C73751-5EED-82E9-4C68-1AAA15234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4891E320-C111-2213-4278-1D2AA7DD94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9887E079-65B0-1637-EF19-1E4E88622C86}"/>
              </a:ext>
            </a:extLst>
          </p:cNvPr>
          <p:cNvGrpSpPr/>
          <p:nvPr/>
        </p:nvGrpSpPr>
        <p:grpSpPr>
          <a:xfrm>
            <a:off x="8853074" y="10794493"/>
            <a:ext cx="6929105" cy="5182319"/>
            <a:chOff x="16497732" y="9281963"/>
            <a:chExt cx="8661380" cy="6477896"/>
          </a:xfrm>
        </p:grpSpPr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3542F505-EB07-C675-7825-C6D532219028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1F64F957-01B3-2CF6-34EC-693DD1C5C240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0DDA8E61-D2F0-A26A-4801-2F7DAAE59A00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0DDA8E61-D2F0-A26A-4801-2F7DAAE59A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24A9090-5BE6-5121-B583-FA9A0168EC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24A9090-5BE6-5121-B583-FA9A0168EC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7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3" name="TextBox 312">
                    <a:extLst>
                      <a:ext uri="{FF2B5EF4-FFF2-40B4-BE49-F238E27FC236}">
                        <a16:creationId xmlns:a16="http://schemas.microsoft.com/office/drawing/2014/main" id="{B92150AD-3F11-F3F0-CBF8-6F7405486845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3" name="TextBox 312">
                    <a:extLst>
                      <a:ext uri="{FF2B5EF4-FFF2-40B4-BE49-F238E27FC236}">
                        <a16:creationId xmlns:a16="http://schemas.microsoft.com/office/drawing/2014/main" id="{B92150AD-3F11-F3F0-CBF8-6F74054868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73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4" name="TextBox 313">
                    <a:extLst>
                      <a:ext uri="{FF2B5EF4-FFF2-40B4-BE49-F238E27FC236}">
                        <a16:creationId xmlns:a16="http://schemas.microsoft.com/office/drawing/2014/main" id="{C9981EF2-A7C3-1B80-04C3-2435D8F9AD7B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4" name="TextBox 313">
                    <a:extLst>
                      <a:ext uri="{FF2B5EF4-FFF2-40B4-BE49-F238E27FC236}">
                        <a16:creationId xmlns:a16="http://schemas.microsoft.com/office/drawing/2014/main" id="{C9981EF2-A7C3-1B80-04C3-2435D8F9AD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5" name="TextBox 314">
                    <a:extLst>
                      <a:ext uri="{FF2B5EF4-FFF2-40B4-BE49-F238E27FC236}">
                        <a16:creationId xmlns:a16="http://schemas.microsoft.com/office/drawing/2014/main" id="{97DB096C-3620-82B4-CD8E-7C129C367628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5" name="TextBox 314">
                    <a:extLst>
                      <a:ext uri="{FF2B5EF4-FFF2-40B4-BE49-F238E27FC236}">
                        <a16:creationId xmlns:a16="http://schemas.microsoft.com/office/drawing/2014/main" id="{97DB096C-3620-82B4-CD8E-7C129C3676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6" name="TextBox 315">
                    <a:extLst>
                      <a:ext uri="{FF2B5EF4-FFF2-40B4-BE49-F238E27FC236}">
                        <a16:creationId xmlns:a16="http://schemas.microsoft.com/office/drawing/2014/main" id="{11AF55EC-6CCA-087B-AEB7-0895E7AD3EF2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6" name="TextBox 315">
                    <a:extLst>
                      <a:ext uri="{FF2B5EF4-FFF2-40B4-BE49-F238E27FC236}">
                        <a16:creationId xmlns:a16="http://schemas.microsoft.com/office/drawing/2014/main" id="{11AF55EC-6CCA-087B-AEB7-0895E7AD3E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7" name="TextBox 316">
                    <a:extLst>
                      <a:ext uri="{FF2B5EF4-FFF2-40B4-BE49-F238E27FC236}">
                        <a16:creationId xmlns:a16="http://schemas.microsoft.com/office/drawing/2014/main" id="{162B67EB-A33E-2892-956F-C8B872013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7" name="TextBox 316">
                    <a:extLst>
                      <a:ext uri="{FF2B5EF4-FFF2-40B4-BE49-F238E27FC236}">
                        <a16:creationId xmlns:a16="http://schemas.microsoft.com/office/drawing/2014/main" id="{162B67EB-A33E-2892-956F-C8B8720131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8" name="TextBox 317">
                    <a:extLst>
                      <a:ext uri="{FF2B5EF4-FFF2-40B4-BE49-F238E27FC236}">
                        <a16:creationId xmlns:a16="http://schemas.microsoft.com/office/drawing/2014/main" id="{E3D11B85-3B7B-5BA3-C952-E000714B8712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8" name="TextBox 317">
                    <a:extLst>
                      <a:ext uri="{FF2B5EF4-FFF2-40B4-BE49-F238E27FC236}">
                        <a16:creationId xmlns:a16="http://schemas.microsoft.com/office/drawing/2014/main" id="{E3D11B85-3B7B-5BA3-C952-E000714B87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7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B43AC1CD-9E64-5CF8-5847-20B4A88CCB8B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B43AC1CD-9E64-5CF8-5847-20B4A88CCB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7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0" name="TextBox 319">
                    <a:extLst>
                      <a:ext uri="{FF2B5EF4-FFF2-40B4-BE49-F238E27FC236}">
                        <a16:creationId xmlns:a16="http://schemas.microsoft.com/office/drawing/2014/main" id="{AF898FB8-8B52-4F68-9C8E-E8A0298CBB4D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0" name="TextBox 319">
                    <a:extLst>
                      <a:ext uri="{FF2B5EF4-FFF2-40B4-BE49-F238E27FC236}">
                        <a16:creationId xmlns:a16="http://schemas.microsoft.com/office/drawing/2014/main" id="{AF898FB8-8B52-4F68-9C8E-E8A0298CBB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7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AD333D34-E906-5980-2D92-4137BE1A8BF0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AD333D34-E906-5980-2D92-4137BE1A8B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69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871EACD-18C4-8DCC-9BB5-6CD701A48167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871EACD-18C4-8DCC-9BB5-6CD701A481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7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D6D594A8-F504-1AF9-6D5A-414F02DD6541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D6D594A8-F504-1AF9-6D5A-414F02DD65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79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EE53CCD1-9CF4-7B9F-4ED8-528FA8E8B7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5854828D-111D-50F3-AB16-E15FEB3EA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8DBEE424-0FFF-A6ED-5A8B-D8CA6EEC11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9F9A12EF-2E69-F270-B882-D1C9F8ED5D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6D9881BD-7644-90A5-885B-21D8BFBD4E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7EBAEA33-C2E7-E060-50CA-40909B619B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1AD3F48F-AB13-0295-ED92-DF0DD71D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Connector 330">
                <a:extLst>
                  <a:ext uri="{FF2B5EF4-FFF2-40B4-BE49-F238E27FC236}">
                    <a16:creationId xmlns:a16="http://schemas.microsoft.com/office/drawing/2014/main" id="{B1537EF4-ABA7-9CE8-11A7-A1E009A7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31D49042-6043-B718-16F4-796E4629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>
                <a:extLst>
                  <a:ext uri="{FF2B5EF4-FFF2-40B4-BE49-F238E27FC236}">
                    <a16:creationId xmlns:a16="http://schemas.microsoft.com/office/drawing/2014/main" id="{73EBEC7B-44BD-7C65-144F-77FB0B69C4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>
                <a:extLst>
                  <a:ext uri="{FF2B5EF4-FFF2-40B4-BE49-F238E27FC236}">
                    <a16:creationId xmlns:a16="http://schemas.microsoft.com/office/drawing/2014/main" id="{D8CA4653-B39C-5105-05AF-6567BF9B77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Straight Connector 334">
                <a:extLst>
                  <a:ext uri="{FF2B5EF4-FFF2-40B4-BE49-F238E27FC236}">
                    <a16:creationId xmlns:a16="http://schemas.microsoft.com/office/drawing/2014/main" id="{85ED6609-4246-7D38-D883-588C9561A6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Straight Connector 335">
                <a:extLst>
                  <a:ext uri="{FF2B5EF4-FFF2-40B4-BE49-F238E27FC236}">
                    <a16:creationId xmlns:a16="http://schemas.microsoft.com/office/drawing/2014/main" id="{A0ADB084-9A14-E2ED-D545-9324CC05A8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7" name="Straight Connector 336">
                <a:extLst>
                  <a:ext uri="{FF2B5EF4-FFF2-40B4-BE49-F238E27FC236}">
                    <a16:creationId xmlns:a16="http://schemas.microsoft.com/office/drawing/2014/main" id="{1B5D0AAB-2D8E-7910-CC50-150AEC7A8B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067F0B10-6127-937D-3C26-CE687A624C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4B21139B-EE6B-318D-841F-93BB5E4F79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Straight Connector 339">
                <a:extLst>
                  <a:ext uri="{FF2B5EF4-FFF2-40B4-BE49-F238E27FC236}">
                    <a16:creationId xmlns:a16="http://schemas.microsoft.com/office/drawing/2014/main" id="{1E359871-9C0B-AC89-7D57-74BA38C35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6E5F4239-A7F2-0D16-EA7E-E5389F635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A8CC6A9D-7A5A-FF17-82FC-98B3451240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72B712EC-BEFD-9745-2A73-6E6E3F22C7E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0DF44A74-F37A-FDFA-75D4-9A3284AE04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F0EA939F-C762-18FE-B0AA-8519DD82F7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a16:creationId xmlns:a16="http://schemas.microsoft.com/office/drawing/2014/main" id="{D4E6251D-C663-DEBB-B5DF-B6AEEB5805F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a16:creationId xmlns:a16="http://schemas.microsoft.com/office/drawing/2014/main" id="{A9F7CC93-187B-5760-7991-6EE0D2D00D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a16:creationId xmlns:a16="http://schemas.microsoft.com/office/drawing/2014/main" id="{88392E25-C31F-B120-99EE-C2491F6D81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Straight Connector 348">
                <a:extLst>
                  <a:ext uri="{FF2B5EF4-FFF2-40B4-BE49-F238E27FC236}">
                    <a16:creationId xmlns:a16="http://schemas.microsoft.com/office/drawing/2014/main" id="{F40E1E7B-9544-F707-C9A3-958962AD66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6315210" y="732279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6418602" y="7411555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3484070" y="6522990"/>
            <a:ext cx="0" cy="34736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3591677" y="6401554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677" y="6401554"/>
                <a:ext cx="568909" cy="478464"/>
              </a:xfrm>
              <a:prstGeom prst="rect">
                <a:avLst/>
              </a:prstGeom>
              <a:blipFill>
                <a:blip r:embed="rId8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6387249" y="7248940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249" y="7248940"/>
                <a:ext cx="896111" cy="478464"/>
              </a:xfrm>
              <a:prstGeom prst="rect">
                <a:avLst/>
              </a:prstGeom>
              <a:blipFill>
                <a:blip r:embed="rId81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1945883" y="8871898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5883" y="8871898"/>
                <a:ext cx="5728691" cy="533544"/>
              </a:xfrm>
              <a:prstGeom prst="rect">
                <a:avLst/>
              </a:prstGeom>
              <a:blipFill>
                <a:blip r:embed="rId82"/>
                <a:stretch>
                  <a:fillRect l="-221"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/>
              <p:nvPr/>
            </p:nvSpPr>
            <p:spPr>
              <a:xfrm>
                <a:off x="3033010" y="9497533"/>
                <a:ext cx="4172975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10" y="9497533"/>
                <a:ext cx="4172975" cy="533544"/>
              </a:xfrm>
              <a:prstGeom prst="rect">
                <a:avLst/>
              </a:prstGeom>
              <a:blipFill>
                <a:blip r:embed="rId83"/>
                <a:stretch>
                  <a:fillRect l="-912" b="-15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7">
            <a:extLst>
              <a:ext uri="{FF2B5EF4-FFF2-40B4-BE49-F238E27FC236}">
                <a16:creationId xmlns:a16="http://schemas.microsoft.com/office/drawing/2014/main" id="{6B898B92-2654-349A-FF30-36E325A7506E}"/>
              </a:ext>
            </a:extLst>
          </p:cNvPr>
          <p:cNvSpPr/>
          <p:nvPr/>
        </p:nvSpPr>
        <p:spPr>
          <a:xfrm>
            <a:off x="2514194" y="6527743"/>
            <a:ext cx="932745" cy="1752047"/>
          </a:xfrm>
          <a:custGeom>
            <a:avLst/>
            <a:gdLst>
              <a:gd name="connsiteX0" fmla="*/ 0 w 1041009"/>
              <a:gd name="connsiteY0" fmla="*/ 1955409 h 1955409"/>
              <a:gd name="connsiteX1" fmla="*/ 14067 w 1041009"/>
              <a:gd name="connsiteY1" fmla="*/ 1856935 h 1955409"/>
              <a:gd name="connsiteX2" fmla="*/ 42203 w 1041009"/>
              <a:gd name="connsiteY2" fmla="*/ 1814732 h 1955409"/>
              <a:gd name="connsiteX3" fmla="*/ 84406 w 1041009"/>
              <a:gd name="connsiteY3" fmla="*/ 1730326 h 1955409"/>
              <a:gd name="connsiteX4" fmla="*/ 112541 w 1041009"/>
              <a:gd name="connsiteY4" fmla="*/ 1645920 h 1955409"/>
              <a:gd name="connsiteX5" fmla="*/ 126609 w 1041009"/>
              <a:gd name="connsiteY5" fmla="*/ 1603717 h 1955409"/>
              <a:gd name="connsiteX6" fmla="*/ 182880 w 1041009"/>
              <a:gd name="connsiteY6" fmla="*/ 1477107 h 1955409"/>
              <a:gd name="connsiteX7" fmla="*/ 211015 w 1041009"/>
              <a:gd name="connsiteY7" fmla="*/ 1392701 h 1955409"/>
              <a:gd name="connsiteX8" fmla="*/ 281353 w 1041009"/>
              <a:gd name="connsiteY8" fmla="*/ 1308295 h 1955409"/>
              <a:gd name="connsiteX9" fmla="*/ 337624 w 1041009"/>
              <a:gd name="connsiteY9" fmla="*/ 1252024 h 1955409"/>
              <a:gd name="connsiteX10" fmla="*/ 365760 w 1041009"/>
              <a:gd name="connsiteY10" fmla="*/ 1223889 h 1955409"/>
              <a:gd name="connsiteX11" fmla="*/ 450166 w 1041009"/>
              <a:gd name="connsiteY11" fmla="*/ 1111347 h 1955409"/>
              <a:gd name="connsiteX12" fmla="*/ 478301 w 1041009"/>
              <a:gd name="connsiteY12" fmla="*/ 1069144 h 1955409"/>
              <a:gd name="connsiteX13" fmla="*/ 520504 w 1041009"/>
              <a:gd name="connsiteY13" fmla="*/ 970670 h 1955409"/>
              <a:gd name="connsiteX14" fmla="*/ 576775 w 1041009"/>
              <a:gd name="connsiteY14" fmla="*/ 886264 h 1955409"/>
              <a:gd name="connsiteX15" fmla="*/ 618978 w 1041009"/>
              <a:gd name="connsiteY15" fmla="*/ 858129 h 1955409"/>
              <a:gd name="connsiteX16" fmla="*/ 633046 w 1041009"/>
              <a:gd name="connsiteY16" fmla="*/ 815926 h 1955409"/>
              <a:gd name="connsiteX17" fmla="*/ 661181 w 1041009"/>
              <a:gd name="connsiteY17" fmla="*/ 787790 h 1955409"/>
              <a:gd name="connsiteX18" fmla="*/ 689317 w 1041009"/>
              <a:gd name="connsiteY18" fmla="*/ 703384 h 1955409"/>
              <a:gd name="connsiteX19" fmla="*/ 717452 w 1041009"/>
              <a:gd name="connsiteY19" fmla="*/ 618978 h 1955409"/>
              <a:gd name="connsiteX20" fmla="*/ 731520 w 1041009"/>
              <a:gd name="connsiteY20" fmla="*/ 576775 h 1955409"/>
              <a:gd name="connsiteX21" fmla="*/ 773723 w 1041009"/>
              <a:gd name="connsiteY21" fmla="*/ 492369 h 1955409"/>
              <a:gd name="connsiteX22" fmla="*/ 815926 w 1041009"/>
              <a:gd name="connsiteY22" fmla="*/ 351692 h 1955409"/>
              <a:gd name="connsiteX23" fmla="*/ 886264 w 1041009"/>
              <a:gd name="connsiteY23" fmla="*/ 295421 h 1955409"/>
              <a:gd name="connsiteX24" fmla="*/ 928467 w 1041009"/>
              <a:gd name="connsiteY24" fmla="*/ 211015 h 1955409"/>
              <a:gd name="connsiteX25" fmla="*/ 984738 w 1041009"/>
              <a:gd name="connsiteY25" fmla="*/ 140677 h 1955409"/>
              <a:gd name="connsiteX26" fmla="*/ 1012873 w 1041009"/>
              <a:gd name="connsiteY26" fmla="*/ 56270 h 1955409"/>
              <a:gd name="connsiteX27" fmla="*/ 1041009 w 1041009"/>
              <a:gd name="connsiteY27" fmla="*/ 0 h 195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41009" h="1955409">
                <a:moveTo>
                  <a:pt x="0" y="1955409"/>
                </a:moveTo>
                <a:cubicBezTo>
                  <a:pt x="4689" y="1922584"/>
                  <a:pt x="4539" y="1888695"/>
                  <a:pt x="14067" y="1856935"/>
                </a:cubicBezTo>
                <a:cubicBezTo>
                  <a:pt x="18925" y="1840741"/>
                  <a:pt x="34642" y="1829854"/>
                  <a:pt x="42203" y="1814732"/>
                </a:cubicBezTo>
                <a:cubicBezTo>
                  <a:pt x="100446" y="1698246"/>
                  <a:pt x="3772" y="1851275"/>
                  <a:pt x="84406" y="1730326"/>
                </a:cubicBezTo>
                <a:lnTo>
                  <a:pt x="112541" y="1645920"/>
                </a:lnTo>
                <a:cubicBezTo>
                  <a:pt x="117230" y="1631852"/>
                  <a:pt x="118384" y="1616055"/>
                  <a:pt x="126609" y="1603717"/>
                </a:cubicBezTo>
                <a:cubicBezTo>
                  <a:pt x="171194" y="1536838"/>
                  <a:pt x="149399" y="1577552"/>
                  <a:pt x="182880" y="1477107"/>
                </a:cubicBezTo>
                <a:lnTo>
                  <a:pt x="211015" y="1392701"/>
                </a:lnTo>
                <a:cubicBezTo>
                  <a:pt x="357359" y="1246357"/>
                  <a:pt x="163840" y="1445394"/>
                  <a:pt x="281353" y="1308295"/>
                </a:cubicBezTo>
                <a:cubicBezTo>
                  <a:pt x="298616" y="1288155"/>
                  <a:pt x="318867" y="1270781"/>
                  <a:pt x="337624" y="1252024"/>
                </a:cubicBezTo>
                <a:cubicBezTo>
                  <a:pt x="347003" y="1242646"/>
                  <a:pt x="357802" y="1234500"/>
                  <a:pt x="365760" y="1223889"/>
                </a:cubicBezTo>
                <a:cubicBezTo>
                  <a:pt x="393895" y="1186375"/>
                  <a:pt x="424155" y="1150364"/>
                  <a:pt x="450166" y="1111347"/>
                </a:cubicBezTo>
                <a:cubicBezTo>
                  <a:pt x="459544" y="1097279"/>
                  <a:pt x="470740" y="1084266"/>
                  <a:pt x="478301" y="1069144"/>
                </a:cubicBezTo>
                <a:cubicBezTo>
                  <a:pt x="536510" y="952726"/>
                  <a:pt x="432691" y="1117025"/>
                  <a:pt x="520504" y="970670"/>
                </a:cubicBezTo>
                <a:cubicBezTo>
                  <a:pt x="537901" y="941674"/>
                  <a:pt x="548640" y="905021"/>
                  <a:pt x="576775" y="886264"/>
                </a:cubicBezTo>
                <a:lnTo>
                  <a:pt x="618978" y="858129"/>
                </a:lnTo>
                <a:cubicBezTo>
                  <a:pt x="623667" y="844061"/>
                  <a:pt x="625417" y="828642"/>
                  <a:pt x="633046" y="815926"/>
                </a:cubicBezTo>
                <a:cubicBezTo>
                  <a:pt x="639870" y="804553"/>
                  <a:pt x="655250" y="799653"/>
                  <a:pt x="661181" y="787790"/>
                </a:cubicBezTo>
                <a:cubicBezTo>
                  <a:pt x="674444" y="761264"/>
                  <a:pt x="679939" y="731519"/>
                  <a:pt x="689317" y="703384"/>
                </a:cubicBezTo>
                <a:lnTo>
                  <a:pt x="717452" y="618978"/>
                </a:lnTo>
                <a:cubicBezTo>
                  <a:pt x="722141" y="604910"/>
                  <a:pt x="723295" y="589113"/>
                  <a:pt x="731520" y="576775"/>
                </a:cubicBezTo>
                <a:cubicBezTo>
                  <a:pt x="762345" y="530537"/>
                  <a:pt x="759163" y="543329"/>
                  <a:pt x="773723" y="492369"/>
                </a:cubicBezTo>
                <a:cubicBezTo>
                  <a:pt x="780348" y="469180"/>
                  <a:pt x="804124" y="359560"/>
                  <a:pt x="815926" y="351692"/>
                </a:cubicBezTo>
                <a:cubicBezTo>
                  <a:pt x="869165" y="316200"/>
                  <a:pt x="846174" y="335512"/>
                  <a:pt x="886264" y="295421"/>
                </a:cubicBezTo>
                <a:cubicBezTo>
                  <a:pt x="901122" y="250848"/>
                  <a:pt x="897302" y="249971"/>
                  <a:pt x="928467" y="211015"/>
                </a:cubicBezTo>
                <a:cubicBezTo>
                  <a:pt x="957700" y="174474"/>
                  <a:pt x="963087" y="189392"/>
                  <a:pt x="984738" y="140677"/>
                </a:cubicBezTo>
                <a:cubicBezTo>
                  <a:pt x="996783" y="113576"/>
                  <a:pt x="1003495" y="84406"/>
                  <a:pt x="1012873" y="56270"/>
                </a:cubicBezTo>
                <a:cubicBezTo>
                  <a:pt x="1029037" y="7777"/>
                  <a:pt x="1016456" y="24552"/>
                  <a:pt x="104100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79AC119-EC76-2EC6-CD3B-E8A103C16AD4}"/>
              </a:ext>
            </a:extLst>
          </p:cNvPr>
          <p:cNvSpPr/>
          <p:nvPr/>
        </p:nvSpPr>
        <p:spPr>
          <a:xfrm>
            <a:off x="3541847" y="6534416"/>
            <a:ext cx="1031356" cy="1735074"/>
          </a:xfrm>
          <a:custGeom>
            <a:avLst/>
            <a:gdLst>
              <a:gd name="connsiteX0" fmla="*/ 0 w 1151069"/>
              <a:gd name="connsiteY0" fmla="*/ 0 h 1936464"/>
              <a:gd name="connsiteX1" fmla="*/ 75304 w 1151069"/>
              <a:gd name="connsiteY1" fmla="*/ 43031 h 1936464"/>
              <a:gd name="connsiteX2" fmla="*/ 107577 w 1151069"/>
              <a:gd name="connsiteY2" fmla="*/ 64546 h 1936464"/>
              <a:gd name="connsiteX3" fmla="*/ 139850 w 1151069"/>
              <a:gd name="connsiteY3" fmla="*/ 107577 h 1936464"/>
              <a:gd name="connsiteX4" fmla="*/ 225911 w 1151069"/>
              <a:gd name="connsiteY4" fmla="*/ 215153 h 1936464"/>
              <a:gd name="connsiteX5" fmla="*/ 236669 w 1151069"/>
              <a:gd name="connsiteY5" fmla="*/ 247426 h 1936464"/>
              <a:gd name="connsiteX6" fmla="*/ 268941 w 1151069"/>
              <a:gd name="connsiteY6" fmla="*/ 279699 h 1936464"/>
              <a:gd name="connsiteX7" fmla="*/ 301214 w 1151069"/>
              <a:gd name="connsiteY7" fmla="*/ 355003 h 1936464"/>
              <a:gd name="connsiteX8" fmla="*/ 322730 w 1151069"/>
              <a:gd name="connsiteY8" fmla="*/ 387276 h 1936464"/>
              <a:gd name="connsiteX9" fmla="*/ 333487 w 1151069"/>
              <a:gd name="connsiteY9" fmla="*/ 441064 h 1936464"/>
              <a:gd name="connsiteX10" fmla="*/ 344245 w 1151069"/>
              <a:gd name="connsiteY10" fmla="*/ 473337 h 1936464"/>
              <a:gd name="connsiteX11" fmla="*/ 376518 w 1151069"/>
              <a:gd name="connsiteY11" fmla="*/ 580913 h 1936464"/>
              <a:gd name="connsiteX12" fmla="*/ 387276 w 1151069"/>
              <a:gd name="connsiteY12" fmla="*/ 613186 h 1936464"/>
              <a:gd name="connsiteX13" fmla="*/ 408791 w 1151069"/>
              <a:gd name="connsiteY13" fmla="*/ 645459 h 1936464"/>
              <a:gd name="connsiteX14" fmla="*/ 430306 w 1151069"/>
              <a:gd name="connsiteY14" fmla="*/ 688490 h 1936464"/>
              <a:gd name="connsiteX15" fmla="*/ 462579 w 1151069"/>
              <a:gd name="connsiteY15" fmla="*/ 720763 h 1936464"/>
              <a:gd name="connsiteX16" fmla="*/ 505610 w 1151069"/>
              <a:gd name="connsiteY16" fmla="*/ 774551 h 1936464"/>
              <a:gd name="connsiteX17" fmla="*/ 548640 w 1151069"/>
              <a:gd name="connsiteY17" fmla="*/ 806824 h 1936464"/>
              <a:gd name="connsiteX18" fmla="*/ 602429 w 1151069"/>
              <a:gd name="connsiteY18" fmla="*/ 860612 h 1936464"/>
              <a:gd name="connsiteX19" fmla="*/ 677732 w 1151069"/>
              <a:gd name="connsiteY19" fmla="*/ 957431 h 1936464"/>
              <a:gd name="connsiteX20" fmla="*/ 699247 w 1151069"/>
              <a:gd name="connsiteY20" fmla="*/ 1000461 h 1936464"/>
              <a:gd name="connsiteX21" fmla="*/ 710005 w 1151069"/>
              <a:gd name="connsiteY21" fmla="*/ 1043492 h 1936464"/>
              <a:gd name="connsiteX22" fmla="*/ 731520 w 1151069"/>
              <a:gd name="connsiteY22" fmla="*/ 1097280 h 1936464"/>
              <a:gd name="connsiteX23" fmla="*/ 742278 w 1151069"/>
              <a:gd name="connsiteY23" fmla="*/ 1129553 h 1936464"/>
              <a:gd name="connsiteX24" fmla="*/ 763793 w 1151069"/>
              <a:gd name="connsiteY24" fmla="*/ 1172584 h 1936464"/>
              <a:gd name="connsiteX25" fmla="*/ 774551 w 1151069"/>
              <a:gd name="connsiteY25" fmla="*/ 1215614 h 1936464"/>
              <a:gd name="connsiteX26" fmla="*/ 796066 w 1151069"/>
              <a:gd name="connsiteY26" fmla="*/ 1258645 h 1936464"/>
              <a:gd name="connsiteX27" fmla="*/ 806824 w 1151069"/>
              <a:gd name="connsiteY27" fmla="*/ 1301676 h 1936464"/>
              <a:gd name="connsiteX28" fmla="*/ 828339 w 1151069"/>
              <a:gd name="connsiteY28" fmla="*/ 1366221 h 1936464"/>
              <a:gd name="connsiteX29" fmla="*/ 860612 w 1151069"/>
              <a:gd name="connsiteY29" fmla="*/ 1463040 h 1936464"/>
              <a:gd name="connsiteX30" fmla="*/ 871370 w 1151069"/>
              <a:gd name="connsiteY30" fmla="*/ 1495313 h 1936464"/>
              <a:gd name="connsiteX31" fmla="*/ 882127 w 1151069"/>
              <a:gd name="connsiteY31" fmla="*/ 1527586 h 1936464"/>
              <a:gd name="connsiteX32" fmla="*/ 935916 w 1151069"/>
              <a:gd name="connsiteY32" fmla="*/ 1592132 h 1936464"/>
              <a:gd name="connsiteX33" fmla="*/ 957431 w 1151069"/>
              <a:gd name="connsiteY33" fmla="*/ 1624405 h 1936464"/>
              <a:gd name="connsiteX34" fmla="*/ 989704 w 1151069"/>
              <a:gd name="connsiteY34" fmla="*/ 1656678 h 1936464"/>
              <a:gd name="connsiteX35" fmla="*/ 1032734 w 1151069"/>
              <a:gd name="connsiteY35" fmla="*/ 1721224 h 1936464"/>
              <a:gd name="connsiteX36" fmla="*/ 1097280 w 1151069"/>
              <a:gd name="connsiteY36" fmla="*/ 1807285 h 1936464"/>
              <a:gd name="connsiteX37" fmla="*/ 1129553 w 1151069"/>
              <a:gd name="connsiteY37" fmla="*/ 1904104 h 1936464"/>
              <a:gd name="connsiteX38" fmla="*/ 1151069 w 1151069"/>
              <a:gd name="connsiteY38" fmla="*/ 1936377 h 1936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151069" h="1936464">
                <a:moveTo>
                  <a:pt x="0" y="0"/>
                </a:moveTo>
                <a:cubicBezTo>
                  <a:pt x="25101" y="14344"/>
                  <a:pt x="50513" y="28157"/>
                  <a:pt x="75304" y="43031"/>
                </a:cubicBezTo>
                <a:cubicBezTo>
                  <a:pt x="86391" y="49683"/>
                  <a:pt x="98435" y="55404"/>
                  <a:pt x="107577" y="64546"/>
                </a:cubicBezTo>
                <a:cubicBezTo>
                  <a:pt x="120255" y="77224"/>
                  <a:pt x="128043" y="94084"/>
                  <a:pt x="139850" y="107577"/>
                </a:cubicBezTo>
                <a:cubicBezTo>
                  <a:pt x="171488" y="143735"/>
                  <a:pt x="209459" y="165798"/>
                  <a:pt x="225911" y="215153"/>
                </a:cubicBezTo>
                <a:cubicBezTo>
                  <a:pt x="229497" y="225911"/>
                  <a:pt x="230379" y="237991"/>
                  <a:pt x="236669" y="247426"/>
                </a:cubicBezTo>
                <a:cubicBezTo>
                  <a:pt x="245108" y="260084"/>
                  <a:pt x="260098" y="267319"/>
                  <a:pt x="268941" y="279699"/>
                </a:cubicBezTo>
                <a:cubicBezTo>
                  <a:pt x="306259" y="331944"/>
                  <a:pt x="277799" y="308172"/>
                  <a:pt x="301214" y="355003"/>
                </a:cubicBezTo>
                <a:cubicBezTo>
                  <a:pt x="306996" y="366567"/>
                  <a:pt x="315558" y="376518"/>
                  <a:pt x="322730" y="387276"/>
                </a:cubicBezTo>
                <a:cubicBezTo>
                  <a:pt x="326316" y="405205"/>
                  <a:pt x="329052" y="423326"/>
                  <a:pt x="333487" y="441064"/>
                </a:cubicBezTo>
                <a:cubicBezTo>
                  <a:pt x="336237" y="452065"/>
                  <a:pt x="341130" y="462434"/>
                  <a:pt x="344245" y="473337"/>
                </a:cubicBezTo>
                <a:cubicBezTo>
                  <a:pt x="376764" y="587149"/>
                  <a:pt x="325385" y="427515"/>
                  <a:pt x="376518" y="580913"/>
                </a:cubicBezTo>
                <a:cubicBezTo>
                  <a:pt x="380104" y="591671"/>
                  <a:pt x="380986" y="603751"/>
                  <a:pt x="387276" y="613186"/>
                </a:cubicBezTo>
                <a:cubicBezTo>
                  <a:pt x="394448" y="623944"/>
                  <a:pt x="402376" y="634233"/>
                  <a:pt x="408791" y="645459"/>
                </a:cubicBezTo>
                <a:cubicBezTo>
                  <a:pt x="416747" y="659383"/>
                  <a:pt x="420985" y="675440"/>
                  <a:pt x="430306" y="688490"/>
                </a:cubicBezTo>
                <a:cubicBezTo>
                  <a:pt x="439149" y="700870"/>
                  <a:pt x="452840" y="709076"/>
                  <a:pt x="462579" y="720763"/>
                </a:cubicBezTo>
                <a:cubicBezTo>
                  <a:pt x="494167" y="758669"/>
                  <a:pt x="471463" y="746095"/>
                  <a:pt x="505610" y="774551"/>
                </a:cubicBezTo>
                <a:cubicBezTo>
                  <a:pt x="519384" y="786029"/>
                  <a:pt x="535239" y="794912"/>
                  <a:pt x="548640" y="806824"/>
                </a:cubicBezTo>
                <a:cubicBezTo>
                  <a:pt x="567591" y="823670"/>
                  <a:pt x="584499" y="842682"/>
                  <a:pt x="602429" y="860612"/>
                </a:cubicBezTo>
                <a:cubicBezTo>
                  <a:pt x="637843" y="896026"/>
                  <a:pt x="652000" y="905968"/>
                  <a:pt x="677732" y="957431"/>
                </a:cubicBezTo>
                <a:cubicBezTo>
                  <a:pt x="684904" y="971774"/>
                  <a:pt x="693616" y="985446"/>
                  <a:pt x="699247" y="1000461"/>
                </a:cubicBezTo>
                <a:cubicBezTo>
                  <a:pt x="704438" y="1014305"/>
                  <a:pt x="705330" y="1029466"/>
                  <a:pt x="710005" y="1043492"/>
                </a:cubicBezTo>
                <a:cubicBezTo>
                  <a:pt x="716112" y="1061812"/>
                  <a:pt x="724740" y="1079199"/>
                  <a:pt x="731520" y="1097280"/>
                </a:cubicBezTo>
                <a:cubicBezTo>
                  <a:pt x="735502" y="1107898"/>
                  <a:pt x="737811" y="1119130"/>
                  <a:pt x="742278" y="1129553"/>
                </a:cubicBezTo>
                <a:cubicBezTo>
                  <a:pt x="748595" y="1144293"/>
                  <a:pt x="758162" y="1157568"/>
                  <a:pt x="763793" y="1172584"/>
                </a:cubicBezTo>
                <a:cubicBezTo>
                  <a:pt x="768984" y="1186427"/>
                  <a:pt x="769360" y="1201771"/>
                  <a:pt x="774551" y="1215614"/>
                </a:cubicBezTo>
                <a:cubicBezTo>
                  <a:pt x="780182" y="1230630"/>
                  <a:pt x="790435" y="1243629"/>
                  <a:pt x="796066" y="1258645"/>
                </a:cubicBezTo>
                <a:cubicBezTo>
                  <a:pt x="801257" y="1272489"/>
                  <a:pt x="802575" y="1287514"/>
                  <a:pt x="806824" y="1301676"/>
                </a:cubicBezTo>
                <a:cubicBezTo>
                  <a:pt x="813341" y="1323398"/>
                  <a:pt x="821167" y="1344706"/>
                  <a:pt x="828339" y="1366221"/>
                </a:cubicBezTo>
                <a:lnTo>
                  <a:pt x="860612" y="1463040"/>
                </a:lnTo>
                <a:lnTo>
                  <a:pt x="871370" y="1495313"/>
                </a:lnTo>
                <a:cubicBezTo>
                  <a:pt x="874956" y="1506071"/>
                  <a:pt x="875837" y="1518151"/>
                  <a:pt x="882127" y="1527586"/>
                </a:cubicBezTo>
                <a:cubicBezTo>
                  <a:pt x="935552" y="1607721"/>
                  <a:pt x="866884" y="1509294"/>
                  <a:pt x="935916" y="1592132"/>
                </a:cubicBezTo>
                <a:cubicBezTo>
                  <a:pt x="944193" y="1602064"/>
                  <a:pt x="949154" y="1614473"/>
                  <a:pt x="957431" y="1624405"/>
                </a:cubicBezTo>
                <a:cubicBezTo>
                  <a:pt x="967170" y="1636092"/>
                  <a:pt x="980364" y="1644669"/>
                  <a:pt x="989704" y="1656678"/>
                </a:cubicBezTo>
                <a:cubicBezTo>
                  <a:pt x="1005579" y="1677089"/>
                  <a:pt x="1014449" y="1702940"/>
                  <a:pt x="1032734" y="1721224"/>
                </a:cubicBezTo>
                <a:cubicBezTo>
                  <a:pt x="1058222" y="1746711"/>
                  <a:pt x="1085114" y="1770788"/>
                  <a:pt x="1097280" y="1807285"/>
                </a:cubicBezTo>
                <a:lnTo>
                  <a:pt x="1129553" y="1904104"/>
                </a:lnTo>
                <a:cubicBezTo>
                  <a:pt x="1141444" y="1939779"/>
                  <a:pt x="1128972" y="1936377"/>
                  <a:pt x="1151069" y="1936377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27250B8-66D5-A16F-18C6-C20CA554F398}"/>
              </a:ext>
            </a:extLst>
          </p:cNvPr>
          <p:cNvSpPr/>
          <p:nvPr/>
        </p:nvSpPr>
        <p:spPr>
          <a:xfrm>
            <a:off x="5874446" y="7430832"/>
            <a:ext cx="520499" cy="848218"/>
          </a:xfrm>
          <a:custGeom>
            <a:avLst/>
            <a:gdLst>
              <a:gd name="connsiteX0" fmla="*/ 0 w 580913"/>
              <a:gd name="connsiteY0" fmla="*/ 946673 h 946673"/>
              <a:gd name="connsiteX1" fmla="*/ 75303 w 580913"/>
              <a:gd name="connsiteY1" fmla="*/ 828339 h 946673"/>
              <a:gd name="connsiteX2" fmla="*/ 86061 w 580913"/>
              <a:gd name="connsiteY2" fmla="*/ 785309 h 946673"/>
              <a:gd name="connsiteX3" fmla="*/ 96819 w 580913"/>
              <a:gd name="connsiteY3" fmla="*/ 753036 h 946673"/>
              <a:gd name="connsiteX4" fmla="*/ 376518 w 580913"/>
              <a:gd name="connsiteY4" fmla="*/ 247426 h 946673"/>
              <a:gd name="connsiteX5" fmla="*/ 537882 w 580913"/>
              <a:gd name="connsiteY5" fmla="*/ 96819 h 946673"/>
              <a:gd name="connsiteX6" fmla="*/ 570155 w 580913"/>
              <a:gd name="connsiteY6" fmla="*/ 32273 h 946673"/>
              <a:gd name="connsiteX7" fmla="*/ 580913 w 580913"/>
              <a:gd name="connsiteY7" fmla="*/ 0 h 946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80913" h="946673">
                <a:moveTo>
                  <a:pt x="0" y="946673"/>
                </a:moveTo>
                <a:cubicBezTo>
                  <a:pt x="27365" y="908362"/>
                  <a:pt x="58576" y="872945"/>
                  <a:pt x="75303" y="828339"/>
                </a:cubicBezTo>
                <a:cubicBezTo>
                  <a:pt x="80494" y="814496"/>
                  <a:pt x="81999" y="799525"/>
                  <a:pt x="86061" y="785309"/>
                </a:cubicBezTo>
                <a:cubicBezTo>
                  <a:pt x="89176" y="774406"/>
                  <a:pt x="93835" y="763976"/>
                  <a:pt x="96819" y="753036"/>
                </a:cubicBezTo>
                <a:cubicBezTo>
                  <a:pt x="149885" y="558463"/>
                  <a:pt x="148792" y="410088"/>
                  <a:pt x="376518" y="247426"/>
                </a:cubicBezTo>
                <a:cubicBezTo>
                  <a:pt x="458984" y="188522"/>
                  <a:pt x="470486" y="188723"/>
                  <a:pt x="537882" y="96819"/>
                </a:cubicBezTo>
                <a:cubicBezTo>
                  <a:pt x="552107" y="77421"/>
                  <a:pt x="560385" y="54255"/>
                  <a:pt x="570155" y="32273"/>
                </a:cubicBezTo>
                <a:cubicBezTo>
                  <a:pt x="574760" y="21911"/>
                  <a:pt x="580913" y="0"/>
                  <a:pt x="58091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E0A9B78-CF2E-21FB-9B67-6B2BD343642D}"/>
              </a:ext>
            </a:extLst>
          </p:cNvPr>
          <p:cNvSpPr/>
          <p:nvPr/>
        </p:nvSpPr>
        <p:spPr>
          <a:xfrm>
            <a:off x="6414225" y="7411556"/>
            <a:ext cx="655441" cy="857860"/>
          </a:xfrm>
          <a:custGeom>
            <a:avLst/>
            <a:gdLst>
              <a:gd name="connsiteX0" fmla="*/ 0 w 731520"/>
              <a:gd name="connsiteY0" fmla="*/ 0 h 957431"/>
              <a:gd name="connsiteX1" fmla="*/ 86061 w 731520"/>
              <a:gd name="connsiteY1" fmla="*/ 53788 h 957431"/>
              <a:gd name="connsiteX2" fmla="*/ 129092 w 731520"/>
              <a:gd name="connsiteY2" fmla="*/ 75304 h 957431"/>
              <a:gd name="connsiteX3" fmla="*/ 172122 w 731520"/>
              <a:gd name="connsiteY3" fmla="*/ 118334 h 957431"/>
              <a:gd name="connsiteX4" fmla="*/ 236668 w 731520"/>
              <a:gd name="connsiteY4" fmla="*/ 172123 h 957431"/>
              <a:gd name="connsiteX5" fmla="*/ 268941 w 731520"/>
              <a:gd name="connsiteY5" fmla="*/ 225911 h 957431"/>
              <a:gd name="connsiteX6" fmla="*/ 290457 w 731520"/>
              <a:gd name="connsiteY6" fmla="*/ 311972 h 957431"/>
              <a:gd name="connsiteX7" fmla="*/ 311972 w 731520"/>
              <a:gd name="connsiteY7" fmla="*/ 484094 h 957431"/>
              <a:gd name="connsiteX8" fmla="*/ 333487 w 731520"/>
              <a:gd name="connsiteY8" fmla="*/ 548640 h 957431"/>
              <a:gd name="connsiteX9" fmla="*/ 398033 w 731520"/>
              <a:gd name="connsiteY9" fmla="*/ 613186 h 957431"/>
              <a:gd name="connsiteX10" fmla="*/ 419548 w 731520"/>
              <a:gd name="connsiteY10" fmla="*/ 645459 h 957431"/>
              <a:gd name="connsiteX11" fmla="*/ 451821 w 731520"/>
              <a:gd name="connsiteY11" fmla="*/ 666974 h 957431"/>
              <a:gd name="connsiteX12" fmla="*/ 505610 w 731520"/>
              <a:gd name="connsiteY12" fmla="*/ 710005 h 957431"/>
              <a:gd name="connsiteX13" fmla="*/ 559398 w 731520"/>
              <a:gd name="connsiteY13" fmla="*/ 753035 h 957431"/>
              <a:gd name="connsiteX14" fmla="*/ 580913 w 731520"/>
              <a:gd name="connsiteY14" fmla="*/ 774551 h 957431"/>
              <a:gd name="connsiteX15" fmla="*/ 613186 w 731520"/>
              <a:gd name="connsiteY15" fmla="*/ 796066 h 957431"/>
              <a:gd name="connsiteX16" fmla="*/ 645459 w 731520"/>
              <a:gd name="connsiteY16" fmla="*/ 860612 h 957431"/>
              <a:gd name="connsiteX17" fmla="*/ 688490 w 731520"/>
              <a:gd name="connsiteY17" fmla="*/ 914400 h 957431"/>
              <a:gd name="connsiteX18" fmla="*/ 731520 w 731520"/>
              <a:gd name="connsiteY18" fmla="*/ 957431 h 957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731520" h="957431">
                <a:moveTo>
                  <a:pt x="0" y="0"/>
                </a:moveTo>
                <a:cubicBezTo>
                  <a:pt x="28687" y="17929"/>
                  <a:pt x="56840" y="36742"/>
                  <a:pt x="86061" y="53788"/>
                </a:cubicBezTo>
                <a:cubicBezTo>
                  <a:pt x="99913" y="61868"/>
                  <a:pt x="116263" y="65682"/>
                  <a:pt x="129092" y="75304"/>
                </a:cubicBezTo>
                <a:cubicBezTo>
                  <a:pt x="145320" y="87475"/>
                  <a:pt x="156721" y="105133"/>
                  <a:pt x="172122" y="118334"/>
                </a:cubicBezTo>
                <a:cubicBezTo>
                  <a:pt x="276961" y="208197"/>
                  <a:pt x="124760" y="60215"/>
                  <a:pt x="236668" y="172123"/>
                </a:cubicBezTo>
                <a:cubicBezTo>
                  <a:pt x="267144" y="263546"/>
                  <a:pt x="224640" y="152075"/>
                  <a:pt x="268941" y="225911"/>
                </a:cubicBezTo>
                <a:cubicBezTo>
                  <a:pt x="278865" y="242452"/>
                  <a:pt x="288143" y="300402"/>
                  <a:pt x="290457" y="311972"/>
                </a:cubicBezTo>
                <a:cubicBezTo>
                  <a:pt x="295574" y="368268"/>
                  <a:pt x="296814" y="428514"/>
                  <a:pt x="311972" y="484094"/>
                </a:cubicBezTo>
                <a:cubicBezTo>
                  <a:pt x="317939" y="505974"/>
                  <a:pt x="317450" y="532603"/>
                  <a:pt x="333487" y="548640"/>
                </a:cubicBezTo>
                <a:cubicBezTo>
                  <a:pt x="355002" y="570155"/>
                  <a:pt x="381155" y="587869"/>
                  <a:pt x="398033" y="613186"/>
                </a:cubicBezTo>
                <a:cubicBezTo>
                  <a:pt x="405205" y="623944"/>
                  <a:pt x="410406" y="636317"/>
                  <a:pt x="419548" y="645459"/>
                </a:cubicBezTo>
                <a:cubicBezTo>
                  <a:pt x="428690" y="654601"/>
                  <a:pt x="441725" y="658897"/>
                  <a:pt x="451821" y="666974"/>
                </a:cubicBezTo>
                <a:cubicBezTo>
                  <a:pt x="528465" y="728289"/>
                  <a:pt x="406279" y="643785"/>
                  <a:pt x="505610" y="710005"/>
                </a:cubicBezTo>
                <a:cubicBezTo>
                  <a:pt x="548463" y="774285"/>
                  <a:pt x="501662" y="718393"/>
                  <a:pt x="559398" y="753035"/>
                </a:cubicBezTo>
                <a:cubicBezTo>
                  <a:pt x="568095" y="758253"/>
                  <a:pt x="572993" y="768215"/>
                  <a:pt x="580913" y="774551"/>
                </a:cubicBezTo>
                <a:cubicBezTo>
                  <a:pt x="591009" y="782628"/>
                  <a:pt x="602428" y="788894"/>
                  <a:pt x="613186" y="796066"/>
                </a:cubicBezTo>
                <a:cubicBezTo>
                  <a:pt x="674845" y="888556"/>
                  <a:pt x="600920" y="771535"/>
                  <a:pt x="645459" y="860612"/>
                </a:cubicBezTo>
                <a:cubicBezTo>
                  <a:pt x="667536" y="904765"/>
                  <a:pt x="661804" y="881044"/>
                  <a:pt x="688490" y="914400"/>
                </a:cubicBezTo>
                <a:cubicBezTo>
                  <a:pt x="723109" y="957673"/>
                  <a:pt x="693073" y="938206"/>
                  <a:pt x="731520" y="957431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72EAB33-03B8-764D-C80B-6FA0DD2BE98F}"/>
              </a:ext>
            </a:extLst>
          </p:cNvPr>
          <p:cNvSpPr/>
          <p:nvPr/>
        </p:nvSpPr>
        <p:spPr>
          <a:xfrm>
            <a:off x="3522567" y="4192179"/>
            <a:ext cx="1455466" cy="2303684"/>
          </a:xfrm>
          <a:custGeom>
            <a:avLst/>
            <a:gdLst>
              <a:gd name="connsiteX0" fmla="*/ 0 w 1624405"/>
              <a:gd name="connsiteY0" fmla="*/ 2571077 h 2571077"/>
              <a:gd name="connsiteX1" fmla="*/ 86061 w 1624405"/>
              <a:gd name="connsiteY1" fmla="*/ 2528047 h 2571077"/>
              <a:gd name="connsiteX2" fmla="*/ 107576 w 1624405"/>
              <a:gd name="connsiteY2" fmla="*/ 2495774 h 2571077"/>
              <a:gd name="connsiteX3" fmla="*/ 129092 w 1624405"/>
              <a:gd name="connsiteY3" fmla="*/ 2474259 h 2571077"/>
              <a:gd name="connsiteX4" fmla="*/ 161365 w 1624405"/>
              <a:gd name="connsiteY4" fmla="*/ 2431228 h 2571077"/>
              <a:gd name="connsiteX5" fmla="*/ 172122 w 1624405"/>
              <a:gd name="connsiteY5" fmla="*/ 2398955 h 2571077"/>
              <a:gd name="connsiteX6" fmla="*/ 225911 w 1624405"/>
              <a:gd name="connsiteY6" fmla="*/ 2334409 h 2571077"/>
              <a:gd name="connsiteX7" fmla="*/ 258184 w 1624405"/>
              <a:gd name="connsiteY7" fmla="*/ 2269863 h 2571077"/>
              <a:gd name="connsiteX8" fmla="*/ 290456 w 1624405"/>
              <a:gd name="connsiteY8" fmla="*/ 2248348 h 2571077"/>
              <a:gd name="connsiteX9" fmla="*/ 344245 w 1624405"/>
              <a:gd name="connsiteY9" fmla="*/ 2173044 h 2571077"/>
              <a:gd name="connsiteX10" fmla="*/ 376518 w 1624405"/>
              <a:gd name="connsiteY10" fmla="*/ 2151529 h 2571077"/>
              <a:gd name="connsiteX11" fmla="*/ 419548 w 1624405"/>
              <a:gd name="connsiteY11" fmla="*/ 2086983 h 2571077"/>
              <a:gd name="connsiteX12" fmla="*/ 484094 w 1624405"/>
              <a:gd name="connsiteY12" fmla="*/ 2022437 h 2571077"/>
              <a:gd name="connsiteX13" fmla="*/ 527125 w 1624405"/>
              <a:gd name="connsiteY13" fmla="*/ 1957891 h 2571077"/>
              <a:gd name="connsiteX14" fmla="*/ 548640 w 1624405"/>
              <a:gd name="connsiteY14" fmla="*/ 1925619 h 2571077"/>
              <a:gd name="connsiteX15" fmla="*/ 591671 w 1624405"/>
              <a:gd name="connsiteY15" fmla="*/ 1839557 h 2571077"/>
              <a:gd name="connsiteX16" fmla="*/ 623944 w 1624405"/>
              <a:gd name="connsiteY16" fmla="*/ 1775011 h 2571077"/>
              <a:gd name="connsiteX17" fmla="*/ 645459 w 1624405"/>
              <a:gd name="connsiteY17" fmla="*/ 1710466 h 2571077"/>
              <a:gd name="connsiteX18" fmla="*/ 656216 w 1624405"/>
              <a:gd name="connsiteY18" fmla="*/ 1678193 h 2571077"/>
              <a:gd name="connsiteX19" fmla="*/ 699247 w 1624405"/>
              <a:gd name="connsiteY19" fmla="*/ 1624404 h 2571077"/>
              <a:gd name="connsiteX20" fmla="*/ 731520 w 1624405"/>
              <a:gd name="connsiteY20" fmla="*/ 1581374 h 2571077"/>
              <a:gd name="connsiteX21" fmla="*/ 763793 w 1624405"/>
              <a:gd name="connsiteY21" fmla="*/ 1527586 h 2571077"/>
              <a:gd name="connsiteX22" fmla="*/ 785308 w 1624405"/>
              <a:gd name="connsiteY22" fmla="*/ 1506070 h 2571077"/>
              <a:gd name="connsiteX23" fmla="*/ 817581 w 1624405"/>
              <a:gd name="connsiteY23" fmla="*/ 1463040 h 2571077"/>
              <a:gd name="connsiteX24" fmla="*/ 903642 w 1624405"/>
              <a:gd name="connsiteY24" fmla="*/ 1376979 h 2571077"/>
              <a:gd name="connsiteX25" fmla="*/ 935915 w 1624405"/>
              <a:gd name="connsiteY25" fmla="*/ 1344706 h 2571077"/>
              <a:gd name="connsiteX26" fmla="*/ 978946 w 1624405"/>
              <a:gd name="connsiteY26" fmla="*/ 1312433 h 2571077"/>
              <a:gd name="connsiteX27" fmla="*/ 1021976 w 1624405"/>
              <a:gd name="connsiteY27" fmla="*/ 1247887 h 2571077"/>
              <a:gd name="connsiteX28" fmla="*/ 1054249 w 1624405"/>
              <a:gd name="connsiteY28" fmla="*/ 1183341 h 2571077"/>
              <a:gd name="connsiteX29" fmla="*/ 1097280 w 1624405"/>
              <a:gd name="connsiteY29" fmla="*/ 1075764 h 2571077"/>
              <a:gd name="connsiteX30" fmla="*/ 1118795 w 1624405"/>
              <a:gd name="connsiteY30" fmla="*/ 1000461 h 2571077"/>
              <a:gd name="connsiteX31" fmla="*/ 1140311 w 1624405"/>
              <a:gd name="connsiteY31" fmla="*/ 968188 h 2571077"/>
              <a:gd name="connsiteX32" fmla="*/ 1161826 w 1624405"/>
              <a:gd name="connsiteY32" fmla="*/ 925157 h 2571077"/>
              <a:gd name="connsiteX33" fmla="*/ 1183341 w 1624405"/>
              <a:gd name="connsiteY33" fmla="*/ 892884 h 2571077"/>
              <a:gd name="connsiteX34" fmla="*/ 1204856 w 1624405"/>
              <a:gd name="connsiteY34" fmla="*/ 849854 h 2571077"/>
              <a:gd name="connsiteX35" fmla="*/ 1226372 w 1624405"/>
              <a:gd name="connsiteY35" fmla="*/ 817581 h 2571077"/>
              <a:gd name="connsiteX36" fmla="*/ 1247887 w 1624405"/>
              <a:gd name="connsiteY36" fmla="*/ 774550 h 2571077"/>
              <a:gd name="connsiteX37" fmla="*/ 1280160 w 1624405"/>
              <a:gd name="connsiteY37" fmla="*/ 699247 h 2571077"/>
              <a:gd name="connsiteX38" fmla="*/ 1301675 w 1624405"/>
              <a:gd name="connsiteY38" fmla="*/ 677731 h 2571077"/>
              <a:gd name="connsiteX39" fmla="*/ 1323191 w 1624405"/>
              <a:gd name="connsiteY39" fmla="*/ 613186 h 2571077"/>
              <a:gd name="connsiteX40" fmla="*/ 1344706 w 1624405"/>
              <a:gd name="connsiteY40" fmla="*/ 548640 h 2571077"/>
              <a:gd name="connsiteX41" fmla="*/ 1387736 w 1624405"/>
              <a:gd name="connsiteY41" fmla="*/ 494851 h 2571077"/>
              <a:gd name="connsiteX42" fmla="*/ 1452282 w 1624405"/>
              <a:gd name="connsiteY42" fmla="*/ 462579 h 2571077"/>
              <a:gd name="connsiteX43" fmla="*/ 1506071 w 1624405"/>
              <a:gd name="connsiteY43" fmla="*/ 408790 h 2571077"/>
              <a:gd name="connsiteX44" fmla="*/ 1549101 w 1624405"/>
              <a:gd name="connsiteY44" fmla="*/ 333487 h 2571077"/>
              <a:gd name="connsiteX45" fmla="*/ 1570616 w 1624405"/>
              <a:gd name="connsiteY45" fmla="*/ 268941 h 2571077"/>
              <a:gd name="connsiteX46" fmla="*/ 1581374 w 1624405"/>
              <a:gd name="connsiteY46" fmla="*/ 236668 h 2571077"/>
              <a:gd name="connsiteX47" fmla="*/ 1613647 w 1624405"/>
              <a:gd name="connsiteY47" fmla="*/ 139849 h 2571077"/>
              <a:gd name="connsiteX48" fmla="*/ 1624405 w 1624405"/>
              <a:gd name="connsiteY48" fmla="*/ 107576 h 2571077"/>
              <a:gd name="connsiteX49" fmla="*/ 1613647 w 1624405"/>
              <a:gd name="connsiteY49" fmla="*/ 0 h 2571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624405" h="2571077">
                <a:moveTo>
                  <a:pt x="0" y="2571077"/>
                </a:moveTo>
                <a:cubicBezTo>
                  <a:pt x="28687" y="2556734"/>
                  <a:pt x="59786" y="2546440"/>
                  <a:pt x="86061" y="2528047"/>
                </a:cubicBezTo>
                <a:cubicBezTo>
                  <a:pt x="96653" y="2520633"/>
                  <a:pt x="99499" y="2505870"/>
                  <a:pt x="107576" y="2495774"/>
                </a:cubicBezTo>
                <a:cubicBezTo>
                  <a:pt x="113912" y="2487854"/>
                  <a:pt x="122599" y="2482051"/>
                  <a:pt x="129092" y="2474259"/>
                </a:cubicBezTo>
                <a:cubicBezTo>
                  <a:pt x="140570" y="2460485"/>
                  <a:pt x="150607" y="2445572"/>
                  <a:pt x="161365" y="2431228"/>
                </a:cubicBezTo>
                <a:cubicBezTo>
                  <a:pt x="164951" y="2420470"/>
                  <a:pt x="167051" y="2409097"/>
                  <a:pt x="172122" y="2398955"/>
                </a:cubicBezTo>
                <a:cubicBezTo>
                  <a:pt x="187098" y="2369003"/>
                  <a:pt x="202121" y="2358199"/>
                  <a:pt x="225911" y="2334409"/>
                </a:cubicBezTo>
                <a:cubicBezTo>
                  <a:pt x="234661" y="2308158"/>
                  <a:pt x="237328" y="2290719"/>
                  <a:pt x="258184" y="2269863"/>
                </a:cubicBezTo>
                <a:cubicBezTo>
                  <a:pt x="267326" y="2260721"/>
                  <a:pt x="279699" y="2255520"/>
                  <a:pt x="290456" y="2248348"/>
                </a:cubicBezTo>
                <a:cubicBezTo>
                  <a:pt x="302671" y="2230026"/>
                  <a:pt x="330905" y="2186384"/>
                  <a:pt x="344245" y="2173044"/>
                </a:cubicBezTo>
                <a:cubicBezTo>
                  <a:pt x="353387" y="2163902"/>
                  <a:pt x="365760" y="2158701"/>
                  <a:pt x="376518" y="2151529"/>
                </a:cubicBezTo>
                <a:cubicBezTo>
                  <a:pt x="390861" y="2130014"/>
                  <a:pt x="401264" y="2105267"/>
                  <a:pt x="419548" y="2086983"/>
                </a:cubicBezTo>
                <a:cubicBezTo>
                  <a:pt x="441063" y="2065468"/>
                  <a:pt x="467216" y="2047754"/>
                  <a:pt x="484094" y="2022437"/>
                </a:cubicBezTo>
                <a:lnTo>
                  <a:pt x="527125" y="1957891"/>
                </a:lnTo>
                <a:cubicBezTo>
                  <a:pt x="534297" y="1947134"/>
                  <a:pt x="543838" y="1937623"/>
                  <a:pt x="548640" y="1925619"/>
                </a:cubicBezTo>
                <a:cubicBezTo>
                  <a:pt x="574957" y="1859825"/>
                  <a:pt x="559443" y="1887897"/>
                  <a:pt x="591671" y="1839557"/>
                </a:cubicBezTo>
                <a:cubicBezTo>
                  <a:pt x="630896" y="1721873"/>
                  <a:pt x="568340" y="1900118"/>
                  <a:pt x="623944" y="1775011"/>
                </a:cubicBezTo>
                <a:cubicBezTo>
                  <a:pt x="633155" y="1754287"/>
                  <a:pt x="638287" y="1731981"/>
                  <a:pt x="645459" y="1710466"/>
                </a:cubicBezTo>
                <a:cubicBezTo>
                  <a:pt x="649045" y="1699708"/>
                  <a:pt x="648198" y="1686211"/>
                  <a:pt x="656216" y="1678193"/>
                </a:cubicBezTo>
                <a:cubicBezTo>
                  <a:pt x="692199" y="1642210"/>
                  <a:pt x="665319" y="1671903"/>
                  <a:pt x="699247" y="1624404"/>
                </a:cubicBezTo>
                <a:cubicBezTo>
                  <a:pt x="709668" y="1609814"/>
                  <a:pt x="721575" y="1596292"/>
                  <a:pt x="731520" y="1581374"/>
                </a:cubicBezTo>
                <a:cubicBezTo>
                  <a:pt x="743118" y="1563977"/>
                  <a:pt x="751640" y="1544600"/>
                  <a:pt x="763793" y="1527586"/>
                </a:cubicBezTo>
                <a:cubicBezTo>
                  <a:pt x="769688" y="1519333"/>
                  <a:pt x="778815" y="1513862"/>
                  <a:pt x="785308" y="1506070"/>
                </a:cubicBezTo>
                <a:cubicBezTo>
                  <a:pt x="796786" y="1492296"/>
                  <a:pt x="805466" y="1476257"/>
                  <a:pt x="817581" y="1463040"/>
                </a:cubicBezTo>
                <a:cubicBezTo>
                  <a:pt x="844995" y="1433134"/>
                  <a:pt x="874955" y="1405666"/>
                  <a:pt x="903642" y="1376979"/>
                </a:cubicBezTo>
                <a:cubicBezTo>
                  <a:pt x="914400" y="1366221"/>
                  <a:pt x="923744" y="1353834"/>
                  <a:pt x="935915" y="1344706"/>
                </a:cubicBezTo>
                <a:lnTo>
                  <a:pt x="978946" y="1312433"/>
                </a:lnTo>
                <a:cubicBezTo>
                  <a:pt x="993289" y="1290918"/>
                  <a:pt x="1013799" y="1272418"/>
                  <a:pt x="1021976" y="1247887"/>
                </a:cubicBezTo>
                <a:cubicBezTo>
                  <a:pt x="1036823" y="1203348"/>
                  <a:pt x="1026444" y="1225049"/>
                  <a:pt x="1054249" y="1183341"/>
                </a:cubicBezTo>
                <a:cubicBezTo>
                  <a:pt x="1078225" y="1087440"/>
                  <a:pt x="1054856" y="1118190"/>
                  <a:pt x="1097280" y="1075764"/>
                </a:cubicBezTo>
                <a:cubicBezTo>
                  <a:pt x="1100725" y="1061984"/>
                  <a:pt x="1111081" y="1015889"/>
                  <a:pt x="1118795" y="1000461"/>
                </a:cubicBezTo>
                <a:cubicBezTo>
                  <a:pt x="1124577" y="988897"/>
                  <a:pt x="1133896" y="979414"/>
                  <a:pt x="1140311" y="968188"/>
                </a:cubicBezTo>
                <a:cubicBezTo>
                  <a:pt x="1148267" y="954264"/>
                  <a:pt x="1153870" y="939081"/>
                  <a:pt x="1161826" y="925157"/>
                </a:cubicBezTo>
                <a:cubicBezTo>
                  <a:pt x="1168241" y="913931"/>
                  <a:pt x="1176926" y="904110"/>
                  <a:pt x="1183341" y="892884"/>
                </a:cubicBezTo>
                <a:cubicBezTo>
                  <a:pt x="1191297" y="878961"/>
                  <a:pt x="1196900" y="863777"/>
                  <a:pt x="1204856" y="849854"/>
                </a:cubicBezTo>
                <a:cubicBezTo>
                  <a:pt x="1211271" y="838628"/>
                  <a:pt x="1219957" y="828807"/>
                  <a:pt x="1226372" y="817581"/>
                </a:cubicBezTo>
                <a:cubicBezTo>
                  <a:pt x="1234328" y="803657"/>
                  <a:pt x="1241570" y="789290"/>
                  <a:pt x="1247887" y="774550"/>
                </a:cubicBezTo>
                <a:cubicBezTo>
                  <a:pt x="1265098" y="734390"/>
                  <a:pt x="1251619" y="742059"/>
                  <a:pt x="1280160" y="699247"/>
                </a:cubicBezTo>
                <a:cubicBezTo>
                  <a:pt x="1285786" y="690808"/>
                  <a:pt x="1294503" y="684903"/>
                  <a:pt x="1301675" y="677731"/>
                </a:cubicBezTo>
                <a:lnTo>
                  <a:pt x="1323191" y="613186"/>
                </a:lnTo>
                <a:cubicBezTo>
                  <a:pt x="1323193" y="613181"/>
                  <a:pt x="1344703" y="548644"/>
                  <a:pt x="1344706" y="548640"/>
                </a:cubicBezTo>
                <a:cubicBezTo>
                  <a:pt x="1360680" y="524679"/>
                  <a:pt x="1365840" y="512368"/>
                  <a:pt x="1387736" y="494851"/>
                </a:cubicBezTo>
                <a:cubicBezTo>
                  <a:pt x="1417526" y="471018"/>
                  <a:pt x="1418196" y="473940"/>
                  <a:pt x="1452282" y="462579"/>
                </a:cubicBezTo>
                <a:cubicBezTo>
                  <a:pt x="1470212" y="444649"/>
                  <a:pt x="1492006" y="429888"/>
                  <a:pt x="1506071" y="408790"/>
                </a:cubicBezTo>
                <a:cubicBezTo>
                  <a:pt x="1525477" y="379681"/>
                  <a:pt x="1535453" y="367607"/>
                  <a:pt x="1549101" y="333487"/>
                </a:cubicBezTo>
                <a:cubicBezTo>
                  <a:pt x="1557524" y="312430"/>
                  <a:pt x="1563444" y="290456"/>
                  <a:pt x="1570616" y="268941"/>
                </a:cubicBezTo>
                <a:lnTo>
                  <a:pt x="1581374" y="236668"/>
                </a:lnTo>
                <a:lnTo>
                  <a:pt x="1613647" y="139849"/>
                </a:lnTo>
                <a:lnTo>
                  <a:pt x="1624405" y="107576"/>
                </a:lnTo>
                <a:cubicBezTo>
                  <a:pt x="1610131" y="36207"/>
                  <a:pt x="1613647" y="72072"/>
                  <a:pt x="1613647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F7FF8A-6F77-4159-5CCB-D6CDC13C93E2}"/>
              </a:ext>
            </a:extLst>
          </p:cNvPr>
          <p:cNvSpPr/>
          <p:nvPr/>
        </p:nvSpPr>
        <p:spPr>
          <a:xfrm>
            <a:off x="3435299" y="643075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B67972D-2882-EB9D-2F0F-445DC79E32E0}"/>
              </a:ext>
            </a:extLst>
          </p:cNvPr>
          <p:cNvSpPr/>
          <p:nvPr/>
        </p:nvSpPr>
        <p:spPr>
          <a:xfrm>
            <a:off x="5006951" y="4240372"/>
            <a:ext cx="1388698" cy="3142268"/>
          </a:xfrm>
          <a:custGeom>
            <a:avLst/>
            <a:gdLst>
              <a:gd name="connsiteX0" fmla="*/ 0 w 1549887"/>
              <a:gd name="connsiteY0" fmla="*/ 0 h 3506993"/>
              <a:gd name="connsiteX1" fmla="*/ 64546 w 1549887"/>
              <a:gd name="connsiteY1" fmla="*/ 75304 h 3506993"/>
              <a:gd name="connsiteX2" fmla="*/ 107576 w 1549887"/>
              <a:gd name="connsiteY2" fmla="*/ 118334 h 3506993"/>
              <a:gd name="connsiteX3" fmla="*/ 193637 w 1549887"/>
              <a:gd name="connsiteY3" fmla="*/ 247426 h 3506993"/>
              <a:gd name="connsiteX4" fmla="*/ 258183 w 1549887"/>
              <a:gd name="connsiteY4" fmla="*/ 333487 h 3506993"/>
              <a:gd name="connsiteX5" fmla="*/ 279698 w 1549887"/>
              <a:gd name="connsiteY5" fmla="*/ 376518 h 3506993"/>
              <a:gd name="connsiteX6" fmla="*/ 333487 w 1549887"/>
              <a:gd name="connsiteY6" fmla="*/ 473337 h 3506993"/>
              <a:gd name="connsiteX7" fmla="*/ 355002 w 1549887"/>
              <a:gd name="connsiteY7" fmla="*/ 527125 h 3506993"/>
              <a:gd name="connsiteX8" fmla="*/ 365760 w 1549887"/>
              <a:gd name="connsiteY8" fmla="*/ 559398 h 3506993"/>
              <a:gd name="connsiteX9" fmla="*/ 408790 w 1549887"/>
              <a:gd name="connsiteY9" fmla="*/ 645459 h 3506993"/>
              <a:gd name="connsiteX10" fmla="*/ 430306 w 1549887"/>
              <a:gd name="connsiteY10" fmla="*/ 688490 h 3506993"/>
              <a:gd name="connsiteX11" fmla="*/ 441063 w 1549887"/>
              <a:gd name="connsiteY11" fmla="*/ 720763 h 3506993"/>
              <a:gd name="connsiteX12" fmla="*/ 451821 w 1549887"/>
              <a:gd name="connsiteY12" fmla="*/ 763793 h 3506993"/>
              <a:gd name="connsiteX13" fmla="*/ 494851 w 1549887"/>
              <a:gd name="connsiteY13" fmla="*/ 849854 h 3506993"/>
              <a:gd name="connsiteX14" fmla="*/ 537882 w 1549887"/>
              <a:gd name="connsiteY14" fmla="*/ 946673 h 3506993"/>
              <a:gd name="connsiteX15" fmla="*/ 559397 w 1549887"/>
              <a:gd name="connsiteY15" fmla="*/ 978946 h 3506993"/>
              <a:gd name="connsiteX16" fmla="*/ 591670 w 1549887"/>
              <a:gd name="connsiteY16" fmla="*/ 1054250 h 3506993"/>
              <a:gd name="connsiteX17" fmla="*/ 613186 w 1549887"/>
              <a:gd name="connsiteY17" fmla="*/ 1086523 h 3506993"/>
              <a:gd name="connsiteX18" fmla="*/ 634701 w 1549887"/>
              <a:gd name="connsiteY18" fmla="*/ 1129553 h 3506993"/>
              <a:gd name="connsiteX19" fmla="*/ 666974 w 1549887"/>
              <a:gd name="connsiteY19" fmla="*/ 1161826 h 3506993"/>
              <a:gd name="connsiteX20" fmla="*/ 699247 w 1549887"/>
              <a:gd name="connsiteY20" fmla="*/ 1204857 h 3506993"/>
              <a:gd name="connsiteX21" fmla="*/ 763793 w 1549887"/>
              <a:gd name="connsiteY21" fmla="*/ 1301676 h 3506993"/>
              <a:gd name="connsiteX22" fmla="*/ 828338 w 1549887"/>
              <a:gd name="connsiteY22" fmla="*/ 1387737 h 3506993"/>
              <a:gd name="connsiteX23" fmla="*/ 871369 w 1549887"/>
              <a:gd name="connsiteY23" fmla="*/ 1473798 h 3506993"/>
              <a:gd name="connsiteX24" fmla="*/ 957430 w 1549887"/>
              <a:gd name="connsiteY24" fmla="*/ 1602890 h 3506993"/>
              <a:gd name="connsiteX25" fmla="*/ 968188 w 1549887"/>
              <a:gd name="connsiteY25" fmla="*/ 1645920 h 3506993"/>
              <a:gd name="connsiteX26" fmla="*/ 1000461 w 1549887"/>
              <a:gd name="connsiteY26" fmla="*/ 1688951 h 3506993"/>
              <a:gd name="connsiteX27" fmla="*/ 1021976 w 1549887"/>
              <a:gd name="connsiteY27" fmla="*/ 1721224 h 3506993"/>
              <a:gd name="connsiteX28" fmla="*/ 1054249 w 1549887"/>
              <a:gd name="connsiteY28" fmla="*/ 1785770 h 3506993"/>
              <a:gd name="connsiteX29" fmla="*/ 1075764 w 1549887"/>
              <a:gd name="connsiteY29" fmla="*/ 1850316 h 3506993"/>
              <a:gd name="connsiteX30" fmla="*/ 1086522 w 1549887"/>
              <a:gd name="connsiteY30" fmla="*/ 1882589 h 3506993"/>
              <a:gd name="connsiteX31" fmla="*/ 1108037 w 1549887"/>
              <a:gd name="connsiteY31" fmla="*/ 1914861 h 3506993"/>
              <a:gd name="connsiteX32" fmla="*/ 1129553 w 1549887"/>
              <a:gd name="connsiteY32" fmla="*/ 1936377 h 3506993"/>
              <a:gd name="connsiteX33" fmla="*/ 1161826 w 1549887"/>
              <a:gd name="connsiteY33" fmla="*/ 1979407 h 3506993"/>
              <a:gd name="connsiteX34" fmla="*/ 1194098 w 1549887"/>
              <a:gd name="connsiteY34" fmla="*/ 2043953 h 3506993"/>
              <a:gd name="connsiteX35" fmla="*/ 1215614 w 1549887"/>
              <a:gd name="connsiteY35" fmla="*/ 2108499 h 3506993"/>
              <a:gd name="connsiteX36" fmla="*/ 1258644 w 1549887"/>
              <a:gd name="connsiteY36" fmla="*/ 2183803 h 3506993"/>
              <a:gd name="connsiteX37" fmla="*/ 1280160 w 1549887"/>
              <a:gd name="connsiteY37" fmla="*/ 2269864 h 3506993"/>
              <a:gd name="connsiteX38" fmla="*/ 1290917 w 1549887"/>
              <a:gd name="connsiteY38" fmla="*/ 2302137 h 3506993"/>
              <a:gd name="connsiteX39" fmla="*/ 1301675 w 1549887"/>
              <a:gd name="connsiteY39" fmla="*/ 2355925 h 3506993"/>
              <a:gd name="connsiteX40" fmla="*/ 1323190 w 1549887"/>
              <a:gd name="connsiteY40" fmla="*/ 2431229 h 3506993"/>
              <a:gd name="connsiteX41" fmla="*/ 1333948 w 1549887"/>
              <a:gd name="connsiteY41" fmla="*/ 2474259 h 3506993"/>
              <a:gd name="connsiteX42" fmla="*/ 1355463 w 1549887"/>
              <a:gd name="connsiteY42" fmla="*/ 2528047 h 3506993"/>
              <a:gd name="connsiteX43" fmla="*/ 1376978 w 1549887"/>
              <a:gd name="connsiteY43" fmla="*/ 2635624 h 3506993"/>
              <a:gd name="connsiteX44" fmla="*/ 1398494 w 1549887"/>
              <a:gd name="connsiteY44" fmla="*/ 2743200 h 3506993"/>
              <a:gd name="connsiteX45" fmla="*/ 1409251 w 1549887"/>
              <a:gd name="connsiteY45" fmla="*/ 2786231 h 3506993"/>
              <a:gd name="connsiteX46" fmla="*/ 1420009 w 1549887"/>
              <a:gd name="connsiteY46" fmla="*/ 2872292 h 3506993"/>
              <a:gd name="connsiteX47" fmla="*/ 1430767 w 1549887"/>
              <a:gd name="connsiteY47" fmla="*/ 2926080 h 3506993"/>
              <a:gd name="connsiteX48" fmla="*/ 1452282 w 1549887"/>
              <a:gd name="connsiteY48" fmla="*/ 3130476 h 3506993"/>
              <a:gd name="connsiteX49" fmla="*/ 1463040 w 1549887"/>
              <a:gd name="connsiteY49" fmla="*/ 3173506 h 3506993"/>
              <a:gd name="connsiteX50" fmla="*/ 1484555 w 1549887"/>
              <a:gd name="connsiteY50" fmla="*/ 3205779 h 3506993"/>
              <a:gd name="connsiteX51" fmla="*/ 1495313 w 1549887"/>
              <a:gd name="connsiteY51" fmla="*/ 3238052 h 3506993"/>
              <a:gd name="connsiteX52" fmla="*/ 1516828 w 1549887"/>
              <a:gd name="connsiteY52" fmla="*/ 3367144 h 3506993"/>
              <a:gd name="connsiteX53" fmla="*/ 1527586 w 1549887"/>
              <a:gd name="connsiteY53" fmla="*/ 3399417 h 3506993"/>
              <a:gd name="connsiteX54" fmla="*/ 1538343 w 1549887"/>
              <a:gd name="connsiteY54" fmla="*/ 3442447 h 3506993"/>
              <a:gd name="connsiteX55" fmla="*/ 1549101 w 1549887"/>
              <a:gd name="connsiteY55" fmla="*/ 3474720 h 3506993"/>
              <a:gd name="connsiteX56" fmla="*/ 1549101 w 1549887"/>
              <a:gd name="connsiteY56" fmla="*/ 3506993 h 350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1549887" h="3506993">
                <a:moveTo>
                  <a:pt x="0" y="0"/>
                </a:moveTo>
                <a:cubicBezTo>
                  <a:pt x="21515" y="25101"/>
                  <a:pt x="42307" y="50841"/>
                  <a:pt x="64546" y="75304"/>
                </a:cubicBezTo>
                <a:cubicBezTo>
                  <a:pt x="78191" y="90313"/>
                  <a:pt x="94590" y="102751"/>
                  <a:pt x="107576" y="118334"/>
                </a:cubicBezTo>
                <a:cubicBezTo>
                  <a:pt x="288736" y="335727"/>
                  <a:pt x="108238" y="119328"/>
                  <a:pt x="193637" y="247426"/>
                </a:cubicBezTo>
                <a:cubicBezTo>
                  <a:pt x="213528" y="277262"/>
                  <a:pt x="242147" y="301414"/>
                  <a:pt x="258183" y="333487"/>
                </a:cubicBezTo>
                <a:cubicBezTo>
                  <a:pt x="265355" y="347831"/>
                  <a:pt x="271910" y="362499"/>
                  <a:pt x="279698" y="376518"/>
                </a:cubicBezTo>
                <a:cubicBezTo>
                  <a:pt x="309869" y="430827"/>
                  <a:pt x="310560" y="421752"/>
                  <a:pt x="333487" y="473337"/>
                </a:cubicBezTo>
                <a:cubicBezTo>
                  <a:pt x="341330" y="490983"/>
                  <a:pt x="348222" y="509044"/>
                  <a:pt x="355002" y="527125"/>
                </a:cubicBezTo>
                <a:cubicBezTo>
                  <a:pt x="358984" y="537743"/>
                  <a:pt x="361068" y="549075"/>
                  <a:pt x="365760" y="559398"/>
                </a:cubicBezTo>
                <a:cubicBezTo>
                  <a:pt x="379032" y="588596"/>
                  <a:pt x="394447" y="616772"/>
                  <a:pt x="408790" y="645459"/>
                </a:cubicBezTo>
                <a:cubicBezTo>
                  <a:pt x="415962" y="659803"/>
                  <a:pt x="425235" y="673276"/>
                  <a:pt x="430306" y="688490"/>
                </a:cubicBezTo>
                <a:cubicBezTo>
                  <a:pt x="433892" y="699248"/>
                  <a:pt x="437948" y="709860"/>
                  <a:pt x="441063" y="720763"/>
                </a:cubicBezTo>
                <a:cubicBezTo>
                  <a:pt x="445125" y="734979"/>
                  <a:pt x="446135" y="750145"/>
                  <a:pt x="451821" y="763793"/>
                </a:cubicBezTo>
                <a:cubicBezTo>
                  <a:pt x="464157" y="793399"/>
                  <a:pt x="482939" y="820075"/>
                  <a:pt x="494851" y="849854"/>
                </a:cubicBezTo>
                <a:cubicBezTo>
                  <a:pt x="510220" y="888275"/>
                  <a:pt x="517782" y="911497"/>
                  <a:pt x="537882" y="946673"/>
                </a:cubicBezTo>
                <a:cubicBezTo>
                  <a:pt x="544297" y="957899"/>
                  <a:pt x="552982" y="967720"/>
                  <a:pt x="559397" y="978946"/>
                </a:cubicBezTo>
                <a:cubicBezTo>
                  <a:pt x="648955" y="1135672"/>
                  <a:pt x="531316" y="933542"/>
                  <a:pt x="591670" y="1054250"/>
                </a:cubicBezTo>
                <a:cubicBezTo>
                  <a:pt x="597452" y="1065814"/>
                  <a:pt x="606771" y="1075297"/>
                  <a:pt x="613186" y="1086523"/>
                </a:cubicBezTo>
                <a:cubicBezTo>
                  <a:pt x="621142" y="1100446"/>
                  <a:pt x="625380" y="1116504"/>
                  <a:pt x="634701" y="1129553"/>
                </a:cubicBezTo>
                <a:cubicBezTo>
                  <a:pt x="643544" y="1141933"/>
                  <a:pt x="657073" y="1150275"/>
                  <a:pt x="666974" y="1161826"/>
                </a:cubicBezTo>
                <a:cubicBezTo>
                  <a:pt x="678642" y="1175439"/>
                  <a:pt x="689041" y="1190115"/>
                  <a:pt x="699247" y="1204857"/>
                </a:cubicBezTo>
                <a:cubicBezTo>
                  <a:pt x="721325" y="1236748"/>
                  <a:pt x="740521" y="1270646"/>
                  <a:pt x="763793" y="1301676"/>
                </a:cubicBezTo>
                <a:cubicBezTo>
                  <a:pt x="785308" y="1330363"/>
                  <a:pt x="812301" y="1355664"/>
                  <a:pt x="828338" y="1387737"/>
                </a:cubicBezTo>
                <a:cubicBezTo>
                  <a:pt x="842682" y="1416424"/>
                  <a:pt x="854370" y="1446600"/>
                  <a:pt x="871369" y="1473798"/>
                </a:cubicBezTo>
                <a:cubicBezTo>
                  <a:pt x="934660" y="1575063"/>
                  <a:pt x="904860" y="1532796"/>
                  <a:pt x="957430" y="1602890"/>
                </a:cubicBezTo>
                <a:cubicBezTo>
                  <a:pt x="961016" y="1617233"/>
                  <a:pt x="961576" y="1632696"/>
                  <a:pt x="968188" y="1645920"/>
                </a:cubicBezTo>
                <a:cubicBezTo>
                  <a:pt x="976206" y="1661957"/>
                  <a:pt x="990040" y="1674361"/>
                  <a:pt x="1000461" y="1688951"/>
                </a:cubicBezTo>
                <a:cubicBezTo>
                  <a:pt x="1007976" y="1699472"/>
                  <a:pt x="1015697" y="1709922"/>
                  <a:pt x="1021976" y="1721224"/>
                </a:cubicBezTo>
                <a:cubicBezTo>
                  <a:pt x="1033658" y="1742252"/>
                  <a:pt x="1044997" y="1763565"/>
                  <a:pt x="1054249" y="1785770"/>
                </a:cubicBezTo>
                <a:cubicBezTo>
                  <a:pt x="1062972" y="1806705"/>
                  <a:pt x="1068592" y="1828801"/>
                  <a:pt x="1075764" y="1850316"/>
                </a:cubicBezTo>
                <a:cubicBezTo>
                  <a:pt x="1079350" y="1861074"/>
                  <a:pt x="1080232" y="1873154"/>
                  <a:pt x="1086522" y="1882589"/>
                </a:cubicBezTo>
                <a:cubicBezTo>
                  <a:pt x="1093694" y="1893346"/>
                  <a:pt x="1099960" y="1904765"/>
                  <a:pt x="1108037" y="1914861"/>
                </a:cubicBezTo>
                <a:cubicBezTo>
                  <a:pt x="1114373" y="1922781"/>
                  <a:pt x="1123060" y="1928585"/>
                  <a:pt x="1129553" y="1936377"/>
                </a:cubicBezTo>
                <a:cubicBezTo>
                  <a:pt x="1141031" y="1950151"/>
                  <a:pt x="1151068" y="1965064"/>
                  <a:pt x="1161826" y="1979407"/>
                </a:cubicBezTo>
                <a:cubicBezTo>
                  <a:pt x="1201050" y="2097086"/>
                  <a:pt x="1138497" y="1918852"/>
                  <a:pt x="1194098" y="2043953"/>
                </a:cubicBezTo>
                <a:cubicBezTo>
                  <a:pt x="1203309" y="2064678"/>
                  <a:pt x="1203034" y="2089629"/>
                  <a:pt x="1215614" y="2108499"/>
                </a:cubicBezTo>
                <a:cubicBezTo>
                  <a:pt x="1231353" y="2132109"/>
                  <a:pt x="1249544" y="2156504"/>
                  <a:pt x="1258644" y="2183803"/>
                </a:cubicBezTo>
                <a:cubicBezTo>
                  <a:pt x="1267995" y="2211855"/>
                  <a:pt x="1270810" y="2241811"/>
                  <a:pt x="1280160" y="2269864"/>
                </a:cubicBezTo>
                <a:cubicBezTo>
                  <a:pt x="1283746" y="2280622"/>
                  <a:pt x="1288167" y="2291136"/>
                  <a:pt x="1290917" y="2302137"/>
                </a:cubicBezTo>
                <a:cubicBezTo>
                  <a:pt x="1295352" y="2319876"/>
                  <a:pt x="1297240" y="2338186"/>
                  <a:pt x="1301675" y="2355925"/>
                </a:cubicBezTo>
                <a:cubicBezTo>
                  <a:pt x="1308007" y="2381251"/>
                  <a:pt x="1316321" y="2406043"/>
                  <a:pt x="1323190" y="2431229"/>
                </a:cubicBezTo>
                <a:cubicBezTo>
                  <a:pt x="1327080" y="2445493"/>
                  <a:pt x="1329273" y="2460233"/>
                  <a:pt x="1333948" y="2474259"/>
                </a:cubicBezTo>
                <a:cubicBezTo>
                  <a:pt x="1340055" y="2492578"/>
                  <a:pt x="1350487" y="2509389"/>
                  <a:pt x="1355463" y="2528047"/>
                </a:cubicBezTo>
                <a:cubicBezTo>
                  <a:pt x="1364885" y="2563381"/>
                  <a:pt x="1368108" y="2600147"/>
                  <a:pt x="1376978" y="2635624"/>
                </a:cubicBezTo>
                <a:cubicBezTo>
                  <a:pt x="1401961" y="2735552"/>
                  <a:pt x="1372124" y="2611348"/>
                  <a:pt x="1398494" y="2743200"/>
                </a:cubicBezTo>
                <a:cubicBezTo>
                  <a:pt x="1401394" y="2757698"/>
                  <a:pt x="1406820" y="2771647"/>
                  <a:pt x="1409251" y="2786231"/>
                </a:cubicBezTo>
                <a:cubicBezTo>
                  <a:pt x="1414004" y="2814748"/>
                  <a:pt x="1415613" y="2843718"/>
                  <a:pt x="1420009" y="2872292"/>
                </a:cubicBezTo>
                <a:cubicBezTo>
                  <a:pt x="1422789" y="2890364"/>
                  <a:pt x="1427181" y="2908151"/>
                  <a:pt x="1430767" y="2926080"/>
                </a:cubicBezTo>
                <a:cubicBezTo>
                  <a:pt x="1438255" y="3023436"/>
                  <a:pt x="1436143" y="3049782"/>
                  <a:pt x="1452282" y="3130476"/>
                </a:cubicBezTo>
                <a:cubicBezTo>
                  <a:pt x="1455182" y="3144974"/>
                  <a:pt x="1457216" y="3159917"/>
                  <a:pt x="1463040" y="3173506"/>
                </a:cubicBezTo>
                <a:cubicBezTo>
                  <a:pt x="1468133" y="3185390"/>
                  <a:pt x="1478773" y="3194215"/>
                  <a:pt x="1484555" y="3205779"/>
                </a:cubicBezTo>
                <a:cubicBezTo>
                  <a:pt x="1489626" y="3215921"/>
                  <a:pt x="1492563" y="3227051"/>
                  <a:pt x="1495313" y="3238052"/>
                </a:cubicBezTo>
                <a:cubicBezTo>
                  <a:pt x="1514554" y="3315017"/>
                  <a:pt x="1498614" y="3276078"/>
                  <a:pt x="1516828" y="3367144"/>
                </a:cubicBezTo>
                <a:cubicBezTo>
                  <a:pt x="1519052" y="3378263"/>
                  <a:pt x="1524471" y="3388514"/>
                  <a:pt x="1527586" y="3399417"/>
                </a:cubicBezTo>
                <a:cubicBezTo>
                  <a:pt x="1531648" y="3413633"/>
                  <a:pt x="1534281" y="3428231"/>
                  <a:pt x="1538343" y="3442447"/>
                </a:cubicBezTo>
                <a:cubicBezTo>
                  <a:pt x="1541458" y="3453350"/>
                  <a:pt x="1547237" y="3463535"/>
                  <a:pt x="1549101" y="3474720"/>
                </a:cubicBezTo>
                <a:cubicBezTo>
                  <a:pt x="1550870" y="3485331"/>
                  <a:pt x="1549101" y="3496235"/>
                  <a:pt x="1549101" y="3506993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9A5BDC1-5C50-4BC0-9795-7704E54AEBD5}"/>
              </a:ext>
            </a:extLst>
          </p:cNvPr>
          <p:cNvSpPr/>
          <p:nvPr/>
        </p:nvSpPr>
        <p:spPr>
          <a:xfrm>
            <a:off x="13159408" y="501655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FB77529-BAAA-DF7E-B7E7-35B063687B55}"/>
              </a:ext>
            </a:extLst>
          </p:cNvPr>
          <p:cNvCxnSpPr>
            <a:cxnSpLocks/>
          </p:cNvCxnSpPr>
          <p:nvPr/>
        </p:nvCxnSpPr>
        <p:spPr>
          <a:xfrm>
            <a:off x="13256077" y="5084011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5B5F969-C85A-F2E4-86AC-77E23B0F9201}"/>
              </a:ext>
            </a:extLst>
          </p:cNvPr>
          <p:cNvCxnSpPr>
            <a:cxnSpLocks/>
          </p:cNvCxnSpPr>
          <p:nvPr/>
        </p:nvCxnSpPr>
        <p:spPr>
          <a:xfrm>
            <a:off x="11016828" y="6531400"/>
            <a:ext cx="0" cy="34736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100808B-F931-1D6B-F803-4BF78E31F5F0}"/>
                  </a:ext>
                </a:extLst>
              </p:cNvPr>
              <p:cNvSpPr txBox="1"/>
              <p:nvPr/>
            </p:nvSpPr>
            <p:spPr>
              <a:xfrm>
                <a:off x="11124439" y="6409964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100808B-F931-1D6B-F803-4BF78E31F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4439" y="6409964"/>
                <a:ext cx="568909" cy="478464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694FB18-B1AD-3144-CC5A-51104E07BCA0}"/>
                  </a:ext>
                </a:extLst>
              </p:cNvPr>
              <p:cNvSpPr txBox="1"/>
              <p:nvPr/>
            </p:nvSpPr>
            <p:spPr>
              <a:xfrm>
                <a:off x="12937022" y="4792559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694FB18-B1AD-3144-CC5A-51104E07B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7022" y="4792559"/>
                <a:ext cx="896111" cy="478464"/>
              </a:xfrm>
              <a:prstGeom prst="rect">
                <a:avLst/>
              </a:prstGeom>
              <a:blipFill>
                <a:blip r:embed="rId85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6ACCF4B-02C1-C6B6-10DF-3D83487604EF}"/>
                  </a:ext>
                </a:extLst>
              </p:cNvPr>
              <p:cNvSpPr txBox="1"/>
              <p:nvPr/>
            </p:nvSpPr>
            <p:spPr>
              <a:xfrm>
                <a:off x="11592232" y="446847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6ACCF4B-02C1-C6B6-10DF-3D8348760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2232" y="4468472"/>
                <a:ext cx="896111" cy="478464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CEC5CA-88A6-D455-861B-FDF4BEBC82B2}"/>
                  </a:ext>
                </a:extLst>
              </p:cNvPr>
              <p:cNvSpPr txBox="1"/>
              <p:nvPr/>
            </p:nvSpPr>
            <p:spPr>
              <a:xfrm>
                <a:off x="9393149" y="8756131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+(2+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8CEC5CA-88A6-D455-861B-FDF4BEBC8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149" y="8756131"/>
                <a:ext cx="5728691" cy="533544"/>
              </a:xfrm>
              <a:prstGeom prst="rect">
                <a:avLst/>
              </a:prstGeom>
              <a:blipFill>
                <a:blip r:embed="rId87"/>
                <a:stretch>
                  <a:fillRect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ED0B905-929E-4AC6-026C-67123D767B02}"/>
                  </a:ext>
                </a:extLst>
              </p:cNvPr>
              <p:cNvSpPr txBox="1"/>
              <p:nvPr/>
            </p:nvSpPr>
            <p:spPr>
              <a:xfrm>
                <a:off x="10450500" y="9390176"/>
                <a:ext cx="4172975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ED0B905-929E-4AC6-026C-67123D767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0500" y="9390176"/>
                <a:ext cx="4172975" cy="717248"/>
              </a:xfrm>
              <a:prstGeom prst="rect">
                <a:avLst/>
              </a:prstGeom>
              <a:blipFill>
                <a:blip r:embed="rId88"/>
                <a:stretch>
                  <a:fillRect l="-60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Freeform 58">
            <a:extLst>
              <a:ext uri="{FF2B5EF4-FFF2-40B4-BE49-F238E27FC236}">
                <a16:creationId xmlns:a16="http://schemas.microsoft.com/office/drawing/2014/main" id="{731A5327-A572-31F4-217A-55DB6E96D383}"/>
              </a:ext>
            </a:extLst>
          </p:cNvPr>
          <p:cNvSpPr/>
          <p:nvPr/>
        </p:nvSpPr>
        <p:spPr>
          <a:xfrm>
            <a:off x="10046951" y="6536158"/>
            <a:ext cx="932745" cy="1752047"/>
          </a:xfrm>
          <a:custGeom>
            <a:avLst/>
            <a:gdLst>
              <a:gd name="connsiteX0" fmla="*/ 0 w 1041009"/>
              <a:gd name="connsiteY0" fmla="*/ 1955409 h 1955409"/>
              <a:gd name="connsiteX1" fmla="*/ 14067 w 1041009"/>
              <a:gd name="connsiteY1" fmla="*/ 1856935 h 1955409"/>
              <a:gd name="connsiteX2" fmla="*/ 42203 w 1041009"/>
              <a:gd name="connsiteY2" fmla="*/ 1814732 h 1955409"/>
              <a:gd name="connsiteX3" fmla="*/ 84406 w 1041009"/>
              <a:gd name="connsiteY3" fmla="*/ 1730326 h 1955409"/>
              <a:gd name="connsiteX4" fmla="*/ 112541 w 1041009"/>
              <a:gd name="connsiteY4" fmla="*/ 1645920 h 1955409"/>
              <a:gd name="connsiteX5" fmla="*/ 126609 w 1041009"/>
              <a:gd name="connsiteY5" fmla="*/ 1603717 h 1955409"/>
              <a:gd name="connsiteX6" fmla="*/ 182880 w 1041009"/>
              <a:gd name="connsiteY6" fmla="*/ 1477107 h 1955409"/>
              <a:gd name="connsiteX7" fmla="*/ 211015 w 1041009"/>
              <a:gd name="connsiteY7" fmla="*/ 1392701 h 1955409"/>
              <a:gd name="connsiteX8" fmla="*/ 281353 w 1041009"/>
              <a:gd name="connsiteY8" fmla="*/ 1308295 h 1955409"/>
              <a:gd name="connsiteX9" fmla="*/ 337624 w 1041009"/>
              <a:gd name="connsiteY9" fmla="*/ 1252024 h 1955409"/>
              <a:gd name="connsiteX10" fmla="*/ 365760 w 1041009"/>
              <a:gd name="connsiteY10" fmla="*/ 1223889 h 1955409"/>
              <a:gd name="connsiteX11" fmla="*/ 450166 w 1041009"/>
              <a:gd name="connsiteY11" fmla="*/ 1111347 h 1955409"/>
              <a:gd name="connsiteX12" fmla="*/ 478301 w 1041009"/>
              <a:gd name="connsiteY12" fmla="*/ 1069144 h 1955409"/>
              <a:gd name="connsiteX13" fmla="*/ 520504 w 1041009"/>
              <a:gd name="connsiteY13" fmla="*/ 970670 h 1955409"/>
              <a:gd name="connsiteX14" fmla="*/ 576775 w 1041009"/>
              <a:gd name="connsiteY14" fmla="*/ 886264 h 1955409"/>
              <a:gd name="connsiteX15" fmla="*/ 618978 w 1041009"/>
              <a:gd name="connsiteY15" fmla="*/ 858129 h 1955409"/>
              <a:gd name="connsiteX16" fmla="*/ 633046 w 1041009"/>
              <a:gd name="connsiteY16" fmla="*/ 815926 h 1955409"/>
              <a:gd name="connsiteX17" fmla="*/ 661181 w 1041009"/>
              <a:gd name="connsiteY17" fmla="*/ 787790 h 1955409"/>
              <a:gd name="connsiteX18" fmla="*/ 689317 w 1041009"/>
              <a:gd name="connsiteY18" fmla="*/ 703384 h 1955409"/>
              <a:gd name="connsiteX19" fmla="*/ 717452 w 1041009"/>
              <a:gd name="connsiteY19" fmla="*/ 618978 h 1955409"/>
              <a:gd name="connsiteX20" fmla="*/ 731520 w 1041009"/>
              <a:gd name="connsiteY20" fmla="*/ 576775 h 1955409"/>
              <a:gd name="connsiteX21" fmla="*/ 773723 w 1041009"/>
              <a:gd name="connsiteY21" fmla="*/ 492369 h 1955409"/>
              <a:gd name="connsiteX22" fmla="*/ 815926 w 1041009"/>
              <a:gd name="connsiteY22" fmla="*/ 351692 h 1955409"/>
              <a:gd name="connsiteX23" fmla="*/ 886264 w 1041009"/>
              <a:gd name="connsiteY23" fmla="*/ 295421 h 1955409"/>
              <a:gd name="connsiteX24" fmla="*/ 928467 w 1041009"/>
              <a:gd name="connsiteY24" fmla="*/ 211015 h 1955409"/>
              <a:gd name="connsiteX25" fmla="*/ 984738 w 1041009"/>
              <a:gd name="connsiteY25" fmla="*/ 140677 h 1955409"/>
              <a:gd name="connsiteX26" fmla="*/ 1012873 w 1041009"/>
              <a:gd name="connsiteY26" fmla="*/ 56270 h 1955409"/>
              <a:gd name="connsiteX27" fmla="*/ 1041009 w 1041009"/>
              <a:gd name="connsiteY27" fmla="*/ 0 h 195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41009" h="1955409">
                <a:moveTo>
                  <a:pt x="0" y="1955409"/>
                </a:moveTo>
                <a:cubicBezTo>
                  <a:pt x="4689" y="1922584"/>
                  <a:pt x="4539" y="1888695"/>
                  <a:pt x="14067" y="1856935"/>
                </a:cubicBezTo>
                <a:cubicBezTo>
                  <a:pt x="18925" y="1840741"/>
                  <a:pt x="34642" y="1829854"/>
                  <a:pt x="42203" y="1814732"/>
                </a:cubicBezTo>
                <a:cubicBezTo>
                  <a:pt x="100446" y="1698246"/>
                  <a:pt x="3772" y="1851275"/>
                  <a:pt x="84406" y="1730326"/>
                </a:cubicBezTo>
                <a:lnTo>
                  <a:pt x="112541" y="1645920"/>
                </a:lnTo>
                <a:cubicBezTo>
                  <a:pt x="117230" y="1631852"/>
                  <a:pt x="118384" y="1616055"/>
                  <a:pt x="126609" y="1603717"/>
                </a:cubicBezTo>
                <a:cubicBezTo>
                  <a:pt x="171194" y="1536838"/>
                  <a:pt x="149399" y="1577552"/>
                  <a:pt x="182880" y="1477107"/>
                </a:cubicBezTo>
                <a:lnTo>
                  <a:pt x="211015" y="1392701"/>
                </a:lnTo>
                <a:cubicBezTo>
                  <a:pt x="357359" y="1246357"/>
                  <a:pt x="163840" y="1445394"/>
                  <a:pt x="281353" y="1308295"/>
                </a:cubicBezTo>
                <a:cubicBezTo>
                  <a:pt x="298616" y="1288155"/>
                  <a:pt x="318867" y="1270781"/>
                  <a:pt x="337624" y="1252024"/>
                </a:cubicBezTo>
                <a:cubicBezTo>
                  <a:pt x="347003" y="1242646"/>
                  <a:pt x="357802" y="1234500"/>
                  <a:pt x="365760" y="1223889"/>
                </a:cubicBezTo>
                <a:cubicBezTo>
                  <a:pt x="393895" y="1186375"/>
                  <a:pt x="424155" y="1150364"/>
                  <a:pt x="450166" y="1111347"/>
                </a:cubicBezTo>
                <a:cubicBezTo>
                  <a:pt x="459544" y="1097279"/>
                  <a:pt x="470740" y="1084266"/>
                  <a:pt x="478301" y="1069144"/>
                </a:cubicBezTo>
                <a:cubicBezTo>
                  <a:pt x="536510" y="952726"/>
                  <a:pt x="432691" y="1117025"/>
                  <a:pt x="520504" y="970670"/>
                </a:cubicBezTo>
                <a:cubicBezTo>
                  <a:pt x="537901" y="941674"/>
                  <a:pt x="548640" y="905021"/>
                  <a:pt x="576775" y="886264"/>
                </a:cubicBezTo>
                <a:lnTo>
                  <a:pt x="618978" y="858129"/>
                </a:lnTo>
                <a:cubicBezTo>
                  <a:pt x="623667" y="844061"/>
                  <a:pt x="625417" y="828642"/>
                  <a:pt x="633046" y="815926"/>
                </a:cubicBezTo>
                <a:cubicBezTo>
                  <a:pt x="639870" y="804553"/>
                  <a:pt x="655250" y="799653"/>
                  <a:pt x="661181" y="787790"/>
                </a:cubicBezTo>
                <a:cubicBezTo>
                  <a:pt x="674444" y="761264"/>
                  <a:pt x="679939" y="731519"/>
                  <a:pt x="689317" y="703384"/>
                </a:cubicBezTo>
                <a:lnTo>
                  <a:pt x="717452" y="618978"/>
                </a:lnTo>
                <a:cubicBezTo>
                  <a:pt x="722141" y="604910"/>
                  <a:pt x="723295" y="589113"/>
                  <a:pt x="731520" y="576775"/>
                </a:cubicBezTo>
                <a:cubicBezTo>
                  <a:pt x="762345" y="530537"/>
                  <a:pt x="759163" y="543329"/>
                  <a:pt x="773723" y="492369"/>
                </a:cubicBezTo>
                <a:cubicBezTo>
                  <a:pt x="780348" y="469180"/>
                  <a:pt x="804124" y="359560"/>
                  <a:pt x="815926" y="351692"/>
                </a:cubicBezTo>
                <a:cubicBezTo>
                  <a:pt x="869165" y="316200"/>
                  <a:pt x="846174" y="335512"/>
                  <a:pt x="886264" y="295421"/>
                </a:cubicBezTo>
                <a:cubicBezTo>
                  <a:pt x="901122" y="250848"/>
                  <a:pt x="897302" y="249971"/>
                  <a:pt x="928467" y="211015"/>
                </a:cubicBezTo>
                <a:cubicBezTo>
                  <a:pt x="957700" y="174474"/>
                  <a:pt x="963087" y="189392"/>
                  <a:pt x="984738" y="140677"/>
                </a:cubicBezTo>
                <a:cubicBezTo>
                  <a:pt x="996783" y="113576"/>
                  <a:pt x="1003495" y="84406"/>
                  <a:pt x="1012873" y="56270"/>
                </a:cubicBezTo>
                <a:cubicBezTo>
                  <a:pt x="1029037" y="7777"/>
                  <a:pt x="1016456" y="24552"/>
                  <a:pt x="104100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A56EA690-6AE6-46BC-C74A-15862FD24F4F}"/>
              </a:ext>
            </a:extLst>
          </p:cNvPr>
          <p:cNvSpPr/>
          <p:nvPr/>
        </p:nvSpPr>
        <p:spPr>
          <a:xfrm>
            <a:off x="11074604" y="6542825"/>
            <a:ext cx="1031356" cy="1735074"/>
          </a:xfrm>
          <a:custGeom>
            <a:avLst/>
            <a:gdLst>
              <a:gd name="connsiteX0" fmla="*/ 0 w 1151069"/>
              <a:gd name="connsiteY0" fmla="*/ 0 h 1936464"/>
              <a:gd name="connsiteX1" fmla="*/ 75304 w 1151069"/>
              <a:gd name="connsiteY1" fmla="*/ 43031 h 1936464"/>
              <a:gd name="connsiteX2" fmla="*/ 107577 w 1151069"/>
              <a:gd name="connsiteY2" fmla="*/ 64546 h 1936464"/>
              <a:gd name="connsiteX3" fmla="*/ 139850 w 1151069"/>
              <a:gd name="connsiteY3" fmla="*/ 107577 h 1936464"/>
              <a:gd name="connsiteX4" fmla="*/ 225911 w 1151069"/>
              <a:gd name="connsiteY4" fmla="*/ 215153 h 1936464"/>
              <a:gd name="connsiteX5" fmla="*/ 236669 w 1151069"/>
              <a:gd name="connsiteY5" fmla="*/ 247426 h 1936464"/>
              <a:gd name="connsiteX6" fmla="*/ 268941 w 1151069"/>
              <a:gd name="connsiteY6" fmla="*/ 279699 h 1936464"/>
              <a:gd name="connsiteX7" fmla="*/ 301214 w 1151069"/>
              <a:gd name="connsiteY7" fmla="*/ 355003 h 1936464"/>
              <a:gd name="connsiteX8" fmla="*/ 322730 w 1151069"/>
              <a:gd name="connsiteY8" fmla="*/ 387276 h 1936464"/>
              <a:gd name="connsiteX9" fmla="*/ 333487 w 1151069"/>
              <a:gd name="connsiteY9" fmla="*/ 441064 h 1936464"/>
              <a:gd name="connsiteX10" fmla="*/ 344245 w 1151069"/>
              <a:gd name="connsiteY10" fmla="*/ 473337 h 1936464"/>
              <a:gd name="connsiteX11" fmla="*/ 376518 w 1151069"/>
              <a:gd name="connsiteY11" fmla="*/ 580913 h 1936464"/>
              <a:gd name="connsiteX12" fmla="*/ 387276 w 1151069"/>
              <a:gd name="connsiteY12" fmla="*/ 613186 h 1936464"/>
              <a:gd name="connsiteX13" fmla="*/ 408791 w 1151069"/>
              <a:gd name="connsiteY13" fmla="*/ 645459 h 1936464"/>
              <a:gd name="connsiteX14" fmla="*/ 430306 w 1151069"/>
              <a:gd name="connsiteY14" fmla="*/ 688490 h 1936464"/>
              <a:gd name="connsiteX15" fmla="*/ 462579 w 1151069"/>
              <a:gd name="connsiteY15" fmla="*/ 720763 h 1936464"/>
              <a:gd name="connsiteX16" fmla="*/ 505610 w 1151069"/>
              <a:gd name="connsiteY16" fmla="*/ 774551 h 1936464"/>
              <a:gd name="connsiteX17" fmla="*/ 548640 w 1151069"/>
              <a:gd name="connsiteY17" fmla="*/ 806824 h 1936464"/>
              <a:gd name="connsiteX18" fmla="*/ 602429 w 1151069"/>
              <a:gd name="connsiteY18" fmla="*/ 860612 h 1936464"/>
              <a:gd name="connsiteX19" fmla="*/ 677732 w 1151069"/>
              <a:gd name="connsiteY19" fmla="*/ 957431 h 1936464"/>
              <a:gd name="connsiteX20" fmla="*/ 699247 w 1151069"/>
              <a:gd name="connsiteY20" fmla="*/ 1000461 h 1936464"/>
              <a:gd name="connsiteX21" fmla="*/ 710005 w 1151069"/>
              <a:gd name="connsiteY21" fmla="*/ 1043492 h 1936464"/>
              <a:gd name="connsiteX22" fmla="*/ 731520 w 1151069"/>
              <a:gd name="connsiteY22" fmla="*/ 1097280 h 1936464"/>
              <a:gd name="connsiteX23" fmla="*/ 742278 w 1151069"/>
              <a:gd name="connsiteY23" fmla="*/ 1129553 h 1936464"/>
              <a:gd name="connsiteX24" fmla="*/ 763793 w 1151069"/>
              <a:gd name="connsiteY24" fmla="*/ 1172584 h 1936464"/>
              <a:gd name="connsiteX25" fmla="*/ 774551 w 1151069"/>
              <a:gd name="connsiteY25" fmla="*/ 1215614 h 1936464"/>
              <a:gd name="connsiteX26" fmla="*/ 796066 w 1151069"/>
              <a:gd name="connsiteY26" fmla="*/ 1258645 h 1936464"/>
              <a:gd name="connsiteX27" fmla="*/ 806824 w 1151069"/>
              <a:gd name="connsiteY27" fmla="*/ 1301676 h 1936464"/>
              <a:gd name="connsiteX28" fmla="*/ 828339 w 1151069"/>
              <a:gd name="connsiteY28" fmla="*/ 1366221 h 1936464"/>
              <a:gd name="connsiteX29" fmla="*/ 860612 w 1151069"/>
              <a:gd name="connsiteY29" fmla="*/ 1463040 h 1936464"/>
              <a:gd name="connsiteX30" fmla="*/ 871370 w 1151069"/>
              <a:gd name="connsiteY30" fmla="*/ 1495313 h 1936464"/>
              <a:gd name="connsiteX31" fmla="*/ 882127 w 1151069"/>
              <a:gd name="connsiteY31" fmla="*/ 1527586 h 1936464"/>
              <a:gd name="connsiteX32" fmla="*/ 935916 w 1151069"/>
              <a:gd name="connsiteY32" fmla="*/ 1592132 h 1936464"/>
              <a:gd name="connsiteX33" fmla="*/ 957431 w 1151069"/>
              <a:gd name="connsiteY33" fmla="*/ 1624405 h 1936464"/>
              <a:gd name="connsiteX34" fmla="*/ 989704 w 1151069"/>
              <a:gd name="connsiteY34" fmla="*/ 1656678 h 1936464"/>
              <a:gd name="connsiteX35" fmla="*/ 1032734 w 1151069"/>
              <a:gd name="connsiteY35" fmla="*/ 1721224 h 1936464"/>
              <a:gd name="connsiteX36" fmla="*/ 1097280 w 1151069"/>
              <a:gd name="connsiteY36" fmla="*/ 1807285 h 1936464"/>
              <a:gd name="connsiteX37" fmla="*/ 1129553 w 1151069"/>
              <a:gd name="connsiteY37" fmla="*/ 1904104 h 1936464"/>
              <a:gd name="connsiteX38" fmla="*/ 1151069 w 1151069"/>
              <a:gd name="connsiteY38" fmla="*/ 1936377 h 1936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151069" h="1936464">
                <a:moveTo>
                  <a:pt x="0" y="0"/>
                </a:moveTo>
                <a:cubicBezTo>
                  <a:pt x="25101" y="14344"/>
                  <a:pt x="50513" y="28157"/>
                  <a:pt x="75304" y="43031"/>
                </a:cubicBezTo>
                <a:cubicBezTo>
                  <a:pt x="86391" y="49683"/>
                  <a:pt x="98435" y="55404"/>
                  <a:pt x="107577" y="64546"/>
                </a:cubicBezTo>
                <a:cubicBezTo>
                  <a:pt x="120255" y="77224"/>
                  <a:pt x="128043" y="94084"/>
                  <a:pt x="139850" y="107577"/>
                </a:cubicBezTo>
                <a:cubicBezTo>
                  <a:pt x="171488" y="143735"/>
                  <a:pt x="209459" y="165798"/>
                  <a:pt x="225911" y="215153"/>
                </a:cubicBezTo>
                <a:cubicBezTo>
                  <a:pt x="229497" y="225911"/>
                  <a:pt x="230379" y="237991"/>
                  <a:pt x="236669" y="247426"/>
                </a:cubicBezTo>
                <a:cubicBezTo>
                  <a:pt x="245108" y="260084"/>
                  <a:pt x="260098" y="267319"/>
                  <a:pt x="268941" y="279699"/>
                </a:cubicBezTo>
                <a:cubicBezTo>
                  <a:pt x="306259" y="331944"/>
                  <a:pt x="277799" y="308172"/>
                  <a:pt x="301214" y="355003"/>
                </a:cubicBezTo>
                <a:cubicBezTo>
                  <a:pt x="306996" y="366567"/>
                  <a:pt x="315558" y="376518"/>
                  <a:pt x="322730" y="387276"/>
                </a:cubicBezTo>
                <a:cubicBezTo>
                  <a:pt x="326316" y="405205"/>
                  <a:pt x="329052" y="423326"/>
                  <a:pt x="333487" y="441064"/>
                </a:cubicBezTo>
                <a:cubicBezTo>
                  <a:pt x="336237" y="452065"/>
                  <a:pt x="341130" y="462434"/>
                  <a:pt x="344245" y="473337"/>
                </a:cubicBezTo>
                <a:cubicBezTo>
                  <a:pt x="376764" y="587149"/>
                  <a:pt x="325385" y="427515"/>
                  <a:pt x="376518" y="580913"/>
                </a:cubicBezTo>
                <a:cubicBezTo>
                  <a:pt x="380104" y="591671"/>
                  <a:pt x="380986" y="603751"/>
                  <a:pt x="387276" y="613186"/>
                </a:cubicBezTo>
                <a:cubicBezTo>
                  <a:pt x="394448" y="623944"/>
                  <a:pt x="402376" y="634233"/>
                  <a:pt x="408791" y="645459"/>
                </a:cubicBezTo>
                <a:cubicBezTo>
                  <a:pt x="416747" y="659383"/>
                  <a:pt x="420985" y="675440"/>
                  <a:pt x="430306" y="688490"/>
                </a:cubicBezTo>
                <a:cubicBezTo>
                  <a:pt x="439149" y="700870"/>
                  <a:pt x="452840" y="709076"/>
                  <a:pt x="462579" y="720763"/>
                </a:cubicBezTo>
                <a:cubicBezTo>
                  <a:pt x="494167" y="758669"/>
                  <a:pt x="471463" y="746095"/>
                  <a:pt x="505610" y="774551"/>
                </a:cubicBezTo>
                <a:cubicBezTo>
                  <a:pt x="519384" y="786029"/>
                  <a:pt x="535239" y="794912"/>
                  <a:pt x="548640" y="806824"/>
                </a:cubicBezTo>
                <a:cubicBezTo>
                  <a:pt x="567591" y="823670"/>
                  <a:pt x="584499" y="842682"/>
                  <a:pt x="602429" y="860612"/>
                </a:cubicBezTo>
                <a:cubicBezTo>
                  <a:pt x="637843" y="896026"/>
                  <a:pt x="652000" y="905968"/>
                  <a:pt x="677732" y="957431"/>
                </a:cubicBezTo>
                <a:cubicBezTo>
                  <a:pt x="684904" y="971774"/>
                  <a:pt x="693616" y="985446"/>
                  <a:pt x="699247" y="1000461"/>
                </a:cubicBezTo>
                <a:cubicBezTo>
                  <a:pt x="704438" y="1014305"/>
                  <a:pt x="705330" y="1029466"/>
                  <a:pt x="710005" y="1043492"/>
                </a:cubicBezTo>
                <a:cubicBezTo>
                  <a:pt x="716112" y="1061812"/>
                  <a:pt x="724740" y="1079199"/>
                  <a:pt x="731520" y="1097280"/>
                </a:cubicBezTo>
                <a:cubicBezTo>
                  <a:pt x="735502" y="1107898"/>
                  <a:pt x="737811" y="1119130"/>
                  <a:pt x="742278" y="1129553"/>
                </a:cubicBezTo>
                <a:cubicBezTo>
                  <a:pt x="748595" y="1144293"/>
                  <a:pt x="758162" y="1157568"/>
                  <a:pt x="763793" y="1172584"/>
                </a:cubicBezTo>
                <a:cubicBezTo>
                  <a:pt x="768984" y="1186427"/>
                  <a:pt x="769360" y="1201771"/>
                  <a:pt x="774551" y="1215614"/>
                </a:cubicBezTo>
                <a:cubicBezTo>
                  <a:pt x="780182" y="1230630"/>
                  <a:pt x="790435" y="1243629"/>
                  <a:pt x="796066" y="1258645"/>
                </a:cubicBezTo>
                <a:cubicBezTo>
                  <a:pt x="801257" y="1272489"/>
                  <a:pt x="802575" y="1287514"/>
                  <a:pt x="806824" y="1301676"/>
                </a:cubicBezTo>
                <a:cubicBezTo>
                  <a:pt x="813341" y="1323398"/>
                  <a:pt x="821167" y="1344706"/>
                  <a:pt x="828339" y="1366221"/>
                </a:cubicBezTo>
                <a:lnTo>
                  <a:pt x="860612" y="1463040"/>
                </a:lnTo>
                <a:lnTo>
                  <a:pt x="871370" y="1495313"/>
                </a:lnTo>
                <a:cubicBezTo>
                  <a:pt x="874956" y="1506071"/>
                  <a:pt x="875837" y="1518151"/>
                  <a:pt x="882127" y="1527586"/>
                </a:cubicBezTo>
                <a:cubicBezTo>
                  <a:pt x="935552" y="1607721"/>
                  <a:pt x="866884" y="1509294"/>
                  <a:pt x="935916" y="1592132"/>
                </a:cubicBezTo>
                <a:cubicBezTo>
                  <a:pt x="944193" y="1602064"/>
                  <a:pt x="949154" y="1614473"/>
                  <a:pt x="957431" y="1624405"/>
                </a:cubicBezTo>
                <a:cubicBezTo>
                  <a:pt x="967170" y="1636092"/>
                  <a:pt x="980364" y="1644669"/>
                  <a:pt x="989704" y="1656678"/>
                </a:cubicBezTo>
                <a:cubicBezTo>
                  <a:pt x="1005579" y="1677089"/>
                  <a:pt x="1014449" y="1702940"/>
                  <a:pt x="1032734" y="1721224"/>
                </a:cubicBezTo>
                <a:cubicBezTo>
                  <a:pt x="1058222" y="1746711"/>
                  <a:pt x="1085114" y="1770788"/>
                  <a:pt x="1097280" y="1807285"/>
                </a:cubicBezTo>
                <a:lnTo>
                  <a:pt x="1129553" y="1904104"/>
                </a:lnTo>
                <a:cubicBezTo>
                  <a:pt x="1141444" y="1939779"/>
                  <a:pt x="1128972" y="1936377"/>
                  <a:pt x="1151069" y="1936377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963B72A7-D304-E0EF-D634-4DB573F08291}"/>
              </a:ext>
            </a:extLst>
          </p:cNvPr>
          <p:cNvSpPr/>
          <p:nvPr/>
        </p:nvSpPr>
        <p:spPr>
          <a:xfrm>
            <a:off x="11055326" y="4200589"/>
            <a:ext cx="1455466" cy="2303684"/>
          </a:xfrm>
          <a:custGeom>
            <a:avLst/>
            <a:gdLst>
              <a:gd name="connsiteX0" fmla="*/ 0 w 1624405"/>
              <a:gd name="connsiteY0" fmla="*/ 2571077 h 2571077"/>
              <a:gd name="connsiteX1" fmla="*/ 86061 w 1624405"/>
              <a:gd name="connsiteY1" fmla="*/ 2528047 h 2571077"/>
              <a:gd name="connsiteX2" fmla="*/ 107576 w 1624405"/>
              <a:gd name="connsiteY2" fmla="*/ 2495774 h 2571077"/>
              <a:gd name="connsiteX3" fmla="*/ 129092 w 1624405"/>
              <a:gd name="connsiteY3" fmla="*/ 2474259 h 2571077"/>
              <a:gd name="connsiteX4" fmla="*/ 161365 w 1624405"/>
              <a:gd name="connsiteY4" fmla="*/ 2431228 h 2571077"/>
              <a:gd name="connsiteX5" fmla="*/ 172122 w 1624405"/>
              <a:gd name="connsiteY5" fmla="*/ 2398955 h 2571077"/>
              <a:gd name="connsiteX6" fmla="*/ 225911 w 1624405"/>
              <a:gd name="connsiteY6" fmla="*/ 2334409 h 2571077"/>
              <a:gd name="connsiteX7" fmla="*/ 258184 w 1624405"/>
              <a:gd name="connsiteY7" fmla="*/ 2269863 h 2571077"/>
              <a:gd name="connsiteX8" fmla="*/ 290456 w 1624405"/>
              <a:gd name="connsiteY8" fmla="*/ 2248348 h 2571077"/>
              <a:gd name="connsiteX9" fmla="*/ 344245 w 1624405"/>
              <a:gd name="connsiteY9" fmla="*/ 2173044 h 2571077"/>
              <a:gd name="connsiteX10" fmla="*/ 376518 w 1624405"/>
              <a:gd name="connsiteY10" fmla="*/ 2151529 h 2571077"/>
              <a:gd name="connsiteX11" fmla="*/ 419548 w 1624405"/>
              <a:gd name="connsiteY11" fmla="*/ 2086983 h 2571077"/>
              <a:gd name="connsiteX12" fmla="*/ 484094 w 1624405"/>
              <a:gd name="connsiteY12" fmla="*/ 2022437 h 2571077"/>
              <a:gd name="connsiteX13" fmla="*/ 527125 w 1624405"/>
              <a:gd name="connsiteY13" fmla="*/ 1957891 h 2571077"/>
              <a:gd name="connsiteX14" fmla="*/ 548640 w 1624405"/>
              <a:gd name="connsiteY14" fmla="*/ 1925619 h 2571077"/>
              <a:gd name="connsiteX15" fmla="*/ 591671 w 1624405"/>
              <a:gd name="connsiteY15" fmla="*/ 1839557 h 2571077"/>
              <a:gd name="connsiteX16" fmla="*/ 623944 w 1624405"/>
              <a:gd name="connsiteY16" fmla="*/ 1775011 h 2571077"/>
              <a:gd name="connsiteX17" fmla="*/ 645459 w 1624405"/>
              <a:gd name="connsiteY17" fmla="*/ 1710466 h 2571077"/>
              <a:gd name="connsiteX18" fmla="*/ 656216 w 1624405"/>
              <a:gd name="connsiteY18" fmla="*/ 1678193 h 2571077"/>
              <a:gd name="connsiteX19" fmla="*/ 699247 w 1624405"/>
              <a:gd name="connsiteY19" fmla="*/ 1624404 h 2571077"/>
              <a:gd name="connsiteX20" fmla="*/ 731520 w 1624405"/>
              <a:gd name="connsiteY20" fmla="*/ 1581374 h 2571077"/>
              <a:gd name="connsiteX21" fmla="*/ 763793 w 1624405"/>
              <a:gd name="connsiteY21" fmla="*/ 1527586 h 2571077"/>
              <a:gd name="connsiteX22" fmla="*/ 785308 w 1624405"/>
              <a:gd name="connsiteY22" fmla="*/ 1506070 h 2571077"/>
              <a:gd name="connsiteX23" fmla="*/ 817581 w 1624405"/>
              <a:gd name="connsiteY23" fmla="*/ 1463040 h 2571077"/>
              <a:gd name="connsiteX24" fmla="*/ 903642 w 1624405"/>
              <a:gd name="connsiteY24" fmla="*/ 1376979 h 2571077"/>
              <a:gd name="connsiteX25" fmla="*/ 935915 w 1624405"/>
              <a:gd name="connsiteY25" fmla="*/ 1344706 h 2571077"/>
              <a:gd name="connsiteX26" fmla="*/ 978946 w 1624405"/>
              <a:gd name="connsiteY26" fmla="*/ 1312433 h 2571077"/>
              <a:gd name="connsiteX27" fmla="*/ 1021976 w 1624405"/>
              <a:gd name="connsiteY27" fmla="*/ 1247887 h 2571077"/>
              <a:gd name="connsiteX28" fmla="*/ 1054249 w 1624405"/>
              <a:gd name="connsiteY28" fmla="*/ 1183341 h 2571077"/>
              <a:gd name="connsiteX29" fmla="*/ 1097280 w 1624405"/>
              <a:gd name="connsiteY29" fmla="*/ 1075764 h 2571077"/>
              <a:gd name="connsiteX30" fmla="*/ 1118795 w 1624405"/>
              <a:gd name="connsiteY30" fmla="*/ 1000461 h 2571077"/>
              <a:gd name="connsiteX31" fmla="*/ 1140311 w 1624405"/>
              <a:gd name="connsiteY31" fmla="*/ 968188 h 2571077"/>
              <a:gd name="connsiteX32" fmla="*/ 1161826 w 1624405"/>
              <a:gd name="connsiteY32" fmla="*/ 925157 h 2571077"/>
              <a:gd name="connsiteX33" fmla="*/ 1183341 w 1624405"/>
              <a:gd name="connsiteY33" fmla="*/ 892884 h 2571077"/>
              <a:gd name="connsiteX34" fmla="*/ 1204856 w 1624405"/>
              <a:gd name="connsiteY34" fmla="*/ 849854 h 2571077"/>
              <a:gd name="connsiteX35" fmla="*/ 1226372 w 1624405"/>
              <a:gd name="connsiteY35" fmla="*/ 817581 h 2571077"/>
              <a:gd name="connsiteX36" fmla="*/ 1247887 w 1624405"/>
              <a:gd name="connsiteY36" fmla="*/ 774550 h 2571077"/>
              <a:gd name="connsiteX37" fmla="*/ 1280160 w 1624405"/>
              <a:gd name="connsiteY37" fmla="*/ 699247 h 2571077"/>
              <a:gd name="connsiteX38" fmla="*/ 1301675 w 1624405"/>
              <a:gd name="connsiteY38" fmla="*/ 677731 h 2571077"/>
              <a:gd name="connsiteX39" fmla="*/ 1323191 w 1624405"/>
              <a:gd name="connsiteY39" fmla="*/ 613186 h 2571077"/>
              <a:gd name="connsiteX40" fmla="*/ 1344706 w 1624405"/>
              <a:gd name="connsiteY40" fmla="*/ 548640 h 2571077"/>
              <a:gd name="connsiteX41" fmla="*/ 1387736 w 1624405"/>
              <a:gd name="connsiteY41" fmla="*/ 494851 h 2571077"/>
              <a:gd name="connsiteX42" fmla="*/ 1452282 w 1624405"/>
              <a:gd name="connsiteY42" fmla="*/ 462579 h 2571077"/>
              <a:gd name="connsiteX43" fmla="*/ 1506071 w 1624405"/>
              <a:gd name="connsiteY43" fmla="*/ 408790 h 2571077"/>
              <a:gd name="connsiteX44" fmla="*/ 1549101 w 1624405"/>
              <a:gd name="connsiteY44" fmla="*/ 333487 h 2571077"/>
              <a:gd name="connsiteX45" fmla="*/ 1570616 w 1624405"/>
              <a:gd name="connsiteY45" fmla="*/ 268941 h 2571077"/>
              <a:gd name="connsiteX46" fmla="*/ 1581374 w 1624405"/>
              <a:gd name="connsiteY46" fmla="*/ 236668 h 2571077"/>
              <a:gd name="connsiteX47" fmla="*/ 1613647 w 1624405"/>
              <a:gd name="connsiteY47" fmla="*/ 139849 h 2571077"/>
              <a:gd name="connsiteX48" fmla="*/ 1624405 w 1624405"/>
              <a:gd name="connsiteY48" fmla="*/ 107576 h 2571077"/>
              <a:gd name="connsiteX49" fmla="*/ 1613647 w 1624405"/>
              <a:gd name="connsiteY49" fmla="*/ 0 h 2571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624405" h="2571077">
                <a:moveTo>
                  <a:pt x="0" y="2571077"/>
                </a:moveTo>
                <a:cubicBezTo>
                  <a:pt x="28687" y="2556734"/>
                  <a:pt x="59786" y="2546440"/>
                  <a:pt x="86061" y="2528047"/>
                </a:cubicBezTo>
                <a:cubicBezTo>
                  <a:pt x="96653" y="2520633"/>
                  <a:pt x="99499" y="2505870"/>
                  <a:pt x="107576" y="2495774"/>
                </a:cubicBezTo>
                <a:cubicBezTo>
                  <a:pt x="113912" y="2487854"/>
                  <a:pt x="122599" y="2482051"/>
                  <a:pt x="129092" y="2474259"/>
                </a:cubicBezTo>
                <a:cubicBezTo>
                  <a:pt x="140570" y="2460485"/>
                  <a:pt x="150607" y="2445572"/>
                  <a:pt x="161365" y="2431228"/>
                </a:cubicBezTo>
                <a:cubicBezTo>
                  <a:pt x="164951" y="2420470"/>
                  <a:pt x="167051" y="2409097"/>
                  <a:pt x="172122" y="2398955"/>
                </a:cubicBezTo>
                <a:cubicBezTo>
                  <a:pt x="187098" y="2369003"/>
                  <a:pt x="202121" y="2358199"/>
                  <a:pt x="225911" y="2334409"/>
                </a:cubicBezTo>
                <a:cubicBezTo>
                  <a:pt x="234661" y="2308158"/>
                  <a:pt x="237328" y="2290719"/>
                  <a:pt x="258184" y="2269863"/>
                </a:cubicBezTo>
                <a:cubicBezTo>
                  <a:pt x="267326" y="2260721"/>
                  <a:pt x="279699" y="2255520"/>
                  <a:pt x="290456" y="2248348"/>
                </a:cubicBezTo>
                <a:cubicBezTo>
                  <a:pt x="302671" y="2230026"/>
                  <a:pt x="330905" y="2186384"/>
                  <a:pt x="344245" y="2173044"/>
                </a:cubicBezTo>
                <a:cubicBezTo>
                  <a:pt x="353387" y="2163902"/>
                  <a:pt x="365760" y="2158701"/>
                  <a:pt x="376518" y="2151529"/>
                </a:cubicBezTo>
                <a:cubicBezTo>
                  <a:pt x="390861" y="2130014"/>
                  <a:pt x="401264" y="2105267"/>
                  <a:pt x="419548" y="2086983"/>
                </a:cubicBezTo>
                <a:cubicBezTo>
                  <a:pt x="441063" y="2065468"/>
                  <a:pt x="467216" y="2047754"/>
                  <a:pt x="484094" y="2022437"/>
                </a:cubicBezTo>
                <a:lnTo>
                  <a:pt x="527125" y="1957891"/>
                </a:lnTo>
                <a:cubicBezTo>
                  <a:pt x="534297" y="1947134"/>
                  <a:pt x="543838" y="1937623"/>
                  <a:pt x="548640" y="1925619"/>
                </a:cubicBezTo>
                <a:cubicBezTo>
                  <a:pt x="574957" y="1859825"/>
                  <a:pt x="559443" y="1887897"/>
                  <a:pt x="591671" y="1839557"/>
                </a:cubicBezTo>
                <a:cubicBezTo>
                  <a:pt x="630896" y="1721873"/>
                  <a:pt x="568340" y="1900118"/>
                  <a:pt x="623944" y="1775011"/>
                </a:cubicBezTo>
                <a:cubicBezTo>
                  <a:pt x="633155" y="1754287"/>
                  <a:pt x="638287" y="1731981"/>
                  <a:pt x="645459" y="1710466"/>
                </a:cubicBezTo>
                <a:cubicBezTo>
                  <a:pt x="649045" y="1699708"/>
                  <a:pt x="648198" y="1686211"/>
                  <a:pt x="656216" y="1678193"/>
                </a:cubicBezTo>
                <a:cubicBezTo>
                  <a:pt x="692199" y="1642210"/>
                  <a:pt x="665319" y="1671903"/>
                  <a:pt x="699247" y="1624404"/>
                </a:cubicBezTo>
                <a:cubicBezTo>
                  <a:pt x="709668" y="1609814"/>
                  <a:pt x="721575" y="1596292"/>
                  <a:pt x="731520" y="1581374"/>
                </a:cubicBezTo>
                <a:cubicBezTo>
                  <a:pt x="743118" y="1563977"/>
                  <a:pt x="751640" y="1544600"/>
                  <a:pt x="763793" y="1527586"/>
                </a:cubicBezTo>
                <a:cubicBezTo>
                  <a:pt x="769688" y="1519333"/>
                  <a:pt x="778815" y="1513862"/>
                  <a:pt x="785308" y="1506070"/>
                </a:cubicBezTo>
                <a:cubicBezTo>
                  <a:pt x="796786" y="1492296"/>
                  <a:pt x="805466" y="1476257"/>
                  <a:pt x="817581" y="1463040"/>
                </a:cubicBezTo>
                <a:cubicBezTo>
                  <a:pt x="844995" y="1433134"/>
                  <a:pt x="874955" y="1405666"/>
                  <a:pt x="903642" y="1376979"/>
                </a:cubicBezTo>
                <a:cubicBezTo>
                  <a:pt x="914400" y="1366221"/>
                  <a:pt x="923744" y="1353834"/>
                  <a:pt x="935915" y="1344706"/>
                </a:cubicBezTo>
                <a:lnTo>
                  <a:pt x="978946" y="1312433"/>
                </a:lnTo>
                <a:cubicBezTo>
                  <a:pt x="993289" y="1290918"/>
                  <a:pt x="1013799" y="1272418"/>
                  <a:pt x="1021976" y="1247887"/>
                </a:cubicBezTo>
                <a:cubicBezTo>
                  <a:pt x="1036823" y="1203348"/>
                  <a:pt x="1026444" y="1225049"/>
                  <a:pt x="1054249" y="1183341"/>
                </a:cubicBezTo>
                <a:cubicBezTo>
                  <a:pt x="1078225" y="1087440"/>
                  <a:pt x="1054856" y="1118190"/>
                  <a:pt x="1097280" y="1075764"/>
                </a:cubicBezTo>
                <a:cubicBezTo>
                  <a:pt x="1100725" y="1061984"/>
                  <a:pt x="1111081" y="1015889"/>
                  <a:pt x="1118795" y="1000461"/>
                </a:cubicBezTo>
                <a:cubicBezTo>
                  <a:pt x="1124577" y="988897"/>
                  <a:pt x="1133896" y="979414"/>
                  <a:pt x="1140311" y="968188"/>
                </a:cubicBezTo>
                <a:cubicBezTo>
                  <a:pt x="1148267" y="954264"/>
                  <a:pt x="1153870" y="939081"/>
                  <a:pt x="1161826" y="925157"/>
                </a:cubicBezTo>
                <a:cubicBezTo>
                  <a:pt x="1168241" y="913931"/>
                  <a:pt x="1176926" y="904110"/>
                  <a:pt x="1183341" y="892884"/>
                </a:cubicBezTo>
                <a:cubicBezTo>
                  <a:pt x="1191297" y="878961"/>
                  <a:pt x="1196900" y="863777"/>
                  <a:pt x="1204856" y="849854"/>
                </a:cubicBezTo>
                <a:cubicBezTo>
                  <a:pt x="1211271" y="838628"/>
                  <a:pt x="1219957" y="828807"/>
                  <a:pt x="1226372" y="817581"/>
                </a:cubicBezTo>
                <a:cubicBezTo>
                  <a:pt x="1234328" y="803657"/>
                  <a:pt x="1241570" y="789290"/>
                  <a:pt x="1247887" y="774550"/>
                </a:cubicBezTo>
                <a:cubicBezTo>
                  <a:pt x="1265098" y="734390"/>
                  <a:pt x="1251619" y="742059"/>
                  <a:pt x="1280160" y="699247"/>
                </a:cubicBezTo>
                <a:cubicBezTo>
                  <a:pt x="1285786" y="690808"/>
                  <a:pt x="1294503" y="684903"/>
                  <a:pt x="1301675" y="677731"/>
                </a:cubicBezTo>
                <a:lnTo>
                  <a:pt x="1323191" y="613186"/>
                </a:lnTo>
                <a:cubicBezTo>
                  <a:pt x="1323193" y="613181"/>
                  <a:pt x="1344703" y="548644"/>
                  <a:pt x="1344706" y="548640"/>
                </a:cubicBezTo>
                <a:cubicBezTo>
                  <a:pt x="1360680" y="524679"/>
                  <a:pt x="1365840" y="512368"/>
                  <a:pt x="1387736" y="494851"/>
                </a:cubicBezTo>
                <a:cubicBezTo>
                  <a:pt x="1417526" y="471018"/>
                  <a:pt x="1418196" y="473940"/>
                  <a:pt x="1452282" y="462579"/>
                </a:cubicBezTo>
                <a:cubicBezTo>
                  <a:pt x="1470212" y="444649"/>
                  <a:pt x="1492006" y="429888"/>
                  <a:pt x="1506071" y="408790"/>
                </a:cubicBezTo>
                <a:cubicBezTo>
                  <a:pt x="1525477" y="379681"/>
                  <a:pt x="1535453" y="367607"/>
                  <a:pt x="1549101" y="333487"/>
                </a:cubicBezTo>
                <a:cubicBezTo>
                  <a:pt x="1557524" y="312430"/>
                  <a:pt x="1563444" y="290456"/>
                  <a:pt x="1570616" y="268941"/>
                </a:cubicBezTo>
                <a:lnTo>
                  <a:pt x="1581374" y="236668"/>
                </a:lnTo>
                <a:lnTo>
                  <a:pt x="1613647" y="139849"/>
                </a:lnTo>
                <a:lnTo>
                  <a:pt x="1624405" y="107576"/>
                </a:lnTo>
                <a:cubicBezTo>
                  <a:pt x="1610131" y="36207"/>
                  <a:pt x="1613647" y="72072"/>
                  <a:pt x="1613647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3CC0387-A988-07E6-84C4-B971D1EEB18C}"/>
              </a:ext>
            </a:extLst>
          </p:cNvPr>
          <p:cNvSpPr/>
          <p:nvPr/>
        </p:nvSpPr>
        <p:spPr>
          <a:xfrm>
            <a:off x="10968056" y="643916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88A8E6F-2A24-E442-6100-9A418ABFB575}"/>
              </a:ext>
            </a:extLst>
          </p:cNvPr>
          <p:cNvSpPr/>
          <p:nvPr/>
        </p:nvSpPr>
        <p:spPr>
          <a:xfrm>
            <a:off x="12470935" y="415033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32CE6259-7F56-F3EE-5F94-23ED01C15614}"/>
              </a:ext>
            </a:extLst>
          </p:cNvPr>
          <p:cNvSpPr/>
          <p:nvPr/>
        </p:nvSpPr>
        <p:spPr>
          <a:xfrm>
            <a:off x="13007726" y="5085217"/>
            <a:ext cx="792922" cy="3195281"/>
          </a:xfrm>
          <a:custGeom>
            <a:avLst/>
            <a:gdLst>
              <a:gd name="connsiteX0" fmla="*/ 488716 w 884956"/>
              <a:gd name="connsiteY0" fmla="*/ 3566160 h 3566160"/>
              <a:gd name="connsiteX1" fmla="*/ 519196 w 884956"/>
              <a:gd name="connsiteY1" fmla="*/ 3495040 h 3566160"/>
              <a:gd name="connsiteX2" fmla="*/ 559836 w 884956"/>
              <a:gd name="connsiteY2" fmla="*/ 3434080 h 3566160"/>
              <a:gd name="connsiteX3" fmla="*/ 590316 w 884956"/>
              <a:gd name="connsiteY3" fmla="*/ 3373120 h 3566160"/>
              <a:gd name="connsiteX4" fmla="*/ 600476 w 884956"/>
              <a:gd name="connsiteY4" fmla="*/ 3342640 h 3566160"/>
              <a:gd name="connsiteX5" fmla="*/ 641116 w 884956"/>
              <a:gd name="connsiteY5" fmla="*/ 3271520 h 3566160"/>
              <a:gd name="connsiteX6" fmla="*/ 651276 w 884956"/>
              <a:gd name="connsiteY6" fmla="*/ 3241040 h 3566160"/>
              <a:gd name="connsiteX7" fmla="*/ 722396 w 884956"/>
              <a:gd name="connsiteY7" fmla="*/ 3159760 h 3566160"/>
              <a:gd name="connsiteX8" fmla="*/ 763036 w 884956"/>
              <a:gd name="connsiteY8" fmla="*/ 3098800 h 3566160"/>
              <a:gd name="connsiteX9" fmla="*/ 783356 w 884956"/>
              <a:gd name="connsiteY9" fmla="*/ 3068320 h 3566160"/>
              <a:gd name="connsiteX10" fmla="*/ 813836 w 884956"/>
              <a:gd name="connsiteY10" fmla="*/ 3007360 h 3566160"/>
              <a:gd name="connsiteX11" fmla="*/ 823996 w 884956"/>
              <a:gd name="connsiteY11" fmla="*/ 2966720 h 3566160"/>
              <a:gd name="connsiteX12" fmla="*/ 844316 w 884956"/>
              <a:gd name="connsiteY12" fmla="*/ 2895600 h 3566160"/>
              <a:gd name="connsiteX13" fmla="*/ 864636 w 884956"/>
              <a:gd name="connsiteY13" fmla="*/ 2753360 h 3566160"/>
              <a:gd name="connsiteX14" fmla="*/ 864636 w 884956"/>
              <a:gd name="connsiteY14" fmla="*/ 2448560 h 3566160"/>
              <a:gd name="connsiteX15" fmla="*/ 874796 w 884956"/>
              <a:gd name="connsiteY15" fmla="*/ 2418080 h 3566160"/>
              <a:gd name="connsiteX16" fmla="*/ 884956 w 884956"/>
              <a:gd name="connsiteY16" fmla="*/ 2377440 h 3566160"/>
              <a:gd name="connsiteX17" fmla="*/ 874796 w 884956"/>
              <a:gd name="connsiteY17" fmla="*/ 2042160 h 3566160"/>
              <a:gd name="connsiteX18" fmla="*/ 823996 w 884956"/>
              <a:gd name="connsiteY18" fmla="*/ 1960880 h 3566160"/>
              <a:gd name="connsiteX19" fmla="*/ 773196 w 884956"/>
              <a:gd name="connsiteY19" fmla="*/ 1869440 h 3566160"/>
              <a:gd name="connsiteX20" fmla="*/ 752876 w 884956"/>
              <a:gd name="connsiteY20" fmla="*/ 1838960 h 3566160"/>
              <a:gd name="connsiteX21" fmla="*/ 397276 w 884956"/>
              <a:gd name="connsiteY21" fmla="*/ 1178560 h 3566160"/>
              <a:gd name="connsiteX22" fmla="*/ 376956 w 884956"/>
              <a:gd name="connsiteY22" fmla="*/ 1127760 h 3566160"/>
              <a:gd name="connsiteX23" fmla="*/ 194076 w 884956"/>
              <a:gd name="connsiteY23" fmla="*/ 782320 h 3566160"/>
              <a:gd name="connsiteX24" fmla="*/ 102636 w 884956"/>
              <a:gd name="connsiteY24" fmla="*/ 558800 h 3566160"/>
              <a:gd name="connsiteX25" fmla="*/ 21356 w 884956"/>
              <a:gd name="connsiteY25" fmla="*/ 416560 h 3566160"/>
              <a:gd name="connsiteX26" fmla="*/ 1036 w 884956"/>
              <a:gd name="connsiteY26" fmla="*/ 325120 h 3566160"/>
              <a:gd name="connsiteX27" fmla="*/ 102636 w 884956"/>
              <a:gd name="connsiteY27" fmla="*/ 121920 h 3566160"/>
              <a:gd name="connsiteX28" fmla="*/ 173756 w 884956"/>
              <a:gd name="connsiteY28" fmla="*/ 40640 h 3566160"/>
              <a:gd name="connsiteX29" fmla="*/ 194076 w 884956"/>
              <a:gd name="connsiteY29" fmla="*/ 0 h 356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884956" h="3566160">
                <a:moveTo>
                  <a:pt x="488716" y="3566160"/>
                </a:moveTo>
                <a:cubicBezTo>
                  <a:pt x="498876" y="3542453"/>
                  <a:pt x="506968" y="3517749"/>
                  <a:pt x="519196" y="3495040"/>
                </a:cubicBezTo>
                <a:cubicBezTo>
                  <a:pt x="530774" y="3473537"/>
                  <a:pt x="552113" y="3457248"/>
                  <a:pt x="559836" y="3434080"/>
                </a:cubicBezTo>
                <a:cubicBezTo>
                  <a:pt x="585373" y="3357468"/>
                  <a:pt x="550925" y="3451902"/>
                  <a:pt x="590316" y="3373120"/>
                </a:cubicBezTo>
                <a:cubicBezTo>
                  <a:pt x="595105" y="3363541"/>
                  <a:pt x="596257" y="3352484"/>
                  <a:pt x="600476" y="3342640"/>
                </a:cubicBezTo>
                <a:cubicBezTo>
                  <a:pt x="653913" y="3217955"/>
                  <a:pt x="590098" y="3373556"/>
                  <a:pt x="641116" y="3271520"/>
                </a:cubicBezTo>
                <a:cubicBezTo>
                  <a:pt x="645905" y="3261941"/>
                  <a:pt x="646075" y="3250402"/>
                  <a:pt x="651276" y="3241040"/>
                </a:cubicBezTo>
                <a:cubicBezTo>
                  <a:pt x="686139" y="3178287"/>
                  <a:pt x="677871" y="3189443"/>
                  <a:pt x="722396" y="3159760"/>
                </a:cubicBezTo>
                <a:lnTo>
                  <a:pt x="763036" y="3098800"/>
                </a:lnTo>
                <a:cubicBezTo>
                  <a:pt x="769809" y="3088640"/>
                  <a:pt x="779495" y="3079904"/>
                  <a:pt x="783356" y="3068320"/>
                </a:cubicBezTo>
                <a:cubicBezTo>
                  <a:pt x="797377" y="3026256"/>
                  <a:pt x="787575" y="3046751"/>
                  <a:pt x="813836" y="3007360"/>
                </a:cubicBezTo>
                <a:cubicBezTo>
                  <a:pt x="817223" y="2993813"/>
                  <a:pt x="820160" y="2980146"/>
                  <a:pt x="823996" y="2966720"/>
                </a:cubicBezTo>
                <a:cubicBezTo>
                  <a:pt x="833659" y="2932899"/>
                  <a:pt x="837964" y="2933714"/>
                  <a:pt x="844316" y="2895600"/>
                </a:cubicBezTo>
                <a:cubicBezTo>
                  <a:pt x="852190" y="2848357"/>
                  <a:pt x="864636" y="2753360"/>
                  <a:pt x="864636" y="2753360"/>
                </a:cubicBezTo>
                <a:cubicBezTo>
                  <a:pt x="856748" y="2603496"/>
                  <a:pt x="846182" y="2577740"/>
                  <a:pt x="864636" y="2448560"/>
                </a:cubicBezTo>
                <a:cubicBezTo>
                  <a:pt x="866151" y="2437958"/>
                  <a:pt x="871854" y="2428378"/>
                  <a:pt x="874796" y="2418080"/>
                </a:cubicBezTo>
                <a:cubicBezTo>
                  <a:pt x="878632" y="2404654"/>
                  <a:pt x="881569" y="2390987"/>
                  <a:pt x="884956" y="2377440"/>
                </a:cubicBezTo>
                <a:cubicBezTo>
                  <a:pt x="881569" y="2265680"/>
                  <a:pt x="890986" y="2152793"/>
                  <a:pt x="874796" y="2042160"/>
                </a:cubicBezTo>
                <a:cubicBezTo>
                  <a:pt x="870170" y="2010547"/>
                  <a:pt x="840195" y="1988419"/>
                  <a:pt x="823996" y="1960880"/>
                </a:cubicBezTo>
                <a:cubicBezTo>
                  <a:pt x="806317" y="1930826"/>
                  <a:pt x="790765" y="1899558"/>
                  <a:pt x="773196" y="1869440"/>
                </a:cubicBezTo>
                <a:cubicBezTo>
                  <a:pt x="767043" y="1858893"/>
                  <a:pt x="758337" y="1849882"/>
                  <a:pt x="752876" y="1838960"/>
                </a:cubicBezTo>
                <a:cubicBezTo>
                  <a:pt x="425821" y="1184850"/>
                  <a:pt x="862809" y="2012640"/>
                  <a:pt x="397276" y="1178560"/>
                </a:cubicBezTo>
                <a:cubicBezTo>
                  <a:pt x="388388" y="1162635"/>
                  <a:pt x="385278" y="1143988"/>
                  <a:pt x="376956" y="1127760"/>
                </a:cubicBezTo>
                <a:cubicBezTo>
                  <a:pt x="317504" y="1011828"/>
                  <a:pt x="250660" y="899679"/>
                  <a:pt x="194076" y="782320"/>
                </a:cubicBezTo>
                <a:cubicBezTo>
                  <a:pt x="159115" y="709808"/>
                  <a:pt x="134002" y="632938"/>
                  <a:pt x="102636" y="558800"/>
                </a:cubicBezTo>
                <a:cubicBezTo>
                  <a:pt x="84470" y="515863"/>
                  <a:pt x="38432" y="445020"/>
                  <a:pt x="21356" y="416560"/>
                </a:cubicBezTo>
                <a:cubicBezTo>
                  <a:pt x="14583" y="386080"/>
                  <a:pt x="-4649" y="355822"/>
                  <a:pt x="1036" y="325120"/>
                </a:cubicBezTo>
                <a:cubicBezTo>
                  <a:pt x="31437" y="160956"/>
                  <a:pt x="26162" y="172903"/>
                  <a:pt x="102636" y="121920"/>
                </a:cubicBezTo>
                <a:cubicBezTo>
                  <a:pt x="150049" y="50800"/>
                  <a:pt x="122956" y="74507"/>
                  <a:pt x="173756" y="40640"/>
                </a:cubicBezTo>
                <a:cubicBezTo>
                  <a:pt x="185431" y="5616"/>
                  <a:pt x="176343" y="17733"/>
                  <a:pt x="19407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99E5692F-DDB4-AEFF-8D9F-E3E76E9B595C}"/>
              </a:ext>
            </a:extLst>
          </p:cNvPr>
          <p:cNvSpPr/>
          <p:nvPr/>
        </p:nvSpPr>
        <p:spPr>
          <a:xfrm>
            <a:off x="13253914" y="5112529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D376222D-F9C8-EA03-5B39-3F911E8C2056}"/>
              </a:ext>
            </a:extLst>
          </p:cNvPr>
          <p:cNvSpPr/>
          <p:nvPr/>
        </p:nvSpPr>
        <p:spPr>
          <a:xfrm>
            <a:off x="12579547" y="4220668"/>
            <a:ext cx="601105" cy="846614"/>
          </a:xfrm>
          <a:custGeom>
            <a:avLst/>
            <a:gdLst>
              <a:gd name="connsiteX0" fmla="*/ 0 w 670878"/>
              <a:gd name="connsiteY0" fmla="*/ 0 h 944880"/>
              <a:gd name="connsiteX1" fmla="*/ 60960 w 670878"/>
              <a:gd name="connsiteY1" fmla="*/ 71120 h 944880"/>
              <a:gd name="connsiteX2" fmla="*/ 91440 w 670878"/>
              <a:gd name="connsiteY2" fmla="*/ 101600 h 944880"/>
              <a:gd name="connsiteX3" fmla="*/ 121920 w 670878"/>
              <a:gd name="connsiteY3" fmla="*/ 152400 h 944880"/>
              <a:gd name="connsiteX4" fmla="*/ 142240 w 670878"/>
              <a:gd name="connsiteY4" fmla="*/ 182880 h 944880"/>
              <a:gd name="connsiteX5" fmla="*/ 162560 w 670878"/>
              <a:gd name="connsiteY5" fmla="*/ 243840 h 944880"/>
              <a:gd name="connsiteX6" fmla="*/ 172720 w 670878"/>
              <a:gd name="connsiteY6" fmla="*/ 284480 h 944880"/>
              <a:gd name="connsiteX7" fmla="*/ 193040 w 670878"/>
              <a:gd name="connsiteY7" fmla="*/ 314960 h 944880"/>
              <a:gd name="connsiteX8" fmla="*/ 213360 w 670878"/>
              <a:gd name="connsiteY8" fmla="*/ 375920 h 944880"/>
              <a:gd name="connsiteX9" fmla="*/ 223520 w 670878"/>
              <a:gd name="connsiteY9" fmla="*/ 406400 h 944880"/>
              <a:gd name="connsiteX10" fmla="*/ 233680 w 670878"/>
              <a:gd name="connsiteY10" fmla="*/ 436880 h 944880"/>
              <a:gd name="connsiteX11" fmla="*/ 274320 w 670878"/>
              <a:gd name="connsiteY11" fmla="*/ 497840 h 944880"/>
              <a:gd name="connsiteX12" fmla="*/ 355600 w 670878"/>
              <a:gd name="connsiteY12" fmla="*/ 589280 h 944880"/>
              <a:gd name="connsiteX13" fmla="*/ 416560 w 670878"/>
              <a:gd name="connsiteY13" fmla="*/ 629920 h 944880"/>
              <a:gd name="connsiteX14" fmla="*/ 436880 w 670878"/>
              <a:gd name="connsiteY14" fmla="*/ 660400 h 944880"/>
              <a:gd name="connsiteX15" fmla="*/ 467360 w 670878"/>
              <a:gd name="connsiteY15" fmla="*/ 680720 h 944880"/>
              <a:gd name="connsiteX16" fmla="*/ 508000 w 670878"/>
              <a:gd name="connsiteY16" fmla="*/ 741680 h 944880"/>
              <a:gd name="connsiteX17" fmla="*/ 518160 w 670878"/>
              <a:gd name="connsiteY17" fmla="*/ 772160 h 944880"/>
              <a:gd name="connsiteX18" fmla="*/ 579120 w 670878"/>
              <a:gd name="connsiteY18" fmla="*/ 822960 h 944880"/>
              <a:gd name="connsiteX19" fmla="*/ 599440 w 670878"/>
              <a:gd name="connsiteY19" fmla="*/ 853440 h 944880"/>
              <a:gd name="connsiteX20" fmla="*/ 629920 w 670878"/>
              <a:gd name="connsiteY20" fmla="*/ 873760 h 944880"/>
              <a:gd name="connsiteX21" fmla="*/ 640080 w 670878"/>
              <a:gd name="connsiteY21" fmla="*/ 904240 h 944880"/>
              <a:gd name="connsiteX22" fmla="*/ 670560 w 670878"/>
              <a:gd name="connsiteY22" fmla="*/ 944880 h 944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670878" h="944880">
                <a:moveTo>
                  <a:pt x="0" y="0"/>
                </a:moveTo>
                <a:cubicBezTo>
                  <a:pt x="20320" y="23707"/>
                  <a:pt x="40073" y="47912"/>
                  <a:pt x="60960" y="71120"/>
                </a:cubicBezTo>
                <a:cubicBezTo>
                  <a:pt x="70572" y="81800"/>
                  <a:pt x="82819" y="90105"/>
                  <a:pt x="91440" y="101600"/>
                </a:cubicBezTo>
                <a:cubicBezTo>
                  <a:pt x="103288" y="117398"/>
                  <a:pt x="111454" y="135654"/>
                  <a:pt x="121920" y="152400"/>
                </a:cubicBezTo>
                <a:cubicBezTo>
                  <a:pt x="128392" y="162755"/>
                  <a:pt x="137281" y="171722"/>
                  <a:pt x="142240" y="182880"/>
                </a:cubicBezTo>
                <a:cubicBezTo>
                  <a:pt x="150939" y="202453"/>
                  <a:pt x="157365" y="223060"/>
                  <a:pt x="162560" y="243840"/>
                </a:cubicBezTo>
                <a:cubicBezTo>
                  <a:pt x="165947" y="257387"/>
                  <a:pt x="167219" y="271645"/>
                  <a:pt x="172720" y="284480"/>
                </a:cubicBezTo>
                <a:cubicBezTo>
                  <a:pt x="177530" y="295703"/>
                  <a:pt x="188081" y="303802"/>
                  <a:pt x="193040" y="314960"/>
                </a:cubicBezTo>
                <a:cubicBezTo>
                  <a:pt x="201739" y="334533"/>
                  <a:pt x="206587" y="355600"/>
                  <a:pt x="213360" y="375920"/>
                </a:cubicBezTo>
                <a:lnTo>
                  <a:pt x="223520" y="406400"/>
                </a:lnTo>
                <a:cubicBezTo>
                  <a:pt x="226907" y="416560"/>
                  <a:pt x="227739" y="427969"/>
                  <a:pt x="233680" y="436880"/>
                </a:cubicBezTo>
                <a:lnTo>
                  <a:pt x="274320" y="497840"/>
                </a:lnTo>
                <a:cubicBezTo>
                  <a:pt x="298752" y="534487"/>
                  <a:pt x="313843" y="561442"/>
                  <a:pt x="355600" y="589280"/>
                </a:cubicBezTo>
                <a:lnTo>
                  <a:pt x="416560" y="629920"/>
                </a:lnTo>
                <a:cubicBezTo>
                  <a:pt x="423333" y="640080"/>
                  <a:pt x="428246" y="651766"/>
                  <a:pt x="436880" y="660400"/>
                </a:cubicBezTo>
                <a:cubicBezTo>
                  <a:pt x="445514" y="669034"/>
                  <a:pt x="459319" y="671530"/>
                  <a:pt x="467360" y="680720"/>
                </a:cubicBezTo>
                <a:cubicBezTo>
                  <a:pt x="483442" y="699099"/>
                  <a:pt x="500277" y="718512"/>
                  <a:pt x="508000" y="741680"/>
                </a:cubicBezTo>
                <a:cubicBezTo>
                  <a:pt x="511387" y="751840"/>
                  <a:pt x="512219" y="763249"/>
                  <a:pt x="518160" y="772160"/>
                </a:cubicBezTo>
                <a:cubicBezTo>
                  <a:pt x="533806" y="795629"/>
                  <a:pt x="556629" y="807966"/>
                  <a:pt x="579120" y="822960"/>
                </a:cubicBezTo>
                <a:cubicBezTo>
                  <a:pt x="585893" y="833120"/>
                  <a:pt x="590806" y="844806"/>
                  <a:pt x="599440" y="853440"/>
                </a:cubicBezTo>
                <a:cubicBezTo>
                  <a:pt x="608074" y="862074"/>
                  <a:pt x="622292" y="864225"/>
                  <a:pt x="629920" y="873760"/>
                </a:cubicBezTo>
                <a:cubicBezTo>
                  <a:pt x="636610" y="882123"/>
                  <a:pt x="633390" y="895877"/>
                  <a:pt x="640080" y="904240"/>
                </a:cubicBezTo>
                <a:cubicBezTo>
                  <a:pt x="676196" y="949385"/>
                  <a:pt x="670560" y="900663"/>
                  <a:pt x="670560" y="94488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B23A95-11D1-97C6-2541-1C82758DB6EC}"/>
                  </a:ext>
                </a:extLst>
              </p:cNvPr>
              <p:cNvSpPr txBox="1"/>
              <p:nvPr/>
            </p:nvSpPr>
            <p:spPr>
              <a:xfrm>
                <a:off x="9221634" y="3505407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B23A95-11D1-97C6-2541-1C82758DB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1634" y="3505407"/>
                <a:ext cx="896111" cy="588751"/>
              </a:xfrm>
              <a:prstGeom prst="rect">
                <a:avLst/>
              </a:prstGeom>
              <a:blipFill>
                <a:blip r:embed="rId89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CCD397D-655D-4EC3-1C7A-73409ACA0D53}"/>
              </a:ext>
            </a:extLst>
          </p:cNvPr>
          <p:cNvCxnSpPr>
            <a:cxnSpLocks/>
          </p:cNvCxnSpPr>
          <p:nvPr/>
        </p:nvCxnSpPr>
        <p:spPr>
          <a:xfrm>
            <a:off x="19708928" y="4870246"/>
            <a:ext cx="0" cy="6134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BF0011C-DD8B-8300-0170-C8BE0D361D62}"/>
              </a:ext>
            </a:extLst>
          </p:cNvPr>
          <p:cNvCxnSpPr>
            <a:cxnSpLocks/>
          </p:cNvCxnSpPr>
          <p:nvPr/>
        </p:nvCxnSpPr>
        <p:spPr>
          <a:xfrm>
            <a:off x="18384969" y="6596602"/>
            <a:ext cx="0" cy="34736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5758F1E-CB75-E57C-73E8-FF8A2724E885}"/>
                  </a:ext>
                </a:extLst>
              </p:cNvPr>
              <p:cNvSpPr txBox="1"/>
              <p:nvPr/>
            </p:nvSpPr>
            <p:spPr>
              <a:xfrm>
                <a:off x="18492579" y="6475166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5758F1E-CB75-E57C-73E8-FF8A2724E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579" y="6475166"/>
                <a:ext cx="568909" cy="478464"/>
              </a:xfrm>
              <a:prstGeom prst="rect">
                <a:avLst/>
              </a:prstGeom>
              <a:blipFill>
                <a:blip r:embed="rId9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F13EE61-2B6E-EAC1-CC63-B068F24547E2}"/>
                  </a:ext>
                </a:extLst>
              </p:cNvPr>
              <p:cNvSpPr txBox="1"/>
              <p:nvPr/>
            </p:nvSpPr>
            <p:spPr>
              <a:xfrm>
                <a:off x="19418084" y="5042633"/>
                <a:ext cx="98303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F13EE61-2B6E-EAC1-CC63-B068F24547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8084" y="5042633"/>
                <a:ext cx="983031" cy="478464"/>
              </a:xfrm>
              <a:prstGeom prst="rect">
                <a:avLst/>
              </a:prstGeom>
              <a:blipFill>
                <a:blip r:embed="rId91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2CFCACF-9DB9-1BD5-38B0-E5FF34C4088F}"/>
                  </a:ext>
                </a:extLst>
              </p:cNvPr>
              <p:cNvSpPr txBox="1"/>
              <p:nvPr/>
            </p:nvSpPr>
            <p:spPr>
              <a:xfrm>
                <a:off x="4796644" y="4771295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2CFCACF-9DB9-1BD5-38B0-E5FF34C4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644" y="4771295"/>
                <a:ext cx="896111" cy="478464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D3FE32-995D-1873-90ED-4CE872654BA8}"/>
                  </a:ext>
                </a:extLst>
              </p:cNvPr>
              <p:cNvSpPr txBox="1"/>
              <p:nvPr/>
            </p:nvSpPr>
            <p:spPr>
              <a:xfrm>
                <a:off x="16746327" y="8792017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D3FE32-995D-1873-90ED-4CE87265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6327" y="8792017"/>
                <a:ext cx="5728691" cy="533544"/>
              </a:xfrm>
              <a:prstGeom prst="rect">
                <a:avLst/>
              </a:prstGeom>
              <a:blipFill>
                <a:blip r:embed="rId92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Freeform 89">
            <a:extLst>
              <a:ext uri="{FF2B5EF4-FFF2-40B4-BE49-F238E27FC236}">
                <a16:creationId xmlns:a16="http://schemas.microsoft.com/office/drawing/2014/main" id="{D30C02EA-E539-2658-799B-6B09474592FC}"/>
              </a:ext>
            </a:extLst>
          </p:cNvPr>
          <p:cNvSpPr/>
          <p:nvPr/>
        </p:nvSpPr>
        <p:spPr>
          <a:xfrm>
            <a:off x="18423467" y="4834401"/>
            <a:ext cx="1259238" cy="1735074"/>
          </a:xfrm>
          <a:custGeom>
            <a:avLst/>
            <a:gdLst>
              <a:gd name="connsiteX0" fmla="*/ 0 w 1624405"/>
              <a:gd name="connsiteY0" fmla="*/ 2571077 h 2571077"/>
              <a:gd name="connsiteX1" fmla="*/ 86061 w 1624405"/>
              <a:gd name="connsiteY1" fmla="*/ 2528047 h 2571077"/>
              <a:gd name="connsiteX2" fmla="*/ 107576 w 1624405"/>
              <a:gd name="connsiteY2" fmla="*/ 2495774 h 2571077"/>
              <a:gd name="connsiteX3" fmla="*/ 129092 w 1624405"/>
              <a:gd name="connsiteY3" fmla="*/ 2474259 h 2571077"/>
              <a:gd name="connsiteX4" fmla="*/ 161365 w 1624405"/>
              <a:gd name="connsiteY4" fmla="*/ 2431228 h 2571077"/>
              <a:gd name="connsiteX5" fmla="*/ 172122 w 1624405"/>
              <a:gd name="connsiteY5" fmla="*/ 2398955 h 2571077"/>
              <a:gd name="connsiteX6" fmla="*/ 225911 w 1624405"/>
              <a:gd name="connsiteY6" fmla="*/ 2334409 h 2571077"/>
              <a:gd name="connsiteX7" fmla="*/ 258184 w 1624405"/>
              <a:gd name="connsiteY7" fmla="*/ 2269863 h 2571077"/>
              <a:gd name="connsiteX8" fmla="*/ 290456 w 1624405"/>
              <a:gd name="connsiteY8" fmla="*/ 2248348 h 2571077"/>
              <a:gd name="connsiteX9" fmla="*/ 344245 w 1624405"/>
              <a:gd name="connsiteY9" fmla="*/ 2173044 h 2571077"/>
              <a:gd name="connsiteX10" fmla="*/ 376518 w 1624405"/>
              <a:gd name="connsiteY10" fmla="*/ 2151529 h 2571077"/>
              <a:gd name="connsiteX11" fmla="*/ 419548 w 1624405"/>
              <a:gd name="connsiteY11" fmla="*/ 2086983 h 2571077"/>
              <a:gd name="connsiteX12" fmla="*/ 484094 w 1624405"/>
              <a:gd name="connsiteY12" fmla="*/ 2022437 h 2571077"/>
              <a:gd name="connsiteX13" fmla="*/ 527125 w 1624405"/>
              <a:gd name="connsiteY13" fmla="*/ 1957891 h 2571077"/>
              <a:gd name="connsiteX14" fmla="*/ 548640 w 1624405"/>
              <a:gd name="connsiteY14" fmla="*/ 1925619 h 2571077"/>
              <a:gd name="connsiteX15" fmla="*/ 591671 w 1624405"/>
              <a:gd name="connsiteY15" fmla="*/ 1839557 h 2571077"/>
              <a:gd name="connsiteX16" fmla="*/ 623944 w 1624405"/>
              <a:gd name="connsiteY16" fmla="*/ 1775011 h 2571077"/>
              <a:gd name="connsiteX17" fmla="*/ 645459 w 1624405"/>
              <a:gd name="connsiteY17" fmla="*/ 1710466 h 2571077"/>
              <a:gd name="connsiteX18" fmla="*/ 656216 w 1624405"/>
              <a:gd name="connsiteY18" fmla="*/ 1678193 h 2571077"/>
              <a:gd name="connsiteX19" fmla="*/ 699247 w 1624405"/>
              <a:gd name="connsiteY19" fmla="*/ 1624404 h 2571077"/>
              <a:gd name="connsiteX20" fmla="*/ 731520 w 1624405"/>
              <a:gd name="connsiteY20" fmla="*/ 1581374 h 2571077"/>
              <a:gd name="connsiteX21" fmla="*/ 763793 w 1624405"/>
              <a:gd name="connsiteY21" fmla="*/ 1527586 h 2571077"/>
              <a:gd name="connsiteX22" fmla="*/ 785308 w 1624405"/>
              <a:gd name="connsiteY22" fmla="*/ 1506070 h 2571077"/>
              <a:gd name="connsiteX23" fmla="*/ 817581 w 1624405"/>
              <a:gd name="connsiteY23" fmla="*/ 1463040 h 2571077"/>
              <a:gd name="connsiteX24" fmla="*/ 903642 w 1624405"/>
              <a:gd name="connsiteY24" fmla="*/ 1376979 h 2571077"/>
              <a:gd name="connsiteX25" fmla="*/ 935915 w 1624405"/>
              <a:gd name="connsiteY25" fmla="*/ 1344706 h 2571077"/>
              <a:gd name="connsiteX26" fmla="*/ 978946 w 1624405"/>
              <a:gd name="connsiteY26" fmla="*/ 1312433 h 2571077"/>
              <a:gd name="connsiteX27" fmla="*/ 1021976 w 1624405"/>
              <a:gd name="connsiteY27" fmla="*/ 1247887 h 2571077"/>
              <a:gd name="connsiteX28" fmla="*/ 1054249 w 1624405"/>
              <a:gd name="connsiteY28" fmla="*/ 1183341 h 2571077"/>
              <a:gd name="connsiteX29" fmla="*/ 1097280 w 1624405"/>
              <a:gd name="connsiteY29" fmla="*/ 1075764 h 2571077"/>
              <a:gd name="connsiteX30" fmla="*/ 1118795 w 1624405"/>
              <a:gd name="connsiteY30" fmla="*/ 1000461 h 2571077"/>
              <a:gd name="connsiteX31" fmla="*/ 1140311 w 1624405"/>
              <a:gd name="connsiteY31" fmla="*/ 968188 h 2571077"/>
              <a:gd name="connsiteX32" fmla="*/ 1161826 w 1624405"/>
              <a:gd name="connsiteY32" fmla="*/ 925157 h 2571077"/>
              <a:gd name="connsiteX33" fmla="*/ 1183341 w 1624405"/>
              <a:gd name="connsiteY33" fmla="*/ 892884 h 2571077"/>
              <a:gd name="connsiteX34" fmla="*/ 1204856 w 1624405"/>
              <a:gd name="connsiteY34" fmla="*/ 849854 h 2571077"/>
              <a:gd name="connsiteX35" fmla="*/ 1226372 w 1624405"/>
              <a:gd name="connsiteY35" fmla="*/ 817581 h 2571077"/>
              <a:gd name="connsiteX36" fmla="*/ 1247887 w 1624405"/>
              <a:gd name="connsiteY36" fmla="*/ 774550 h 2571077"/>
              <a:gd name="connsiteX37" fmla="*/ 1280160 w 1624405"/>
              <a:gd name="connsiteY37" fmla="*/ 699247 h 2571077"/>
              <a:gd name="connsiteX38" fmla="*/ 1301675 w 1624405"/>
              <a:gd name="connsiteY38" fmla="*/ 677731 h 2571077"/>
              <a:gd name="connsiteX39" fmla="*/ 1323191 w 1624405"/>
              <a:gd name="connsiteY39" fmla="*/ 613186 h 2571077"/>
              <a:gd name="connsiteX40" fmla="*/ 1344706 w 1624405"/>
              <a:gd name="connsiteY40" fmla="*/ 548640 h 2571077"/>
              <a:gd name="connsiteX41" fmla="*/ 1387736 w 1624405"/>
              <a:gd name="connsiteY41" fmla="*/ 494851 h 2571077"/>
              <a:gd name="connsiteX42" fmla="*/ 1452282 w 1624405"/>
              <a:gd name="connsiteY42" fmla="*/ 462579 h 2571077"/>
              <a:gd name="connsiteX43" fmla="*/ 1506071 w 1624405"/>
              <a:gd name="connsiteY43" fmla="*/ 408790 h 2571077"/>
              <a:gd name="connsiteX44" fmla="*/ 1549101 w 1624405"/>
              <a:gd name="connsiteY44" fmla="*/ 333487 h 2571077"/>
              <a:gd name="connsiteX45" fmla="*/ 1570616 w 1624405"/>
              <a:gd name="connsiteY45" fmla="*/ 268941 h 2571077"/>
              <a:gd name="connsiteX46" fmla="*/ 1581374 w 1624405"/>
              <a:gd name="connsiteY46" fmla="*/ 236668 h 2571077"/>
              <a:gd name="connsiteX47" fmla="*/ 1613647 w 1624405"/>
              <a:gd name="connsiteY47" fmla="*/ 139849 h 2571077"/>
              <a:gd name="connsiteX48" fmla="*/ 1624405 w 1624405"/>
              <a:gd name="connsiteY48" fmla="*/ 107576 h 2571077"/>
              <a:gd name="connsiteX49" fmla="*/ 1613647 w 1624405"/>
              <a:gd name="connsiteY49" fmla="*/ 0 h 2571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624405" h="2571077">
                <a:moveTo>
                  <a:pt x="0" y="2571077"/>
                </a:moveTo>
                <a:cubicBezTo>
                  <a:pt x="28687" y="2556734"/>
                  <a:pt x="59786" y="2546440"/>
                  <a:pt x="86061" y="2528047"/>
                </a:cubicBezTo>
                <a:cubicBezTo>
                  <a:pt x="96653" y="2520633"/>
                  <a:pt x="99499" y="2505870"/>
                  <a:pt x="107576" y="2495774"/>
                </a:cubicBezTo>
                <a:cubicBezTo>
                  <a:pt x="113912" y="2487854"/>
                  <a:pt x="122599" y="2482051"/>
                  <a:pt x="129092" y="2474259"/>
                </a:cubicBezTo>
                <a:cubicBezTo>
                  <a:pt x="140570" y="2460485"/>
                  <a:pt x="150607" y="2445572"/>
                  <a:pt x="161365" y="2431228"/>
                </a:cubicBezTo>
                <a:cubicBezTo>
                  <a:pt x="164951" y="2420470"/>
                  <a:pt x="167051" y="2409097"/>
                  <a:pt x="172122" y="2398955"/>
                </a:cubicBezTo>
                <a:cubicBezTo>
                  <a:pt x="187098" y="2369003"/>
                  <a:pt x="202121" y="2358199"/>
                  <a:pt x="225911" y="2334409"/>
                </a:cubicBezTo>
                <a:cubicBezTo>
                  <a:pt x="234661" y="2308158"/>
                  <a:pt x="237328" y="2290719"/>
                  <a:pt x="258184" y="2269863"/>
                </a:cubicBezTo>
                <a:cubicBezTo>
                  <a:pt x="267326" y="2260721"/>
                  <a:pt x="279699" y="2255520"/>
                  <a:pt x="290456" y="2248348"/>
                </a:cubicBezTo>
                <a:cubicBezTo>
                  <a:pt x="302671" y="2230026"/>
                  <a:pt x="330905" y="2186384"/>
                  <a:pt x="344245" y="2173044"/>
                </a:cubicBezTo>
                <a:cubicBezTo>
                  <a:pt x="353387" y="2163902"/>
                  <a:pt x="365760" y="2158701"/>
                  <a:pt x="376518" y="2151529"/>
                </a:cubicBezTo>
                <a:cubicBezTo>
                  <a:pt x="390861" y="2130014"/>
                  <a:pt x="401264" y="2105267"/>
                  <a:pt x="419548" y="2086983"/>
                </a:cubicBezTo>
                <a:cubicBezTo>
                  <a:pt x="441063" y="2065468"/>
                  <a:pt x="467216" y="2047754"/>
                  <a:pt x="484094" y="2022437"/>
                </a:cubicBezTo>
                <a:lnTo>
                  <a:pt x="527125" y="1957891"/>
                </a:lnTo>
                <a:cubicBezTo>
                  <a:pt x="534297" y="1947134"/>
                  <a:pt x="543838" y="1937623"/>
                  <a:pt x="548640" y="1925619"/>
                </a:cubicBezTo>
                <a:cubicBezTo>
                  <a:pt x="574957" y="1859825"/>
                  <a:pt x="559443" y="1887897"/>
                  <a:pt x="591671" y="1839557"/>
                </a:cubicBezTo>
                <a:cubicBezTo>
                  <a:pt x="630896" y="1721873"/>
                  <a:pt x="568340" y="1900118"/>
                  <a:pt x="623944" y="1775011"/>
                </a:cubicBezTo>
                <a:cubicBezTo>
                  <a:pt x="633155" y="1754287"/>
                  <a:pt x="638287" y="1731981"/>
                  <a:pt x="645459" y="1710466"/>
                </a:cubicBezTo>
                <a:cubicBezTo>
                  <a:pt x="649045" y="1699708"/>
                  <a:pt x="648198" y="1686211"/>
                  <a:pt x="656216" y="1678193"/>
                </a:cubicBezTo>
                <a:cubicBezTo>
                  <a:pt x="692199" y="1642210"/>
                  <a:pt x="665319" y="1671903"/>
                  <a:pt x="699247" y="1624404"/>
                </a:cubicBezTo>
                <a:cubicBezTo>
                  <a:pt x="709668" y="1609814"/>
                  <a:pt x="721575" y="1596292"/>
                  <a:pt x="731520" y="1581374"/>
                </a:cubicBezTo>
                <a:cubicBezTo>
                  <a:pt x="743118" y="1563977"/>
                  <a:pt x="751640" y="1544600"/>
                  <a:pt x="763793" y="1527586"/>
                </a:cubicBezTo>
                <a:cubicBezTo>
                  <a:pt x="769688" y="1519333"/>
                  <a:pt x="778815" y="1513862"/>
                  <a:pt x="785308" y="1506070"/>
                </a:cubicBezTo>
                <a:cubicBezTo>
                  <a:pt x="796786" y="1492296"/>
                  <a:pt x="805466" y="1476257"/>
                  <a:pt x="817581" y="1463040"/>
                </a:cubicBezTo>
                <a:cubicBezTo>
                  <a:pt x="844995" y="1433134"/>
                  <a:pt x="874955" y="1405666"/>
                  <a:pt x="903642" y="1376979"/>
                </a:cubicBezTo>
                <a:cubicBezTo>
                  <a:pt x="914400" y="1366221"/>
                  <a:pt x="923744" y="1353834"/>
                  <a:pt x="935915" y="1344706"/>
                </a:cubicBezTo>
                <a:lnTo>
                  <a:pt x="978946" y="1312433"/>
                </a:lnTo>
                <a:cubicBezTo>
                  <a:pt x="993289" y="1290918"/>
                  <a:pt x="1013799" y="1272418"/>
                  <a:pt x="1021976" y="1247887"/>
                </a:cubicBezTo>
                <a:cubicBezTo>
                  <a:pt x="1036823" y="1203348"/>
                  <a:pt x="1026444" y="1225049"/>
                  <a:pt x="1054249" y="1183341"/>
                </a:cubicBezTo>
                <a:cubicBezTo>
                  <a:pt x="1078225" y="1087440"/>
                  <a:pt x="1054856" y="1118190"/>
                  <a:pt x="1097280" y="1075764"/>
                </a:cubicBezTo>
                <a:cubicBezTo>
                  <a:pt x="1100725" y="1061984"/>
                  <a:pt x="1111081" y="1015889"/>
                  <a:pt x="1118795" y="1000461"/>
                </a:cubicBezTo>
                <a:cubicBezTo>
                  <a:pt x="1124577" y="988897"/>
                  <a:pt x="1133896" y="979414"/>
                  <a:pt x="1140311" y="968188"/>
                </a:cubicBezTo>
                <a:cubicBezTo>
                  <a:pt x="1148267" y="954264"/>
                  <a:pt x="1153870" y="939081"/>
                  <a:pt x="1161826" y="925157"/>
                </a:cubicBezTo>
                <a:cubicBezTo>
                  <a:pt x="1168241" y="913931"/>
                  <a:pt x="1176926" y="904110"/>
                  <a:pt x="1183341" y="892884"/>
                </a:cubicBezTo>
                <a:cubicBezTo>
                  <a:pt x="1191297" y="878961"/>
                  <a:pt x="1196900" y="863777"/>
                  <a:pt x="1204856" y="849854"/>
                </a:cubicBezTo>
                <a:cubicBezTo>
                  <a:pt x="1211271" y="838628"/>
                  <a:pt x="1219957" y="828807"/>
                  <a:pt x="1226372" y="817581"/>
                </a:cubicBezTo>
                <a:cubicBezTo>
                  <a:pt x="1234328" y="803657"/>
                  <a:pt x="1241570" y="789290"/>
                  <a:pt x="1247887" y="774550"/>
                </a:cubicBezTo>
                <a:cubicBezTo>
                  <a:pt x="1265098" y="734390"/>
                  <a:pt x="1251619" y="742059"/>
                  <a:pt x="1280160" y="699247"/>
                </a:cubicBezTo>
                <a:cubicBezTo>
                  <a:pt x="1285786" y="690808"/>
                  <a:pt x="1294503" y="684903"/>
                  <a:pt x="1301675" y="677731"/>
                </a:cubicBezTo>
                <a:lnTo>
                  <a:pt x="1323191" y="613186"/>
                </a:lnTo>
                <a:cubicBezTo>
                  <a:pt x="1323193" y="613181"/>
                  <a:pt x="1344703" y="548644"/>
                  <a:pt x="1344706" y="548640"/>
                </a:cubicBezTo>
                <a:cubicBezTo>
                  <a:pt x="1360680" y="524679"/>
                  <a:pt x="1365840" y="512368"/>
                  <a:pt x="1387736" y="494851"/>
                </a:cubicBezTo>
                <a:cubicBezTo>
                  <a:pt x="1417526" y="471018"/>
                  <a:pt x="1418196" y="473940"/>
                  <a:pt x="1452282" y="462579"/>
                </a:cubicBezTo>
                <a:cubicBezTo>
                  <a:pt x="1470212" y="444649"/>
                  <a:pt x="1492006" y="429888"/>
                  <a:pt x="1506071" y="408790"/>
                </a:cubicBezTo>
                <a:cubicBezTo>
                  <a:pt x="1525477" y="379681"/>
                  <a:pt x="1535453" y="367607"/>
                  <a:pt x="1549101" y="333487"/>
                </a:cubicBezTo>
                <a:cubicBezTo>
                  <a:pt x="1557524" y="312430"/>
                  <a:pt x="1563444" y="290456"/>
                  <a:pt x="1570616" y="268941"/>
                </a:cubicBezTo>
                <a:lnTo>
                  <a:pt x="1581374" y="236668"/>
                </a:lnTo>
                <a:lnTo>
                  <a:pt x="1613647" y="139849"/>
                </a:lnTo>
                <a:lnTo>
                  <a:pt x="1624405" y="107576"/>
                </a:lnTo>
                <a:cubicBezTo>
                  <a:pt x="1610131" y="36207"/>
                  <a:pt x="1613647" y="72072"/>
                  <a:pt x="1613647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1C90408-6AAB-FB5B-FF31-BCB3F6C48960}"/>
                  </a:ext>
                </a:extLst>
              </p:cNvPr>
              <p:cNvSpPr txBox="1"/>
              <p:nvPr/>
            </p:nvSpPr>
            <p:spPr>
              <a:xfrm>
                <a:off x="17833450" y="9417648"/>
                <a:ext cx="4172975" cy="718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1C90408-6AAB-FB5B-FF31-BCB3F6C48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3450" y="9417648"/>
                <a:ext cx="4172975" cy="718145"/>
              </a:xfrm>
              <a:prstGeom prst="rect">
                <a:avLst/>
              </a:prstGeom>
              <a:blipFill>
                <a:blip r:embed="rId93"/>
                <a:stretch>
                  <a:fillRect l="-912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Freeform 91">
            <a:extLst>
              <a:ext uri="{FF2B5EF4-FFF2-40B4-BE49-F238E27FC236}">
                <a16:creationId xmlns:a16="http://schemas.microsoft.com/office/drawing/2014/main" id="{FE0170DD-A448-391E-F2C9-54F00D2A40AC}"/>
              </a:ext>
            </a:extLst>
          </p:cNvPr>
          <p:cNvSpPr/>
          <p:nvPr/>
        </p:nvSpPr>
        <p:spPr>
          <a:xfrm>
            <a:off x="17415097" y="6601361"/>
            <a:ext cx="932745" cy="1752047"/>
          </a:xfrm>
          <a:custGeom>
            <a:avLst/>
            <a:gdLst>
              <a:gd name="connsiteX0" fmla="*/ 0 w 1041009"/>
              <a:gd name="connsiteY0" fmla="*/ 1955409 h 1955409"/>
              <a:gd name="connsiteX1" fmla="*/ 14067 w 1041009"/>
              <a:gd name="connsiteY1" fmla="*/ 1856935 h 1955409"/>
              <a:gd name="connsiteX2" fmla="*/ 42203 w 1041009"/>
              <a:gd name="connsiteY2" fmla="*/ 1814732 h 1955409"/>
              <a:gd name="connsiteX3" fmla="*/ 84406 w 1041009"/>
              <a:gd name="connsiteY3" fmla="*/ 1730326 h 1955409"/>
              <a:gd name="connsiteX4" fmla="*/ 112541 w 1041009"/>
              <a:gd name="connsiteY4" fmla="*/ 1645920 h 1955409"/>
              <a:gd name="connsiteX5" fmla="*/ 126609 w 1041009"/>
              <a:gd name="connsiteY5" fmla="*/ 1603717 h 1955409"/>
              <a:gd name="connsiteX6" fmla="*/ 182880 w 1041009"/>
              <a:gd name="connsiteY6" fmla="*/ 1477107 h 1955409"/>
              <a:gd name="connsiteX7" fmla="*/ 211015 w 1041009"/>
              <a:gd name="connsiteY7" fmla="*/ 1392701 h 1955409"/>
              <a:gd name="connsiteX8" fmla="*/ 281353 w 1041009"/>
              <a:gd name="connsiteY8" fmla="*/ 1308295 h 1955409"/>
              <a:gd name="connsiteX9" fmla="*/ 337624 w 1041009"/>
              <a:gd name="connsiteY9" fmla="*/ 1252024 h 1955409"/>
              <a:gd name="connsiteX10" fmla="*/ 365760 w 1041009"/>
              <a:gd name="connsiteY10" fmla="*/ 1223889 h 1955409"/>
              <a:gd name="connsiteX11" fmla="*/ 450166 w 1041009"/>
              <a:gd name="connsiteY11" fmla="*/ 1111347 h 1955409"/>
              <a:gd name="connsiteX12" fmla="*/ 478301 w 1041009"/>
              <a:gd name="connsiteY12" fmla="*/ 1069144 h 1955409"/>
              <a:gd name="connsiteX13" fmla="*/ 520504 w 1041009"/>
              <a:gd name="connsiteY13" fmla="*/ 970670 h 1955409"/>
              <a:gd name="connsiteX14" fmla="*/ 576775 w 1041009"/>
              <a:gd name="connsiteY14" fmla="*/ 886264 h 1955409"/>
              <a:gd name="connsiteX15" fmla="*/ 618978 w 1041009"/>
              <a:gd name="connsiteY15" fmla="*/ 858129 h 1955409"/>
              <a:gd name="connsiteX16" fmla="*/ 633046 w 1041009"/>
              <a:gd name="connsiteY16" fmla="*/ 815926 h 1955409"/>
              <a:gd name="connsiteX17" fmla="*/ 661181 w 1041009"/>
              <a:gd name="connsiteY17" fmla="*/ 787790 h 1955409"/>
              <a:gd name="connsiteX18" fmla="*/ 689317 w 1041009"/>
              <a:gd name="connsiteY18" fmla="*/ 703384 h 1955409"/>
              <a:gd name="connsiteX19" fmla="*/ 717452 w 1041009"/>
              <a:gd name="connsiteY19" fmla="*/ 618978 h 1955409"/>
              <a:gd name="connsiteX20" fmla="*/ 731520 w 1041009"/>
              <a:gd name="connsiteY20" fmla="*/ 576775 h 1955409"/>
              <a:gd name="connsiteX21" fmla="*/ 773723 w 1041009"/>
              <a:gd name="connsiteY21" fmla="*/ 492369 h 1955409"/>
              <a:gd name="connsiteX22" fmla="*/ 815926 w 1041009"/>
              <a:gd name="connsiteY22" fmla="*/ 351692 h 1955409"/>
              <a:gd name="connsiteX23" fmla="*/ 886264 w 1041009"/>
              <a:gd name="connsiteY23" fmla="*/ 295421 h 1955409"/>
              <a:gd name="connsiteX24" fmla="*/ 928467 w 1041009"/>
              <a:gd name="connsiteY24" fmla="*/ 211015 h 1955409"/>
              <a:gd name="connsiteX25" fmla="*/ 984738 w 1041009"/>
              <a:gd name="connsiteY25" fmla="*/ 140677 h 1955409"/>
              <a:gd name="connsiteX26" fmla="*/ 1012873 w 1041009"/>
              <a:gd name="connsiteY26" fmla="*/ 56270 h 1955409"/>
              <a:gd name="connsiteX27" fmla="*/ 1041009 w 1041009"/>
              <a:gd name="connsiteY27" fmla="*/ 0 h 195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41009" h="1955409">
                <a:moveTo>
                  <a:pt x="0" y="1955409"/>
                </a:moveTo>
                <a:cubicBezTo>
                  <a:pt x="4689" y="1922584"/>
                  <a:pt x="4539" y="1888695"/>
                  <a:pt x="14067" y="1856935"/>
                </a:cubicBezTo>
                <a:cubicBezTo>
                  <a:pt x="18925" y="1840741"/>
                  <a:pt x="34642" y="1829854"/>
                  <a:pt x="42203" y="1814732"/>
                </a:cubicBezTo>
                <a:cubicBezTo>
                  <a:pt x="100446" y="1698246"/>
                  <a:pt x="3772" y="1851275"/>
                  <a:pt x="84406" y="1730326"/>
                </a:cubicBezTo>
                <a:lnTo>
                  <a:pt x="112541" y="1645920"/>
                </a:lnTo>
                <a:cubicBezTo>
                  <a:pt x="117230" y="1631852"/>
                  <a:pt x="118384" y="1616055"/>
                  <a:pt x="126609" y="1603717"/>
                </a:cubicBezTo>
                <a:cubicBezTo>
                  <a:pt x="171194" y="1536838"/>
                  <a:pt x="149399" y="1577552"/>
                  <a:pt x="182880" y="1477107"/>
                </a:cubicBezTo>
                <a:lnTo>
                  <a:pt x="211015" y="1392701"/>
                </a:lnTo>
                <a:cubicBezTo>
                  <a:pt x="357359" y="1246357"/>
                  <a:pt x="163840" y="1445394"/>
                  <a:pt x="281353" y="1308295"/>
                </a:cubicBezTo>
                <a:cubicBezTo>
                  <a:pt x="298616" y="1288155"/>
                  <a:pt x="318867" y="1270781"/>
                  <a:pt x="337624" y="1252024"/>
                </a:cubicBezTo>
                <a:cubicBezTo>
                  <a:pt x="347003" y="1242646"/>
                  <a:pt x="357802" y="1234500"/>
                  <a:pt x="365760" y="1223889"/>
                </a:cubicBezTo>
                <a:cubicBezTo>
                  <a:pt x="393895" y="1186375"/>
                  <a:pt x="424155" y="1150364"/>
                  <a:pt x="450166" y="1111347"/>
                </a:cubicBezTo>
                <a:cubicBezTo>
                  <a:pt x="459544" y="1097279"/>
                  <a:pt x="470740" y="1084266"/>
                  <a:pt x="478301" y="1069144"/>
                </a:cubicBezTo>
                <a:cubicBezTo>
                  <a:pt x="536510" y="952726"/>
                  <a:pt x="432691" y="1117025"/>
                  <a:pt x="520504" y="970670"/>
                </a:cubicBezTo>
                <a:cubicBezTo>
                  <a:pt x="537901" y="941674"/>
                  <a:pt x="548640" y="905021"/>
                  <a:pt x="576775" y="886264"/>
                </a:cubicBezTo>
                <a:lnTo>
                  <a:pt x="618978" y="858129"/>
                </a:lnTo>
                <a:cubicBezTo>
                  <a:pt x="623667" y="844061"/>
                  <a:pt x="625417" y="828642"/>
                  <a:pt x="633046" y="815926"/>
                </a:cubicBezTo>
                <a:cubicBezTo>
                  <a:pt x="639870" y="804553"/>
                  <a:pt x="655250" y="799653"/>
                  <a:pt x="661181" y="787790"/>
                </a:cubicBezTo>
                <a:cubicBezTo>
                  <a:pt x="674444" y="761264"/>
                  <a:pt x="679939" y="731519"/>
                  <a:pt x="689317" y="703384"/>
                </a:cubicBezTo>
                <a:lnTo>
                  <a:pt x="717452" y="618978"/>
                </a:lnTo>
                <a:cubicBezTo>
                  <a:pt x="722141" y="604910"/>
                  <a:pt x="723295" y="589113"/>
                  <a:pt x="731520" y="576775"/>
                </a:cubicBezTo>
                <a:cubicBezTo>
                  <a:pt x="762345" y="530537"/>
                  <a:pt x="759163" y="543329"/>
                  <a:pt x="773723" y="492369"/>
                </a:cubicBezTo>
                <a:cubicBezTo>
                  <a:pt x="780348" y="469180"/>
                  <a:pt x="804124" y="359560"/>
                  <a:pt x="815926" y="351692"/>
                </a:cubicBezTo>
                <a:cubicBezTo>
                  <a:pt x="869165" y="316200"/>
                  <a:pt x="846174" y="335512"/>
                  <a:pt x="886264" y="295421"/>
                </a:cubicBezTo>
                <a:cubicBezTo>
                  <a:pt x="901122" y="250848"/>
                  <a:pt x="897302" y="249971"/>
                  <a:pt x="928467" y="211015"/>
                </a:cubicBezTo>
                <a:cubicBezTo>
                  <a:pt x="957700" y="174474"/>
                  <a:pt x="963087" y="189392"/>
                  <a:pt x="984738" y="140677"/>
                </a:cubicBezTo>
                <a:cubicBezTo>
                  <a:pt x="996783" y="113576"/>
                  <a:pt x="1003495" y="84406"/>
                  <a:pt x="1012873" y="56270"/>
                </a:cubicBezTo>
                <a:cubicBezTo>
                  <a:pt x="1029037" y="7777"/>
                  <a:pt x="1016456" y="24552"/>
                  <a:pt x="104100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BF46CD2D-2E90-434B-1C9B-280E7E63007C}"/>
              </a:ext>
            </a:extLst>
          </p:cNvPr>
          <p:cNvSpPr/>
          <p:nvPr/>
        </p:nvSpPr>
        <p:spPr>
          <a:xfrm>
            <a:off x="18442749" y="6608029"/>
            <a:ext cx="1031356" cy="1735074"/>
          </a:xfrm>
          <a:custGeom>
            <a:avLst/>
            <a:gdLst>
              <a:gd name="connsiteX0" fmla="*/ 0 w 1151069"/>
              <a:gd name="connsiteY0" fmla="*/ 0 h 1936464"/>
              <a:gd name="connsiteX1" fmla="*/ 75304 w 1151069"/>
              <a:gd name="connsiteY1" fmla="*/ 43031 h 1936464"/>
              <a:gd name="connsiteX2" fmla="*/ 107577 w 1151069"/>
              <a:gd name="connsiteY2" fmla="*/ 64546 h 1936464"/>
              <a:gd name="connsiteX3" fmla="*/ 139850 w 1151069"/>
              <a:gd name="connsiteY3" fmla="*/ 107577 h 1936464"/>
              <a:gd name="connsiteX4" fmla="*/ 225911 w 1151069"/>
              <a:gd name="connsiteY4" fmla="*/ 215153 h 1936464"/>
              <a:gd name="connsiteX5" fmla="*/ 236669 w 1151069"/>
              <a:gd name="connsiteY5" fmla="*/ 247426 h 1936464"/>
              <a:gd name="connsiteX6" fmla="*/ 268941 w 1151069"/>
              <a:gd name="connsiteY6" fmla="*/ 279699 h 1936464"/>
              <a:gd name="connsiteX7" fmla="*/ 301214 w 1151069"/>
              <a:gd name="connsiteY7" fmla="*/ 355003 h 1936464"/>
              <a:gd name="connsiteX8" fmla="*/ 322730 w 1151069"/>
              <a:gd name="connsiteY8" fmla="*/ 387276 h 1936464"/>
              <a:gd name="connsiteX9" fmla="*/ 333487 w 1151069"/>
              <a:gd name="connsiteY9" fmla="*/ 441064 h 1936464"/>
              <a:gd name="connsiteX10" fmla="*/ 344245 w 1151069"/>
              <a:gd name="connsiteY10" fmla="*/ 473337 h 1936464"/>
              <a:gd name="connsiteX11" fmla="*/ 376518 w 1151069"/>
              <a:gd name="connsiteY11" fmla="*/ 580913 h 1936464"/>
              <a:gd name="connsiteX12" fmla="*/ 387276 w 1151069"/>
              <a:gd name="connsiteY12" fmla="*/ 613186 h 1936464"/>
              <a:gd name="connsiteX13" fmla="*/ 408791 w 1151069"/>
              <a:gd name="connsiteY13" fmla="*/ 645459 h 1936464"/>
              <a:gd name="connsiteX14" fmla="*/ 430306 w 1151069"/>
              <a:gd name="connsiteY14" fmla="*/ 688490 h 1936464"/>
              <a:gd name="connsiteX15" fmla="*/ 462579 w 1151069"/>
              <a:gd name="connsiteY15" fmla="*/ 720763 h 1936464"/>
              <a:gd name="connsiteX16" fmla="*/ 505610 w 1151069"/>
              <a:gd name="connsiteY16" fmla="*/ 774551 h 1936464"/>
              <a:gd name="connsiteX17" fmla="*/ 548640 w 1151069"/>
              <a:gd name="connsiteY17" fmla="*/ 806824 h 1936464"/>
              <a:gd name="connsiteX18" fmla="*/ 602429 w 1151069"/>
              <a:gd name="connsiteY18" fmla="*/ 860612 h 1936464"/>
              <a:gd name="connsiteX19" fmla="*/ 677732 w 1151069"/>
              <a:gd name="connsiteY19" fmla="*/ 957431 h 1936464"/>
              <a:gd name="connsiteX20" fmla="*/ 699247 w 1151069"/>
              <a:gd name="connsiteY20" fmla="*/ 1000461 h 1936464"/>
              <a:gd name="connsiteX21" fmla="*/ 710005 w 1151069"/>
              <a:gd name="connsiteY21" fmla="*/ 1043492 h 1936464"/>
              <a:gd name="connsiteX22" fmla="*/ 731520 w 1151069"/>
              <a:gd name="connsiteY22" fmla="*/ 1097280 h 1936464"/>
              <a:gd name="connsiteX23" fmla="*/ 742278 w 1151069"/>
              <a:gd name="connsiteY23" fmla="*/ 1129553 h 1936464"/>
              <a:gd name="connsiteX24" fmla="*/ 763793 w 1151069"/>
              <a:gd name="connsiteY24" fmla="*/ 1172584 h 1936464"/>
              <a:gd name="connsiteX25" fmla="*/ 774551 w 1151069"/>
              <a:gd name="connsiteY25" fmla="*/ 1215614 h 1936464"/>
              <a:gd name="connsiteX26" fmla="*/ 796066 w 1151069"/>
              <a:gd name="connsiteY26" fmla="*/ 1258645 h 1936464"/>
              <a:gd name="connsiteX27" fmla="*/ 806824 w 1151069"/>
              <a:gd name="connsiteY27" fmla="*/ 1301676 h 1936464"/>
              <a:gd name="connsiteX28" fmla="*/ 828339 w 1151069"/>
              <a:gd name="connsiteY28" fmla="*/ 1366221 h 1936464"/>
              <a:gd name="connsiteX29" fmla="*/ 860612 w 1151069"/>
              <a:gd name="connsiteY29" fmla="*/ 1463040 h 1936464"/>
              <a:gd name="connsiteX30" fmla="*/ 871370 w 1151069"/>
              <a:gd name="connsiteY30" fmla="*/ 1495313 h 1936464"/>
              <a:gd name="connsiteX31" fmla="*/ 882127 w 1151069"/>
              <a:gd name="connsiteY31" fmla="*/ 1527586 h 1936464"/>
              <a:gd name="connsiteX32" fmla="*/ 935916 w 1151069"/>
              <a:gd name="connsiteY32" fmla="*/ 1592132 h 1936464"/>
              <a:gd name="connsiteX33" fmla="*/ 957431 w 1151069"/>
              <a:gd name="connsiteY33" fmla="*/ 1624405 h 1936464"/>
              <a:gd name="connsiteX34" fmla="*/ 989704 w 1151069"/>
              <a:gd name="connsiteY34" fmla="*/ 1656678 h 1936464"/>
              <a:gd name="connsiteX35" fmla="*/ 1032734 w 1151069"/>
              <a:gd name="connsiteY35" fmla="*/ 1721224 h 1936464"/>
              <a:gd name="connsiteX36" fmla="*/ 1097280 w 1151069"/>
              <a:gd name="connsiteY36" fmla="*/ 1807285 h 1936464"/>
              <a:gd name="connsiteX37" fmla="*/ 1129553 w 1151069"/>
              <a:gd name="connsiteY37" fmla="*/ 1904104 h 1936464"/>
              <a:gd name="connsiteX38" fmla="*/ 1151069 w 1151069"/>
              <a:gd name="connsiteY38" fmla="*/ 1936377 h 1936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151069" h="1936464">
                <a:moveTo>
                  <a:pt x="0" y="0"/>
                </a:moveTo>
                <a:cubicBezTo>
                  <a:pt x="25101" y="14344"/>
                  <a:pt x="50513" y="28157"/>
                  <a:pt x="75304" y="43031"/>
                </a:cubicBezTo>
                <a:cubicBezTo>
                  <a:pt x="86391" y="49683"/>
                  <a:pt x="98435" y="55404"/>
                  <a:pt x="107577" y="64546"/>
                </a:cubicBezTo>
                <a:cubicBezTo>
                  <a:pt x="120255" y="77224"/>
                  <a:pt x="128043" y="94084"/>
                  <a:pt x="139850" y="107577"/>
                </a:cubicBezTo>
                <a:cubicBezTo>
                  <a:pt x="171488" y="143735"/>
                  <a:pt x="209459" y="165798"/>
                  <a:pt x="225911" y="215153"/>
                </a:cubicBezTo>
                <a:cubicBezTo>
                  <a:pt x="229497" y="225911"/>
                  <a:pt x="230379" y="237991"/>
                  <a:pt x="236669" y="247426"/>
                </a:cubicBezTo>
                <a:cubicBezTo>
                  <a:pt x="245108" y="260084"/>
                  <a:pt x="260098" y="267319"/>
                  <a:pt x="268941" y="279699"/>
                </a:cubicBezTo>
                <a:cubicBezTo>
                  <a:pt x="306259" y="331944"/>
                  <a:pt x="277799" y="308172"/>
                  <a:pt x="301214" y="355003"/>
                </a:cubicBezTo>
                <a:cubicBezTo>
                  <a:pt x="306996" y="366567"/>
                  <a:pt x="315558" y="376518"/>
                  <a:pt x="322730" y="387276"/>
                </a:cubicBezTo>
                <a:cubicBezTo>
                  <a:pt x="326316" y="405205"/>
                  <a:pt x="329052" y="423326"/>
                  <a:pt x="333487" y="441064"/>
                </a:cubicBezTo>
                <a:cubicBezTo>
                  <a:pt x="336237" y="452065"/>
                  <a:pt x="341130" y="462434"/>
                  <a:pt x="344245" y="473337"/>
                </a:cubicBezTo>
                <a:cubicBezTo>
                  <a:pt x="376764" y="587149"/>
                  <a:pt x="325385" y="427515"/>
                  <a:pt x="376518" y="580913"/>
                </a:cubicBezTo>
                <a:cubicBezTo>
                  <a:pt x="380104" y="591671"/>
                  <a:pt x="380986" y="603751"/>
                  <a:pt x="387276" y="613186"/>
                </a:cubicBezTo>
                <a:cubicBezTo>
                  <a:pt x="394448" y="623944"/>
                  <a:pt x="402376" y="634233"/>
                  <a:pt x="408791" y="645459"/>
                </a:cubicBezTo>
                <a:cubicBezTo>
                  <a:pt x="416747" y="659383"/>
                  <a:pt x="420985" y="675440"/>
                  <a:pt x="430306" y="688490"/>
                </a:cubicBezTo>
                <a:cubicBezTo>
                  <a:pt x="439149" y="700870"/>
                  <a:pt x="452840" y="709076"/>
                  <a:pt x="462579" y="720763"/>
                </a:cubicBezTo>
                <a:cubicBezTo>
                  <a:pt x="494167" y="758669"/>
                  <a:pt x="471463" y="746095"/>
                  <a:pt x="505610" y="774551"/>
                </a:cubicBezTo>
                <a:cubicBezTo>
                  <a:pt x="519384" y="786029"/>
                  <a:pt x="535239" y="794912"/>
                  <a:pt x="548640" y="806824"/>
                </a:cubicBezTo>
                <a:cubicBezTo>
                  <a:pt x="567591" y="823670"/>
                  <a:pt x="584499" y="842682"/>
                  <a:pt x="602429" y="860612"/>
                </a:cubicBezTo>
                <a:cubicBezTo>
                  <a:pt x="637843" y="896026"/>
                  <a:pt x="652000" y="905968"/>
                  <a:pt x="677732" y="957431"/>
                </a:cubicBezTo>
                <a:cubicBezTo>
                  <a:pt x="684904" y="971774"/>
                  <a:pt x="693616" y="985446"/>
                  <a:pt x="699247" y="1000461"/>
                </a:cubicBezTo>
                <a:cubicBezTo>
                  <a:pt x="704438" y="1014305"/>
                  <a:pt x="705330" y="1029466"/>
                  <a:pt x="710005" y="1043492"/>
                </a:cubicBezTo>
                <a:cubicBezTo>
                  <a:pt x="716112" y="1061812"/>
                  <a:pt x="724740" y="1079199"/>
                  <a:pt x="731520" y="1097280"/>
                </a:cubicBezTo>
                <a:cubicBezTo>
                  <a:pt x="735502" y="1107898"/>
                  <a:pt x="737811" y="1119130"/>
                  <a:pt x="742278" y="1129553"/>
                </a:cubicBezTo>
                <a:cubicBezTo>
                  <a:pt x="748595" y="1144293"/>
                  <a:pt x="758162" y="1157568"/>
                  <a:pt x="763793" y="1172584"/>
                </a:cubicBezTo>
                <a:cubicBezTo>
                  <a:pt x="768984" y="1186427"/>
                  <a:pt x="769360" y="1201771"/>
                  <a:pt x="774551" y="1215614"/>
                </a:cubicBezTo>
                <a:cubicBezTo>
                  <a:pt x="780182" y="1230630"/>
                  <a:pt x="790435" y="1243629"/>
                  <a:pt x="796066" y="1258645"/>
                </a:cubicBezTo>
                <a:cubicBezTo>
                  <a:pt x="801257" y="1272489"/>
                  <a:pt x="802575" y="1287514"/>
                  <a:pt x="806824" y="1301676"/>
                </a:cubicBezTo>
                <a:cubicBezTo>
                  <a:pt x="813341" y="1323398"/>
                  <a:pt x="821167" y="1344706"/>
                  <a:pt x="828339" y="1366221"/>
                </a:cubicBezTo>
                <a:lnTo>
                  <a:pt x="860612" y="1463040"/>
                </a:lnTo>
                <a:lnTo>
                  <a:pt x="871370" y="1495313"/>
                </a:lnTo>
                <a:cubicBezTo>
                  <a:pt x="874956" y="1506071"/>
                  <a:pt x="875837" y="1518151"/>
                  <a:pt x="882127" y="1527586"/>
                </a:cubicBezTo>
                <a:cubicBezTo>
                  <a:pt x="935552" y="1607721"/>
                  <a:pt x="866884" y="1509294"/>
                  <a:pt x="935916" y="1592132"/>
                </a:cubicBezTo>
                <a:cubicBezTo>
                  <a:pt x="944193" y="1602064"/>
                  <a:pt x="949154" y="1614473"/>
                  <a:pt x="957431" y="1624405"/>
                </a:cubicBezTo>
                <a:cubicBezTo>
                  <a:pt x="967170" y="1636092"/>
                  <a:pt x="980364" y="1644669"/>
                  <a:pt x="989704" y="1656678"/>
                </a:cubicBezTo>
                <a:cubicBezTo>
                  <a:pt x="1005579" y="1677089"/>
                  <a:pt x="1014449" y="1702940"/>
                  <a:pt x="1032734" y="1721224"/>
                </a:cubicBezTo>
                <a:cubicBezTo>
                  <a:pt x="1058222" y="1746711"/>
                  <a:pt x="1085114" y="1770788"/>
                  <a:pt x="1097280" y="1807285"/>
                </a:cubicBezTo>
                <a:lnTo>
                  <a:pt x="1129553" y="1904104"/>
                </a:lnTo>
                <a:cubicBezTo>
                  <a:pt x="1141444" y="1939779"/>
                  <a:pt x="1128972" y="1936377"/>
                  <a:pt x="1151069" y="1936377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656C8FDD-131B-E54C-CC47-6CEFF5D16C47}"/>
              </a:ext>
            </a:extLst>
          </p:cNvPr>
          <p:cNvSpPr/>
          <p:nvPr/>
        </p:nvSpPr>
        <p:spPr>
          <a:xfrm>
            <a:off x="18336202" y="650436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1778D9E-0A3B-B068-4D52-67F82ADC6050}"/>
              </a:ext>
            </a:extLst>
          </p:cNvPr>
          <p:cNvSpPr/>
          <p:nvPr/>
        </p:nvSpPr>
        <p:spPr>
          <a:xfrm>
            <a:off x="19825277" y="421630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72575646-4283-7060-7FAB-47D52397BEC2}"/>
              </a:ext>
            </a:extLst>
          </p:cNvPr>
          <p:cNvSpPr/>
          <p:nvPr/>
        </p:nvSpPr>
        <p:spPr>
          <a:xfrm>
            <a:off x="20622060" y="5177733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508F1051-3D50-2A20-50A3-91F482913B29}"/>
              </a:ext>
            </a:extLst>
          </p:cNvPr>
          <p:cNvSpPr/>
          <p:nvPr/>
        </p:nvSpPr>
        <p:spPr>
          <a:xfrm>
            <a:off x="19684744" y="4841505"/>
            <a:ext cx="1550161" cy="3508753"/>
          </a:xfrm>
          <a:custGeom>
            <a:avLst/>
            <a:gdLst>
              <a:gd name="connsiteX0" fmla="*/ 1252331 w 1730089"/>
              <a:gd name="connsiteY0" fmla="*/ 3916017 h 3916017"/>
              <a:gd name="connsiteX1" fmla="*/ 1272209 w 1730089"/>
              <a:gd name="connsiteY1" fmla="*/ 3836504 h 3916017"/>
              <a:gd name="connsiteX2" fmla="*/ 1292087 w 1730089"/>
              <a:gd name="connsiteY2" fmla="*/ 3776869 h 3916017"/>
              <a:gd name="connsiteX3" fmla="*/ 1331844 w 1730089"/>
              <a:gd name="connsiteY3" fmla="*/ 3667539 h 3916017"/>
              <a:gd name="connsiteX4" fmla="*/ 1341783 w 1730089"/>
              <a:gd name="connsiteY4" fmla="*/ 3637721 h 3916017"/>
              <a:gd name="connsiteX5" fmla="*/ 1351722 w 1730089"/>
              <a:gd name="connsiteY5" fmla="*/ 3597965 h 3916017"/>
              <a:gd name="connsiteX6" fmla="*/ 1411357 w 1730089"/>
              <a:gd name="connsiteY6" fmla="*/ 3508513 h 3916017"/>
              <a:gd name="connsiteX7" fmla="*/ 1431235 w 1730089"/>
              <a:gd name="connsiteY7" fmla="*/ 3478695 h 3916017"/>
              <a:gd name="connsiteX8" fmla="*/ 1441174 w 1730089"/>
              <a:gd name="connsiteY8" fmla="*/ 3448878 h 3916017"/>
              <a:gd name="connsiteX9" fmla="*/ 1480931 w 1730089"/>
              <a:gd name="connsiteY9" fmla="*/ 3389243 h 3916017"/>
              <a:gd name="connsiteX10" fmla="*/ 1500809 w 1730089"/>
              <a:gd name="connsiteY10" fmla="*/ 3359426 h 3916017"/>
              <a:gd name="connsiteX11" fmla="*/ 1530626 w 1730089"/>
              <a:gd name="connsiteY11" fmla="*/ 3289852 h 3916017"/>
              <a:gd name="connsiteX12" fmla="*/ 1550504 w 1730089"/>
              <a:gd name="connsiteY12" fmla="*/ 3260034 h 3916017"/>
              <a:gd name="connsiteX13" fmla="*/ 1610139 w 1730089"/>
              <a:gd name="connsiteY13" fmla="*/ 3160643 h 3916017"/>
              <a:gd name="connsiteX14" fmla="*/ 1669774 w 1730089"/>
              <a:gd name="connsiteY14" fmla="*/ 3081130 h 3916017"/>
              <a:gd name="connsiteX15" fmla="*/ 1709531 w 1730089"/>
              <a:gd name="connsiteY15" fmla="*/ 3001617 h 3916017"/>
              <a:gd name="connsiteX16" fmla="*/ 1709531 w 1730089"/>
              <a:gd name="connsiteY16" fmla="*/ 2713382 h 3916017"/>
              <a:gd name="connsiteX17" fmla="*/ 1699591 w 1730089"/>
              <a:gd name="connsiteY17" fmla="*/ 2673626 h 3916017"/>
              <a:gd name="connsiteX18" fmla="*/ 1689652 w 1730089"/>
              <a:gd name="connsiteY18" fmla="*/ 2623930 h 3916017"/>
              <a:gd name="connsiteX19" fmla="*/ 1659835 w 1730089"/>
              <a:gd name="connsiteY19" fmla="*/ 2524539 h 3916017"/>
              <a:gd name="connsiteX20" fmla="*/ 1639957 w 1730089"/>
              <a:gd name="connsiteY20" fmla="*/ 2464904 h 3916017"/>
              <a:gd name="connsiteX21" fmla="*/ 1620078 w 1730089"/>
              <a:gd name="connsiteY21" fmla="*/ 2435087 h 3916017"/>
              <a:gd name="connsiteX22" fmla="*/ 1580322 w 1730089"/>
              <a:gd name="connsiteY22" fmla="*/ 2315817 h 3916017"/>
              <a:gd name="connsiteX23" fmla="*/ 1570383 w 1730089"/>
              <a:gd name="connsiteY23" fmla="*/ 2286000 h 3916017"/>
              <a:gd name="connsiteX24" fmla="*/ 1560444 w 1730089"/>
              <a:gd name="connsiteY24" fmla="*/ 2256182 h 3916017"/>
              <a:gd name="connsiteX25" fmla="*/ 1540565 w 1730089"/>
              <a:gd name="connsiteY25" fmla="*/ 2226365 h 3916017"/>
              <a:gd name="connsiteX26" fmla="*/ 1530626 w 1730089"/>
              <a:gd name="connsiteY26" fmla="*/ 2196547 h 3916017"/>
              <a:gd name="connsiteX27" fmla="*/ 1510748 w 1730089"/>
              <a:gd name="connsiteY27" fmla="*/ 2166730 h 3916017"/>
              <a:gd name="connsiteX28" fmla="*/ 1470991 w 1730089"/>
              <a:gd name="connsiteY28" fmla="*/ 2087217 h 3916017"/>
              <a:gd name="connsiteX29" fmla="*/ 1451113 w 1730089"/>
              <a:gd name="connsiteY29" fmla="*/ 2027582 h 3916017"/>
              <a:gd name="connsiteX30" fmla="*/ 1411357 w 1730089"/>
              <a:gd name="connsiteY30" fmla="*/ 1967947 h 3916017"/>
              <a:gd name="connsiteX31" fmla="*/ 1381539 w 1730089"/>
              <a:gd name="connsiteY31" fmla="*/ 1908313 h 3916017"/>
              <a:gd name="connsiteX32" fmla="*/ 1361661 w 1730089"/>
              <a:gd name="connsiteY32" fmla="*/ 1848678 h 3916017"/>
              <a:gd name="connsiteX33" fmla="*/ 1341783 w 1730089"/>
              <a:gd name="connsiteY33" fmla="*/ 1779104 h 3916017"/>
              <a:gd name="connsiteX34" fmla="*/ 1302026 w 1730089"/>
              <a:gd name="connsiteY34" fmla="*/ 1719469 h 3916017"/>
              <a:gd name="connsiteX35" fmla="*/ 1262270 w 1730089"/>
              <a:gd name="connsiteY35" fmla="*/ 1649895 h 3916017"/>
              <a:gd name="connsiteX36" fmla="*/ 1242391 w 1730089"/>
              <a:gd name="connsiteY36" fmla="*/ 1590260 h 3916017"/>
              <a:gd name="connsiteX37" fmla="*/ 1212574 w 1730089"/>
              <a:gd name="connsiteY37" fmla="*/ 1530626 h 3916017"/>
              <a:gd name="connsiteX38" fmla="*/ 1192696 w 1730089"/>
              <a:gd name="connsiteY38" fmla="*/ 1490869 h 3916017"/>
              <a:gd name="connsiteX39" fmla="*/ 1182757 w 1730089"/>
              <a:gd name="connsiteY39" fmla="*/ 1461052 h 3916017"/>
              <a:gd name="connsiteX40" fmla="*/ 1172818 w 1730089"/>
              <a:gd name="connsiteY40" fmla="*/ 1421295 h 3916017"/>
              <a:gd name="connsiteX41" fmla="*/ 1152939 w 1730089"/>
              <a:gd name="connsiteY41" fmla="*/ 1401417 h 3916017"/>
              <a:gd name="connsiteX42" fmla="*/ 1133061 w 1730089"/>
              <a:gd name="connsiteY42" fmla="*/ 1341782 h 3916017"/>
              <a:gd name="connsiteX43" fmla="*/ 1093304 w 1730089"/>
              <a:gd name="connsiteY43" fmla="*/ 1272208 h 3916017"/>
              <a:gd name="connsiteX44" fmla="*/ 1083365 w 1730089"/>
              <a:gd name="connsiteY44" fmla="*/ 1242391 h 3916017"/>
              <a:gd name="connsiteX45" fmla="*/ 1063487 w 1730089"/>
              <a:gd name="connsiteY45" fmla="*/ 1162878 h 3916017"/>
              <a:gd name="connsiteX46" fmla="*/ 1043609 w 1730089"/>
              <a:gd name="connsiteY46" fmla="*/ 1093304 h 3916017"/>
              <a:gd name="connsiteX47" fmla="*/ 1023731 w 1730089"/>
              <a:gd name="connsiteY47" fmla="*/ 1033669 h 3916017"/>
              <a:gd name="connsiteX48" fmla="*/ 993913 w 1730089"/>
              <a:gd name="connsiteY48" fmla="*/ 974034 h 3916017"/>
              <a:gd name="connsiteX49" fmla="*/ 983974 w 1730089"/>
              <a:gd name="connsiteY49" fmla="*/ 944217 h 3916017"/>
              <a:gd name="connsiteX50" fmla="*/ 944218 w 1730089"/>
              <a:gd name="connsiteY50" fmla="*/ 884582 h 3916017"/>
              <a:gd name="connsiteX51" fmla="*/ 914400 w 1730089"/>
              <a:gd name="connsiteY51" fmla="*/ 824947 h 3916017"/>
              <a:gd name="connsiteX52" fmla="*/ 884583 w 1730089"/>
              <a:gd name="connsiteY52" fmla="*/ 795130 h 3916017"/>
              <a:gd name="connsiteX53" fmla="*/ 864704 w 1730089"/>
              <a:gd name="connsiteY53" fmla="*/ 765313 h 3916017"/>
              <a:gd name="connsiteX54" fmla="*/ 844826 w 1730089"/>
              <a:gd name="connsiteY54" fmla="*/ 745434 h 3916017"/>
              <a:gd name="connsiteX55" fmla="*/ 805070 w 1730089"/>
              <a:gd name="connsiteY55" fmla="*/ 685800 h 3916017"/>
              <a:gd name="connsiteX56" fmla="*/ 785191 w 1730089"/>
              <a:gd name="connsiteY56" fmla="*/ 665921 h 3916017"/>
              <a:gd name="connsiteX57" fmla="*/ 765313 w 1730089"/>
              <a:gd name="connsiteY57" fmla="*/ 636104 h 3916017"/>
              <a:gd name="connsiteX58" fmla="*/ 715618 w 1730089"/>
              <a:gd name="connsiteY58" fmla="*/ 586408 h 3916017"/>
              <a:gd name="connsiteX59" fmla="*/ 695739 w 1730089"/>
              <a:gd name="connsiteY59" fmla="*/ 566530 h 3916017"/>
              <a:gd name="connsiteX60" fmla="*/ 665922 w 1730089"/>
              <a:gd name="connsiteY60" fmla="*/ 546652 h 3916017"/>
              <a:gd name="connsiteX61" fmla="*/ 606287 w 1730089"/>
              <a:gd name="connsiteY61" fmla="*/ 496956 h 3916017"/>
              <a:gd name="connsiteX62" fmla="*/ 526774 w 1730089"/>
              <a:gd name="connsiteY62" fmla="*/ 407504 h 3916017"/>
              <a:gd name="connsiteX63" fmla="*/ 496957 w 1730089"/>
              <a:gd name="connsiteY63" fmla="*/ 377687 h 3916017"/>
              <a:gd name="connsiteX64" fmla="*/ 477078 w 1730089"/>
              <a:gd name="connsiteY64" fmla="*/ 357808 h 3916017"/>
              <a:gd name="connsiteX65" fmla="*/ 447261 w 1730089"/>
              <a:gd name="connsiteY65" fmla="*/ 337930 h 3916017"/>
              <a:gd name="connsiteX66" fmla="*/ 387626 w 1730089"/>
              <a:gd name="connsiteY66" fmla="*/ 298174 h 3916017"/>
              <a:gd name="connsiteX67" fmla="*/ 367748 w 1730089"/>
              <a:gd name="connsiteY67" fmla="*/ 278295 h 3916017"/>
              <a:gd name="connsiteX68" fmla="*/ 327991 w 1730089"/>
              <a:gd name="connsiteY68" fmla="*/ 258417 h 3916017"/>
              <a:gd name="connsiteX69" fmla="*/ 288235 w 1730089"/>
              <a:gd name="connsiteY69" fmla="*/ 208721 h 3916017"/>
              <a:gd name="connsiteX70" fmla="*/ 258418 w 1730089"/>
              <a:gd name="connsiteY70" fmla="*/ 198782 h 3916017"/>
              <a:gd name="connsiteX71" fmla="*/ 208722 w 1730089"/>
              <a:gd name="connsiteY71" fmla="*/ 159026 h 3916017"/>
              <a:gd name="connsiteX72" fmla="*/ 168965 w 1730089"/>
              <a:gd name="connsiteY72" fmla="*/ 119269 h 3916017"/>
              <a:gd name="connsiteX73" fmla="*/ 139148 w 1730089"/>
              <a:gd name="connsiteY73" fmla="*/ 99391 h 3916017"/>
              <a:gd name="connsiteX74" fmla="*/ 109331 w 1730089"/>
              <a:gd name="connsiteY74" fmla="*/ 69574 h 3916017"/>
              <a:gd name="connsiteX75" fmla="*/ 79513 w 1730089"/>
              <a:gd name="connsiteY75" fmla="*/ 59634 h 3916017"/>
              <a:gd name="connsiteX76" fmla="*/ 19878 w 1730089"/>
              <a:gd name="connsiteY76" fmla="*/ 29817 h 3916017"/>
              <a:gd name="connsiteX77" fmla="*/ 0 w 1730089"/>
              <a:gd name="connsiteY77" fmla="*/ 0 h 3916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1730089" h="3916017">
                <a:moveTo>
                  <a:pt x="1252331" y="3916017"/>
                </a:moveTo>
                <a:cubicBezTo>
                  <a:pt x="1258957" y="3889513"/>
                  <a:pt x="1264704" y="3862773"/>
                  <a:pt x="1272209" y="3836504"/>
                </a:cubicBezTo>
                <a:cubicBezTo>
                  <a:pt x="1277965" y="3816357"/>
                  <a:pt x="1287005" y="3797197"/>
                  <a:pt x="1292087" y="3776869"/>
                </a:cubicBezTo>
                <a:cubicBezTo>
                  <a:pt x="1314862" y="3685767"/>
                  <a:pt x="1296810" y="3720087"/>
                  <a:pt x="1331844" y="3667539"/>
                </a:cubicBezTo>
                <a:cubicBezTo>
                  <a:pt x="1335157" y="3657600"/>
                  <a:pt x="1338905" y="3647795"/>
                  <a:pt x="1341783" y="3637721"/>
                </a:cubicBezTo>
                <a:cubicBezTo>
                  <a:pt x="1345536" y="3624587"/>
                  <a:pt x="1345613" y="3610183"/>
                  <a:pt x="1351722" y="3597965"/>
                </a:cubicBezTo>
                <a:cubicBezTo>
                  <a:pt x="1351734" y="3597941"/>
                  <a:pt x="1401411" y="3523433"/>
                  <a:pt x="1411357" y="3508513"/>
                </a:cubicBezTo>
                <a:cubicBezTo>
                  <a:pt x="1417983" y="3498574"/>
                  <a:pt x="1427458" y="3490027"/>
                  <a:pt x="1431235" y="3478695"/>
                </a:cubicBezTo>
                <a:cubicBezTo>
                  <a:pt x="1434548" y="3468756"/>
                  <a:pt x="1436086" y="3458036"/>
                  <a:pt x="1441174" y="3448878"/>
                </a:cubicBezTo>
                <a:cubicBezTo>
                  <a:pt x="1452776" y="3427994"/>
                  <a:pt x="1467679" y="3409121"/>
                  <a:pt x="1480931" y="3389243"/>
                </a:cubicBezTo>
                <a:lnTo>
                  <a:pt x="1500809" y="3359426"/>
                </a:lnTo>
                <a:cubicBezTo>
                  <a:pt x="1511960" y="3325972"/>
                  <a:pt x="1510974" y="3324243"/>
                  <a:pt x="1530626" y="3289852"/>
                </a:cubicBezTo>
                <a:cubicBezTo>
                  <a:pt x="1536553" y="3279480"/>
                  <a:pt x="1544577" y="3270406"/>
                  <a:pt x="1550504" y="3260034"/>
                </a:cubicBezTo>
                <a:cubicBezTo>
                  <a:pt x="1571415" y="3223441"/>
                  <a:pt x="1577730" y="3193051"/>
                  <a:pt x="1610139" y="3160643"/>
                </a:cubicBezTo>
                <a:cubicBezTo>
                  <a:pt x="1633688" y="3137096"/>
                  <a:pt x="1658534" y="3114849"/>
                  <a:pt x="1669774" y="3081130"/>
                </a:cubicBezTo>
                <a:cubicBezTo>
                  <a:pt x="1692615" y="3012605"/>
                  <a:pt x="1674835" y="3036311"/>
                  <a:pt x="1709531" y="3001617"/>
                </a:cubicBezTo>
                <a:cubicBezTo>
                  <a:pt x="1745962" y="2892325"/>
                  <a:pt x="1726193" y="2963307"/>
                  <a:pt x="1709531" y="2713382"/>
                </a:cubicBezTo>
                <a:cubicBezTo>
                  <a:pt x="1708622" y="2699752"/>
                  <a:pt x="1702554" y="2686961"/>
                  <a:pt x="1699591" y="2673626"/>
                </a:cubicBezTo>
                <a:cubicBezTo>
                  <a:pt x="1695926" y="2657135"/>
                  <a:pt x="1693317" y="2640421"/>
                  <a:pt x="1689652" y="2623930"/>
                </a:cubicBezTo>
                <a:cubicBezTo>
                  <a:pt x="1679638" y="2578868"/>
                  <a:pt x="1676351" y="2574090"/>
                  <a:pt x="1659835" y="2524539"/>
                </a:cubicBezTo>
                <a:cubicBezTo>
                  <a:pt x="1659835" y="2524538"/>
                  <a:pt x="1639958" y="2464905"/>
                  <a:pt x="1639957" y="2464904"/>
                </a:cubicBezTo>
                <a:lnTo>
                  <a:pt x="1620078" y="2435087"/>
                </a:lnTo>
                <a:lnTo>
                  <a:pt x="1580322" y="2315817"/>
                </a:lnTo>
                <a:lnTo>
                  <a:pt x="1570383" y="2286000"/>
                </a:lnTo>
                <a:cubicBezTo>
                  <a:pt x="1567070" y="2276061"/>
                  <a:pt x="1566256" y="2264899"/>
                  <a:pt x="1560444" y="2256182"/>
                </a:cubicBezTo>
                <a:lnTo>
                  <a:pt x="1540565" y="2226365"/>
                </a:lnTo>
                <a:cubicBezTo>
                  <a:pt x="1537252" y="2216426"/>
                  <a:pt x="1535311" y="2205918"/>
                  <a:pt x="1530626" y="2196547"/>
                </a:cubicBezTo>
                <a:cubicBezTo>
                  <a:pt x="1525284" y="2185863"/>
                  <a:pt x="1515599" y="2177646"/>
                  <a:pt x="1510748" y="2166730"/>
                </a:cubicBezTo>
                <a:cubicBezTo>
                  <a:pt x="1474202" y="2084501"/>
                  <a:pt x="1511816" y="2128040"/>
                  <a:pt x="1470991" y="2087217"/>
                </a:cubicBezTo>
                <a:cubicBezTo>
                  <a:pt x="1464365" y="2067339"/>
                  <a:pt x="1462736" y="2045017"/>
                  <a:pt x="1451113" y="2027582"/>
                </a:cubicBezTo>
                <a:cubicBezTo>
                  <a:pt x="1437861" y="2007704"/>
                  <a:pt x="1418912" y="1990612"/>
                  <a:pt x="1411357" y="1967947"/>
                </a:cubicBezTo>
                <a:cubicBezTo>
                  <a:pt x="1397641" y="1926798"/>
                  <a:pt x="1407230" y="1946847"/>
                  <a:pt x="1381539" y="1908313"/>
                </a:cubicBezTo>
                <a:cubicBezTo>
                  <a:pt x="1374913" y="1888435"/>
                  <a:pt x="1366743" y="1869006"/>
                  <a:pt x="1361661" y="1848678"/>
                </a:cubicBezTo>
                <a:cubicBezTo>
                  <a:pt x="1359322" y="1839320"/>
                  <a:pt x="1348265" y="1790771"/>
                  <a:pt x="1341783" y="1779104"/>
                </a:cubicBezTo>
                <a:cubicBezTo>
                  <a:pt x="1330181" y="1758220"/>
                  <a:pt x="1309581" y="1742134"/>
                  <a:pt x="1302026" y="1719469"/>
                </a:cubicBezTo>
                <a:cubicBezTo>
                  <a:pt x="1286849" y="1673937"/>
                  <a:pt x="1298373" y="1698033"/>
                  <a:pt x="1262270" y="1649895"/>
                </a:cubicBezTo>
                <a:cubicBezTo>
                  <a:pt x="1255644" y="1630017"/>
                  <a:pt x="1254014" y="1607695"/>
                  <a:pt x="1242391" y="1590260"/>
                </a:cubicBezTo>
                <a:cubicBezTo>
                  <a:pt x="1204191" y="1532961"/>
                  <a:pt x="1237263" y="1588233"/>
                  <a:pt x="1212574" y="1530626"/>
                </a:cubicBezTo>
                <a:cubicBezTo>
                  <a:pt x="1206738" y="1517007"/>
                  <a:pt x="1198532" y="1504488"/>
                  <a:pt x="1192696" y="1490869"/>
                </a:cubicBezTo>
                <a:cubicBezTo>
                  <a:pt x="1188569" y="1481239"/>
                  <a:pt x="1185635" y="1471126"/>
                  <a:pt x="1182757" y="1461052"/>
                </a:cubicBezTo>
                <a:cubicBezTo>
                  <a:pt x="1179004" y="1447917"/>
                  <a:pt x="1178927" y="1433513"/>
                  <a:pt x="1172818" y="1421295"/>
                </a:cubicBezTo>
                <a:cubicBezTo>
                  <a:pt x="1168627" y="1412914"/>
                  <a:pt x="1159565" y="1408043"/>
                  <a:pt x="1152939" y="1401417"/>
                </a:cubicBezTo>
                <a:cubicBezTo>
                  <a:pt x="1146313" y="1381539"/>
                  <a:pt x="1142432" y="1360523"/>
                  <a:pt x="1133061" y="1341782"/>
                </a:cubicBezTo>
                <a:cubicBezTo>
                  <a:pt x="1107841" y="1291341"/>
                  <a:pt x="1121402" y="1314354"/>
                  <a:pt x="1093304" y="1272208"/>
                </a:cubicBezTo>
                <a:cubicBezTo>
                  <a:pt x="1089991" y="1262269"/>
                  <a:pt x="1086122" y="1252498"/>
                  <a:pt x="1083365" y="1242391"/>
                </a:cubicBezTo>
                <a:cubicBezTo>
                  <a:pt x="1076177" y="1216034"/>
                  <a:pt x="1072126" y="1188796"/>
                  <a:pt x="1063487" y="1162878"/>
                </a:cubicBezTo>
                <a:cubicBezTo>
                  <a:pt x="1030082" y="1062658"/>
                  <a:pt x="1081053" y="1218118"/>
                  <a:pt x="1043609" y="1093304"/>
                </a:cubicBezTo>
                <a:cubicBezTo>
                  <a:pt x="1037588" y="1073234"/>
                  <a:pt x="1028813" y="1053997"/>
                  <a:pt x="1023731" y="1033669"/>
                </a:cubicBezTo>
                <a:cubicBezTo>
                  <a:pt x="1011518" y="984822"/>
                  <a:pt x="1023450" y="1003572"/>
                  <a:pt x="993913" y="974034"/>
                </a:cubicBezTo>
                <a:cubicBezTo>
                  <a:pt x="990600" y="964095"/>
                  <a:pt x="989062" y="953375"/>
                  <a:pt x="983974" y="944217"/>
                </a:cubicBezTo>
                <a:cubicBezTo>
                  <a:pt x="972372" y="923333"/>
                  <a:pt x="951774" y="907246"/>
                  <a:pt x="944218" y="884582"/>
                </a:cubicBezTo>
                <a:cubicBezTo>
                  <a:pt x="934256" y="854700"/>
                  <a:pt x="935807" y="850635"/>
                  <a:pt x="914400" y="824947"/>
                </a:cubicBezTo>
                <a:cubicBezTo>
                  <a:pt x="905402" y="814149"/>
                  <a:pt x="893581" y="805928"/>
                  <a:pt x="884583" y="795130"/>
                </a:cubicBezTo>
                <a:cubicBezTo>
                  <a:pt x="876936" y="785953"/>
                  <a:pt x="872166" y="774641"/>
                  <a:pt x="864704" y="765313"/>
                </a:cubicBezTo>
                <a:cubicBezTo>
                  <a:pt x="858850" y="757996"/>
                  <a:pt x="850448" y="752931"/>
                  <a:pt x="844826" y="745434"/>
                </a:cubicBezTo>
                <a:cubicBezTo>
                  <a:pt x="830492" y="726322"/>
                  <a:pt x="821963" y="702693"/>
                  <a:pt x="805070" y="685800"/>
                </a:cubicBezTo>
                <a:cubicBezTo>
                  <a:pt x="798444" y="679174"/>
                  <a:pt x="791045" y="673239"/>
                  <a:pt x="785191" y="665921"/>
                </a:cubicBezTo>
                <a:cubicBezTo>
                  <a:pt x="777729" y="656593"/>
                  <a:pt x="773179" y="645094"/>
                  <a:pt x="765313" y="636104"/>
                </a:cubicBezTo>
                <a:cubicBezTo>
                  <a:pt x="749887" y="618474"/>
                  <a:pt x="732183" y="602973"/>
                  <a:pt x="715618" y="586408"/>
                </a:cubicBezTo>
                <a:cubicBezTo>
                  <a:pt x="708992" y="579782"/>
                  <a:pt x="703536" y="571728"/>
                  <a:pt x="695739" y="566530"/>
                </a:cubicBezTo>
                <a:cubicBezTo>
                  <a:pt x="685800" y="559904"/>
                  <a:pt x="675099" y="554299"/>
                  <a:pt x="665922" y="546652"/>
                </a:cubicBezTo>
                <a:cubicBezTo>
                  <a:pt x="589394" y="482879"/>
                  <a:pt x="680316" y="546309"/>
                  <a:pt x="606287" y="496956"/>
                </a:cubicBezTo>
                <a:cubicBezTo>
                  <a:pt x="570815" y="443748"/>
                  <a:pt x="594856" y="475586"/>
                  <a:pt x="526774" y="407504"/>
                </a:cubicBezTo>
                <a:lnTo>
                  <a:pt x="496957" y="377687"/>
                </a:lnTo>
                <a:cubicBezTo>
                  <a:pt x="490331" y="371061"/>
                  <a:pt x="484875" y="363006"/>
                  <a:pt x="477078" y="357808"/>
                </a:cubicBezTo>
                <a:cubicBezTo>
                  <a:pt x="467139" y="351182"/>
                  <a:pt x="456438" y="345577"/>
                  <a:pt x="447261" y="337930"/>
                </a:cubicBezTo>
                <a:cubicBezTo>
                  <a:pt x="397628" y="296569"/>
                  <a:pt x="440027" y="315641"/>
                  <a:pt x="387626" y="298174"/>
                </a:cubicBezTo>
                <a:cubicBezTo>
                  <a:pt x="381000" y="291548"/>
                  <a:pt x="375545" y="283493"/>
                  <a:pt x="367748" y="278295"/>
                </a:cubicBezTo>
                <a:cubicBezTo>
                  <a:pt x="355420" y="270076"/>
                  <a:pt x="339373" y="267902"/>
                  <a:pt x="327991" y="258417"/>
                </a:cubicBezTo>
                <a:cubicBezTo>
                  <a:pt x="293166" y="229397"/>
                  <a:pt x="324207" y="230305"/>
                  <a:pt x="288235" y="208721"/>
                </a:cubicBezTo>
                <a:cubicBezTo>
                  <a:pt x="279251" y="203331"/>
                  <a:pt x="268357" y="202095"/>
                  <a:pt x="258418" y="198782"/>
                </a:cubicBezTo>
                <a:cubicBezTo>
                  <a:pt x="190734" y="131101"/>
                  <a:pt x="296507" y="234270"/>
                  <a:pt x="208722" y="159026"/>
                </a:cubicBezTo>
                <a:cubicBezTo>
                  <a:pt x="194492" y="146829"/>
                  <a:pt x="182217" y="132521"/>
                  <a:pt x="168965" y="119269"/>
                </a:cubicBezTo>
                <a:cubicBezTo>
                  <a:pt x="160518" y="110822"/>
                  <a:pt x="148325" y="107038"/>
                  <a:pt x="139148" y="99391"/>
                </a:cubicBezTo>
                <a:cubicBezTo>
                  <a:pt x="128350" y="90393"/>
                  <a:pt x="121026" y="77371"/>
                  <a:pt x="109331" y="69574"/>
                </a:cubicBezTo>
                <a:cubicBezTo>
                  <a:pt x="100614" y="63762"/>
                  <a:pt x="88884" y="64320"/>
                  <a:pt x="79513" y="59634"/>
                </a:cubicBezTo>
                <a:cubicBezTo>
                  <a:pt x="2451" y="21102"/>
                  <a:pt x="94820" y="54797"/>
                  <a:pt x="19878" y="29817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A9B562D7-A380-9D03-EBD7-0FE71600737A}"/>
              </a:ext>
            </a:extLst>
          </p:cNvPr>
          <p:cNvSpPr/>
          <p:nvPr/>
        </p:nvSpPr>
        <p:spPr>
          <a:xfrm>
            <a:off x="19892718" y="4326020"/>
            <a:ext cx="748070" cy="890547"/>
          </a:xfrm>
          <a:custGeom>
            <a:avLst/>
            <a:gdLst>
              <a:gd name="connsiteX0" fmla="*/ 834899 w 834899"/>
              <a:gd name="connsiteY0" fmla="*/ 993913 h 993913"/>
              <a:gd name="connsiteX1" fmla="*/ 447273 w 834899"/>
              <a:gd name="connsiteY1" fmla="*/ 546652 h 993913"/>
              <a:gd name="connsiteX2" fmla="*/ 288247 w 834899"/>
              <a:gd name="connsiteY2" fmla="*/ 288235 h 993913"/>
              <a:gd name="connsiteX3" fmla="*/ 69586 w 834899"/>
              <a:gd name="connsiteY3" fmla="*/ 59635 h 993913"/>
              <a:gd name="connsiteX4" fmla="*/ 12 w 834899"/>
              <a:gd name="connsiteY4" fmla="*/ 0 h 99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4899" h="993913">
                <a:moveTo>
                  <a:pt x="834899" y="993913"/>
                </a:moveTo>
                <a:cubicBezTo>
                  <a:pt x="705690" y="844826"/>
                  <a:pt x="568091" y="702617"/>
                  <a:pt x="447273" y="546652"/>
                </a:cubicBezTo>
                <a:cubicBezTo>
                  <a:pt x="385333" y="466694"/>
                  <a:pt x="347838" y="369959"/>
                  <a:pt x="288247" y="288235"/>
                </a:cubicBezTo>
                <a:cubicBezTo>
                  <a:pt x="132809" y="75063"/>
                  <a:pt x="186389" y="98569"/>
                  <a:pt x="69586" y="59635"/>
                </a:cubicBezTo>
                <a:cubicBezTo>
                  <a:pt x="-2684" y="8013"/>
                  <a:pt x="12" y="38439"/>
                  <a:pt x="1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905AA4F0-109D-0875-5800-D00AD942532C}"/>
              </a:ext>
            </a:extLst>
          </p:cNvPr>
          <p:cNvSpPr/>
          <p:nvPr/>
        </p:nvSpPr>
        <p:spPr>
          <a:xfrm>
            <a:off x="19696810" y="4290404"/>
            <a:ext cx="187311" cy="534327"/>
          </a:xfrm>
          <a:custGeom>
            <a:avLst/>
            <a:gdLst>
              <a:gd name="connsiteX0" fmla="*/ 0 w 209053"/>
              <a:gd name="connsiteY0" fmla="*/ 596347 h 596347"/>
              <a:gd name="connsiteX1" fmla="*/ 9939 w 209053"/>
              <a:gd name="connsiteY1" fmla="*/ 457200 h 596347"/>
              <a:gd name="connsiteX2" fmla="*/ 29818 w 209053"/>
              <a:gd name="connsiteY2" fmla="*/ 357808 h 596347"/>
              <a:gd name="connsiteX3" fmla="*/ 59635 w 209053"/>
              <a:gd name="connsiteY3" fmla="*/ 248478 h 596347"/>
              <a:gd name="connsiteX4" fmla="*/ 99392 w 209053"/>
              <a:gd name="connsiteY4" fmla="*/ 188843 h 596347"/>
              <a:gd name="connsiteX5" fmla="*/ 119270 w 209053"/>
              <a:gd name="connsiteY5" fmla="*/ 159026 h 596347"/>
              <a:gd name="connsiteX6" fmla="*/ 168965 w 209053"/>
              <a:gd name="connsiteY6" fmla="*/ 109330 h 596347"/>
              <a:gd name="connsiteX7" fmla="*/ 198783 w 209053"/>
              <a:gd name="connsiteY7" fmla="*/ 59634 h 596347"/>
              <a:gd name="connsiteX8" fmla="*/ 208722 w 209053"/>
              <a:gd name="connsiteY8" fmla="*/ 0 h 5963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9053" h="596347">
                <a:moveTo>
                  <a:pt x="0" y="596347"/>
                </a:moveTo>
                <a:cubicBezTo>
                  <a:pt x="3313" y="549965"/>
                  <a:pt x="4171" y="503341"/>
                  <a:pt x="9939" y="457200"/>
                </a:cubicBezTo>
                <a:cubicBezTo>
                  <a:pt x="14130" y="423674"/>
                  <a:pt x="23192" y="390939"/>
                  <a:pt x="29818" y="357808"/>
                </a:cubicBezTo>
                <a:cubicBezTo>
                  <a:pt x="43867" y="287563"/>
                  <a:pt x="34414" y="324143"/>
                  <a:pt x="59635" y="248478"/>
                </a:cubicBezTo>
                <a:cubicBezTo>
                  <a:pt x="77102" y="196076"/>
                  <a:pt x="58029" y="238478"/>
                  <a:pt x="99392" y="188843"/>
                </a:cubicBezTo>
                <a:cubicBezTo>
                  <a:pt x="107039" y="179667"/>
                  <a:pt x="111404" y="168016"/>
                  <a:pt x="119270" y="159026"/>
                </a:cubicBezTo>
                <a:cubicBezTo>
                  <a:pt x="134696" y="141396"/>
                  <a:pt x="168965" y="109330"/>
                  <a:pt x="168965" y="109330"/>
                </a:cubicBezTo>
                <a:cubicBezTo>
                  <a:pt x="197125" y="24858"/>
                  <a:pt x="157851" y="127855"/>
                  <a:pt x="198783" y="59634"/>
                </a:cubicBezTo>
                <a:cubicBezTo>
                  <a:pt x="211865" y="37830"/>
                  <a:pt x="208722" y="23746"/>
                  <a:pt x="2087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76E4029-E122-2104-4F45-330F4E4AFD5A}"/>
              </a:ext>
            </a:extLst>
          </p:cNvPr>
          <p:cNvSpPr/>
          <p:nvPr/>
        </p:nvSpPr>
        <p:spPr>
          <a:xfrm>
            <a:off x="19613821" y="4772419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D47FA294-F7A5-1CEB-285D-9976B48993A6}"/>
              </a:ext>
            </a:extLst>
          </p:cNvPr>
          <p:cNvSpPr/>
          <p:nvPr/>
        </p:nvSpPr>
        <p:spPr>
          <a:xfrm>
            <a:off x="28471307" y="739519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23031FF-C2CD-D546-CD27-F0C32E7A2A7F}"/>
              </a:ext>
            </a:extLst>
          </p:cNvPr>
          <p:cNvCxnSpPr>
            <a:cxnSpLocks/>
          </p:cNvCxnSpPr>
          <p:nvPr/>
        </p:nvCxnSpPr>
        <p:spPr>
          <a:xfrm>
            <a:off x="28574701" y="7483957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6BA85CC-C43A-074A-26F1-9FCEEE4302E0}"/>
              </a:ext>
            </a:extLst>
          </p:cNvPr>
          <p:cNvCxnSpPr>
            <a:cxnSpLocks/>
          </p:cNvCxnSpPr>
          <p:nvPr/>
        </p:nvCxnSpPr>
        <p:spPr>
          <a:xfrm>
            <a:off x="26817974" y="5001001"/>
            <a:ext cx="0" cy="52145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0DAB8448-217D-3A93-3D43-75FA69D2CB9F}"/>
                  </a:ext>
                </a:extLst>
              </p:cNvPr>
              <p:cNvSpPr txBox="1"/>
              <p:nvPr/>
            </p:nvSpPr>
            <p:spPr>
              <a:xfrm>
                <a:off x="26408340" y="5080045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0DAB8448-217D-3A93-3D43-75FA69D2C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8340" y="5080045"/>
                <a:ext cx="568909" cy="478464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4F24D9D2-8B06-4A14-AD70-7B8AFDECCDBB}"/>
                  </a:ext>
                </a:extLst>
              </p:cNvPr>
              <p:cNvSpPr txBox="1"/>
              <p:nvPr/>
            </p:nvSpPr>
            <p:spPr>
              <a:xfrm>
                <a:off x="28543346" y="732134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4F24D9D2-8B06-4A14-AD70-7B8AFDECC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43346" y="7321342"/>
                <a:ext cx="896111" cy="478464"/>
              </a:xfrm>
              <a:prstGeom prst="rect">
                <a:avLst/>
              </a:prstGeom>
              <a:blipFill>
                <a:blip r:embed="rId9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701E872C-9E96-EF09-53EE-24F4F8087863}"/>
                  </a:ext>
                </a:extLst>
              </p:cNvPr>
              <p:cNvSpPr txBox="1"/>
              <p:nvPr/>
            </p:nvSpPr>
            <p:spPr>
              <a:xfrm>
                <a:off x="27465770" y="4972349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701E872C-9E96-EF09-53EE-24F4F8087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65770" y="4972349"/>
                <a:ext cx="896111" cy="478464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B41E93F5-124D-E9F2-7B78-63635AF63C8C}"/>
                  </a:ext>
                </a:extLst>
              </p:cNvPr>
              <p:cNvSpPr txBox="1"/>
              <p:nvPr/>
            </p:nvSpPr>
            <p:spPr>
              <a:xfrm>
                <a:off x="24130674" y="8884379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+(2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B41E93F5-124D-E9F2-7B78-63635AF63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30674" y="8884379"/>
                <a:ext cx="5728691" cy="533544"/>
              </a:xfrm>
              <a:prstGeom prst="rect">
                <a:avLst/>
              </a:prstGeom>
              <a:blipFill>
                <a:blip r:embed="rId96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6CDF51-161C-82C8-C210-4296EBA9AC3F}"/>
                  </a:ext>
                </a:extLst>
              </p:cNvPr>
              <p:cNvSpPr txBox="1"/>
              <p:nvPr/>
            </p:nvSpPr>
            <p:spPr>
              <a:xfrm>
                <a:off x="25095370" y="9508141"/>
                <a:ext cx="4172975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6CDF51-161C-82C8-C210-4296EBA9A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95370" y="9508141"/>
                <a:ext cx="4172975" cy="717248"/>
              </a:xfrm>
              <a:prstGeom prst="rect">
                <a:avLst/>
              </a:prstGeom>
              <a:blipFill>
                <a:blip r:embed="rId97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Freeform 125">
            <a:extLst>
              <a:ext uri="{FF2B5EF4-FFF2-40B4-BE49-F238E27FC236}">
                <a16:creationId xmlns:a16="http://schemas.microsoft.com/office/drawing/2014/main" id="{313EFAA7-EE62-780E-0187-B3DA07E4B696}"/>
              </a:ext>
            </a:extLst>
          </p:cNvPr>
          <p:cNvSpPr/>
          <p:nvPr/>
        </p:nvSpPr>
        <p:spPr>
          <a:xfrm>
            <a:off x="28030544" y="7503234"/>
            <a:ext cx="520499" cy="848218"/>
          </a:xfrm>
          <a:custGeom>
            <a:avLst/>
            <a:gdLst>
              <a:gd name="connsiteX0" fmla="*/ 0 w 580913"/>
              <a:gd name="connsiteY0" fmla="*/ 946673 h 946673"/>
              <a:gd name="connsiteX1" fmla="*/ 75303 w 580913"/>
              <a:gd name="connsiteY1" fmla="*/ 828339 h 946673"/>
              <a:gd name="connsiteX2" fmla="*/ 86061 w 580913"/>
              <a:gd name="connsiteY2" fmla="*/ 785309 h 946673"/>
              <a:gd name="connsiteX3" fmla="*/ 96819 w 580913"/>
              <a:gd name="connsiteY3" fmla="*/ 753036 h 946673"/>
              <a:gd name="connsiteX4" fmla="*/ 376518 w 580913"/>
              <a:gd name="connsiteY4" fmla="*/ 247426 h 946673"/>
              <a:gd name="connsiteX5" fmla="*/ 537882 w 580913"/>
              <a:gd name="connsiteY5" fmla="*/ 96819 h 946673"/>
              <a:gd name="connsiteX6" fmla="*/ 570155 w 580913"/>
              <a:gd name="connsiteY6" fmla="*/ 32273 h 946673"/>
              <a:gd name="connsiteX7" fmla="*/ 580913 w 580913"/>
              <a:gd name="connsiteY7" fmla="*/ 0 h 946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80913" h="946673">
                <a:moveTo>
                  <a:pt x="0" y="946673"/>
                </a:moveTo>
                <a:cubicBezTo>
                  <a:pt x="27365" y="908362"/>
                  <a:pt x="58576" y="872945"/>
                  <a:pt x="75303" y="828339"/>
                </a:cubicBezTo>
                <a:cubicBezTo>
                  <a:pt x="80494" y="814496"/>
                  <a:pt x="81999" y="799525"/>
                  <a:pt x="86061" y="785309"/>
                </a:cubicBezTo>
                <a:cubicBezTo>
                  <a:pt x="89176" y="774406"/>
                  <a:pt x="93835" y="763976"/>
                  <a:pt x="96819" y="753036"/>
                </a:cubicBezTo>
                <a:cubicBezTo>
                  <a:pt x="149885" y="558463"/>
                  <a:pt x="148792" y="410088"/>
                  <a:pt x="376518" y="247426"/>
                </a:cubicBezTo>
                <a:cubicBezTo>
                  <a:pt x="458984" y="188522"/>
                  <a:pt x="470486" y="188723"/>
                  <a:pt x="537882" y="96819"/>
                </a:cubicBezTo>
                <a:cubicBezTo>
                  <a:pt x="552107" y="77421"/>
                  <a:pt x="560385" y="54255"/>
                  <a:pt x="570155" y="32273"/>
                </a:cubicBezTo>
                <a:cubicBezTo>
                  <a:pt x="574760" y="21911"/>
                  <a:pt x="580913" y="0"/>
                  <a:pt x="58091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DB4F818F-2EB2-17CF-D420-83534BD7F72D}"/>
              </a:ext>
            </a:extLst>
          </p:cNvPr>
          <p:cNvSpPr/>
          <p:nvPr/>
        </p:nvSpPr>
        <p:spPr>
          <a:xfrm>
            <a:off x="28570318" y="7483958"/>
            <a:ext cx="655441" cy="857860"/>
          </a:xfrm>
          <a:custGeom>
            <a:avLst/>
            <a:gdLst>
              <a:gd name="connsiteX0" fmla="*/ 0 w 731520"/>
              <a:gd name="connsiteY0" fmla="*/ 0 h 957431"/>
              <a:gd name="connsiteX1" fmla="*/ 86061 w 731520"/>
              <a:gd name="connsiteY1" fmla="*/ 53788 h 957431"/>
              <a:gd name="connsiteX2" fmla="*/ 129092 w 731520"/>
              <a:gd name="connsiteY2" fmla="*/ 75304 h 957431"/>
              <a:gd name="connsiteX3" fmla="*/ 172122 w 731520"/>
              <a:gd name="connsiteY3" fmla="*/ 118334 h 957431"/>
              <a:gd name="connsiteX4" fmla="*/ 236668 w 731520"/>
              <a:gd name="connsiteY4" fmla="*/ 172123 h 957431"/>
              <a:gd name="connsiteX5" fmla="*/ 268941 w 731520"/>
              <a:gd name="connsiteY5" fmla="*/ 225911 h 957431"/>
              <a:gd name="connsiteX6" fmla="*/ 290457 w 731520"/>
              <a:gd name="connsiteY6" fmla="*/ 311972 h 957431"/>
              <a:gd name="connsiteX7" fmla="*/ 311972 w 731520"/>
              <a:gd name="connsiteY7" fmla="*/ 484094 h 957431"/>
              <a:gd name="connsiteX8" fmla="*/ 333487 w 731520"/>
              <a:gd name="connsiteY8" fmla="*/ 548640 h 957431"/>
              <a:gd name="connsiteX9" fmla="*/ 398033 w 731520"/>
              <a:gd name="connsiteY9" fmla="*/ 613186 h 957431"/>
              <a:gd name="connsiteX10" fmla="*/ 419548 w 731520"/>
              <a:gd name="connsiteY10" fmla="*/ 645459 h 957431"/>
              <a:gd name="connsiteX11" fmla="*/ 451821 w 731520"/>
              <a:gd name="connsiteY11" fmla="*/ 666974 h 957431"/>
              <a:gd name="connsiteX12" fmla="*/ 505610 w 731520"/>
              <a:gd name="connsiteY12" fmla="*/ 710005 h 957431"/>
              <a:gd name="connsiteX13" fmla="*/ 559398 w 731520"/>
              <a:gd name="connsiteY13" fmla="*/ 753035 h 957431"/>
              <a:gd name="connsiteX14" fmla="*/ 580913 w 731520"/>
              <a:gd name="connsiteY14" fmla="*/ 774551 h 957431"/>
              <a:gd name="connsiteX15" fmla="*/ 613186 w 731520"/>
              <a:gd name="connsiteY15" fmla="*/ 796066 h 957431"/>
              <a:gd name="connsiteX16" fmla="*/ 645459 w 731520"/>
              <a:gd name="connsiteY16" fmla="*/ 860612 h 957431"/>
              <a:gd name="connsiteX17" fmla="*/ 688490 w 731520"/>
              <a:gd name="connsiteY17" fmla="*/ 914400 h 957431"/>
              <a:gd name="connsiteX18" fmla="*/ 731520 w 731520"/>
              <a:gd name="connsiteY18" fmla="*/ 957431 h 957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731520" h="957431">
                <a:moveTo>
                  <a:pt x="0" y="0"/>
                </a:moveTo>
                <a:cubicBezTo>
                  <a:pt x="28687" y="17929"/>
                  <a:pt x="56840" y="36742"/>
                  <a:pt x="86061" y="53788"/>
                </a:cubicBezTo>
                <a:cubicBezTo>
                  <a:pt x="99913" y="61868"/>
                  <a:pt x="116263" y="65682"/>
                  <a:pt x="129092" y="75304"/>
                </a:cubicBezTo>
                <a:cubicBezTo>
                  <a:pt x="145320" y="87475"/>
                  <a:pt x="156721" y="105133"/>
                  <a:pt x="172122" y="118334"/>
                </a:cubicBezTo>
                <a:cubicBezTo>
                  <a:pt x="276961" y="208197"/>
                  <a:pt x="124760" y="60215"/>
                  <a:pt x="236668" y="172123"/>
                </a:cubicBezTo>
                <a:cubicBezTo>
                  <a:pt x="267144" y="263546"/>
                  <a:pt x="224640" y="152075"/>
                  <a:pt x="268941" y="225911"/>
                </a:cubicBezTo>
                <a:cubicBezTo>
                  <a:pt x="278865" y="242452"/>
                  <a:pt x="288143" y="300402"/>
                  <a:pt x="290457" y="311972"/>
                </a:cubicBezTo>
                <a:cubicBezTo>
                  <a:pt x="295574" y="368268"/>
                  <a:pt x="296814" y="428514"/>
                  <a:pt x="311972" y="484094"/>
                </a:cubicBezTo>
                <a:cubicBezTo>
                  <a:pt x="317939" y="505974"/>
                  <a:pt x="317450" y="532603"/>
                  <a:pt x="333487" y="548640"/>
                </a:cubicBezTo>
                <a:cubicBezTo>
                  <a:pt x="355002" y="570155"/>
                  <a:pt x="381155" y="587869"/>
                  <a:pt x="398033" y="613186"/>
                </a:cubicBezTo>
                <a:cubicBezTo>
                  <a:pt x="405205" y="623944"/>
                  <a:pt x="410406" y="636317"/>
                  <a:pt x="419548" y="645459"/>
                </a:cubicBezTo>
                <a:cubicBezTo>
                  <a:pt x="428690" y="654601"/>
                  <a:pt x="441725" y="658897"/>
                  <a:pt x="451821" y="666974"/>
                </a:cubicBezTo>
                <a:cubicBezTo>
                  <a:pt x="528465" y="728289"/>
                  <a:pt x="406279" y="643785"/>
                  <a:pt x="505610" y="710005"/>
                </a:cubicBezTo>
                <a:cubicBezTo>
                  <a:pt x="548463" y="774285"/>
                  <a:pt x="501662" y="718393"/>
                  <a:pt x="559398" y="753035"/>
                </a:cubicBezTo>
                <a:cubicBezTo>
                  <a:pt x="568095" y="758253"/>
                  <a:pt x="572993" y="768215"/>
                  <a:pt x="580913" y="774551"/>
                </a:cubicBezTo>
                <a:cubicBezTo>
                  <a:pt x="591009" y="782628"/>
                  <a:pt x="602428" y="788894"/>
                  <a:pt x="613186" y="796066"/>
                </a:cubicBezTo>
                <a:cubicBezTo>
                  <a:pt x="674845" y="888556"/>
                  <a:pt x="600920" y="771535"/>
                  <a:pt x="645459" y="860612"/>
                </a:cubicBezTo>
                <a:cubicBezTo>
                  <a:pt x="667536" y="904765"/>
                  <a:pt x="661804" y="881044"/>
                  <a:pt x="688490" y="914400"/>
                </a:cubicBezTo>
                <a:cubicBezTo>
                  <a:pt x="723109" y="957673"/>
                  <a:pt x="693073" y="938206"/>
                  <a:pt x="731520" y="957431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60194E0B-D164-22B1-A014-007C43346996}"/>
              </a:ext>
            </a:extLst>
          </p:cNvPr>
          <p:cNvSpPr/>
          <p:nvPr/>
        </p:nvSpPr>
        <p:spPr>
          <a:xfrm>
            <a:off x="27163050" y="4312774"/>
            <a:ext cx="1388698" cy="3142268"/>
          </a:xfrm>
          <a:custGeom>
            <a:avLst/>
            <a:gdLst>
              <a:gd name="connsiteX0" fmla="*/ 0 w 1549887"/>
              <a:gd name="connsiteY0" fmla="*/ 0 h 3506993"/>
              <a:gd name="connsiteX1" fmla="*/ 64546 w 1549887"/>
              <a:gd name="connsiteY1" fmla="*/ 75304 h 3506993"/>
              <a:gd name="connsiteX2" fmla="*/ 107576 w 1549887"/>
              <a:gd name="connsiteY2" fmla="*/ 118334 h 3506993"/>
              <a:gd name="connsiteX3" fmla="*/ 193637 w 1549887"/>
              <a:gd name="connsiteY3" fmla="*/ 247426 h 3506993"/>
              <a:gd name="connsiteX4" fmla="*/ 258183 w 1549887"/>
              <a:gd name="connsiteY4" fmla="*/ 333487 h 3506993"/>
              <a:gd name="connsiteX5" fmla="*/ 279698 w 1549887"/>
              <a:gd name="connsiteY5" fmla="*/ 376518 h 3506993"/>
              <a:gd name="connsiteX6" fmla="*/ 333487 w 1549887"/>
              <a:gd name="connsiteY6" fmla="*/ 473337 h 3506993"/>
              <a:gd name="connsiteX7" fmla="*/ 355002 w 1549887"/>
              <a:gd name="connsiteY7" fmla="*/ 527125 h 3506993"/>
              <a:gd name="connsiteX8" fmla="*/ 365760 w 1549887"/>
              <a:gd name="connsiteY8" fmla="*/ 559398 h 3506993"/>
              <a:gd name="connsiteX9" fmla="*/ 408790 w 1549887"/>
              <a:gd name="connsiteY9" fmla="*/ 645459 h 3506993"/>
              <a:gd name="connsiteX10" fmla="*/ 430306 w 1549887"/>
              <a:gd name="connsiteY10" fmla="*/ 688490 h 3506993"/>
              <a:gd name="connsiteX11" fmla="*/ 441063 w 1549887"/>
              <a:gd name="connsiteY11" fmla="*/ 720763 h 3506993"/>
              <a:gd name="connsiteX12" fmla="*/ 451821 w 1549887"/>
              <a:gd name="connsiteY12" fmla="*/ 763793 h 3506993"/>
              <a:gd name="connsiteX13" fmla="*/ 494851 w 1549887"/>
              <a:gd name="connsiteY13" fmla="*/ 849854 h 3506993"/>
              <a:gd name="connsiteX14" fmla="*/ 537882 w 1549887"/>
              <a:gd name="connsiteY14" fmla="*/ 946673 h 3506993"/>
              <a:gd name="connsiteX15" fmla="*/ 559397 w 1549887"/>
              <a:gd name="connsiteY15" fmla="*/ 978946 h 3506993"/>
              <a:gd name="connsiteX16" fmla="*/ 591670 w 1549887"/>
              <a:gd name="connsiteY16" fmla="*/ 1054250 h 3506993"/>
              <a:gd name="connsiteX17" fmla="*/ 613186 w 1549887"/>
              <a:gd name="connsiteY17" fmla="*/ 1086523 h 3506993"/>
              <a:gd name="connsiteX18" fmla="*/ 634701 w 1549887"/>
              <a:gd name="connsiteY18" fmla="*/ 1129553 h 3506993"/>
              <a:gd name="connsiteX19" fmla="*/ 666974 w 1549887"/>
              <a:gd name="connsiteY19" fmla="*/ 1161826 h 3506993"/>
              <a:gd name="connsiteX20" fmla="*/ 699247 w 1549887"/>
              <a:gd name="connsiteY20" fmla="*/ 1204857 h 3506993"/>
              <a:gd name="connsiteX21" fmla="*/ 763793 w 1549887"/>
              <a:gd name="connsiteY21" fmla="*/ 1301676 h 3506993"/>
              <a:gd name="connsiteX22" fmla="*/ 828338 w 1549887"/>
              <a:gd name="connsiteY22" fmla="*/ 1387737 h 3506993"/>
              <a:gd name="connsiteX23" fmla="*/ 871369 w 1549887"/>
              <a:gd name="connsiteY23" fmla="*/ 1473798 h 3506993"/>
              <a:gd name="connsiteX24" fmla="*/ 957430 w 1549887"/>
              <a:gd name="connsiteY24" fmla="*/ 1602890 h 3506993"/>
              <a:gd name="connsiteX25" fmla="*/ 968188 w 1549887"/>
              <a:gd name="connsiteY25" fmla="*/ 1645920 h 3506993"/>
              <a:gd name="connsiteX26" fmla="*/ 1000461 w 1549887"/>
              <a:gd name="connsiteY26" fmla="*/ 1688951 h 3506993"/>
              <a:gd name="connsiteX27" fmla="*/ 1021976 w 1549887"/>
              <a:gd name="connsiteY27" fmla="*/ 1721224 h 3506993"/>
              <a:gd name="connsiteX28" fmla="*/ 1054249 w 1549887"/>
              <a:gd name="connsiteY28" fmla="*/ 1785770 h 3506993"/>
              <a:gd name="connsiteX29" fmla="*/ 1075764 w 1549887"/>
              <a:gd name="connsiteY29" fmla="*/ 1850316 h 3506993"/>
              <a:gd name="connsiteX30" fmla="*/ 1086522 w 1549887"/>
              <a:gd name="connsiteY30" fmla="*/ 1882589 h 3506993"/>
              <a:gd name="connsiteX31" fmla="*/ 1108037 w 1549887"/>
              <a:gd name="connsiteY31" fmla="*/ 1914861 h 3506993"/>
              <a:gd name="connsiteX32" fmla="*/ 1129553 w 1549887"/>
              <a:gd name="connsiteY32" fmla="*/ 1936377 h 3506993"/>
              <a:gd name="connsiteX33" fmla="*/ 1161826 w 1549887"/>
              <a:gd name="connsiteY33" fmla="*/ 1979407 h 3506993"/>
              <a:gd name="connsiteX34" fmla="*/ 1194098 w 1549887"/>
              <a:gd name="connsiteY34" fmla="*/ 2043953 h 3506993"/>
              <a:gd name="connsiteX35" fmla="*/ 1215614 w 1549887"/>
              <a:gd name="connsiteY35" fmla="*/ 2108499 h 3506993"/>
              <a:gd name="connsiteX36" fmla="*/ 1258644 w 1549887"/>
              <a:gd name="connsiteY36" fmla="*/ 2183803 h 3506993"/>
              <a:gd name="connsiteX37" fmla="*/ 1280160 w 1549887"/>
              <a:gd name="connsiteY37" fmla="*/ 2269864 h 3506993"/>
              <a:gd name="connsiteX38" fmla="*/ 1290917 w 1549887"/>
              <a:gd name="connsiteY38" fmla="*/ 2302137 h 3506993"/>
              <a:gd name="connsiteX39" fmla="*/ 1301675 w 1549887"/>
              <a:gd name="connsiteY39" fmla="*/ 2355925 h 3506993"/>
              <a:gd name="connsiteX40" fmla="*/ 1323190 w 1549887"/>
              <a:gd name="connsiteY40" fmla="*/ 2431229 h 3506993"/>
              <a:gd name="connsiteX41" fmla="*/ 1333948 w 1549887"/>
              <a:gd name="connsiteY41" fmla="*/ 2474259 h 3506993"/>
              <a:gd name="connsiteX42" fmla="*/ 1355463 w 1549887"/>
              <a:gd name="connsiteY42" fmla="*/ 2528047 h 3506993"/>
              <a:gd name="connsiteX43" fmla="*/ 1376978 w 1549887"/>
              <a:gd name="connsiteY43" fmla="*/ 2635624 h 3506993"/>
              <a:gd name="connsiteX44" fmla="*/ 1398494 w 1549887"/>
              <a:gd name="connsiteY44" fmla="*/ 2743200 h 3506993"/>
              <a:gd name="connsiteX45" fmla="*/ 1409251 w 1549887"/>
              <a:gd name="connsiteY45" fmla="*/ 2786231 h 3506993"/>
              <a:gd name="connsiteX46" fmla="*/ 1420009 w 1549887"/>
              <a:gd name="connsiteY46" fmla="*/ 2872292 h 3506993"/>
              <a:gd name="connsiteX47" fmla="*/ 1430767 w 1549887"/>
              <a:gd name="connsiteY47" fmla="*/ 2926080 h 3506993"/>
              <a:gd name="connsiteX48" fmla="*/ 1452282 w 1549887"/>
              <a:gd name="connsiteY48" fmla="*/ 3130476 h 3506993"/>
              <a:gd name="connsiteX49" fmla="*/ 1463040 w 1549887"/>
              <a:gd name="connsiteY49" fmla="*/ 3173506 h 3506993"/>
              <a:gd name="connsiteX50" fmla="*/ 1484555 w 1549887"/>
              <a:gd name="connsiteY50" fmla="*/ 3205779 h 3506993"/>
              <a:gd name="connsiteX51" fmla="*/ 1495313 w 1549887"/>
              <a:gd name="connsiteY51" fmla="*/ 3238052 h 3506993"/>
              <a:gd name="connsiteX52" fmla="*/ 1516828 w 1549887"/>
              <a:gd name="connsiteY52" fmla="*/ 3367144 h 3506993"/>
              <a:gd name="connsiteX53" fmla="*/ 1527586 w 1549887"/>
              <a:gd name="connsiteY53" fmla="*/ 3399417 h 3506993"/>
              <a:gd name="connsiteX54" fmla="*/ 1538343 w 1549887"/>
              <a:gd name="connsiteY54" fmla="*/ 3442447 h 3506993"/>
              <a:gd name="connsiteX55" fmla="*/ 1549101 w 1549887"/>
              <a:gd name="connsiteY55" fmla="*/ 3474720 h 3506993"/>
              <a:gd name="connsiteX56" fmla="*/ 1549101 w 1549887"/>
              <a:gd name="connsiteY56" fmla="*/ 3506993 h 350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1549887" h="3506993">
                <a:moveTo>
                  <a:pt x="0" y="0"/>
                </a:moveTo>
                <a:cubicBezTo>
                  <a:pt x="21515" y="25101"/>
                  <a:pt x="42307" y="50841"/>
                  <a:pt x="64546" y="75304"/>
                </a:cubicBezTo>
                <a:cubicBezTo>
                  <a:pt x="78191" y="90313"/>
                  <a:pt x="94590" y="102751"/>
                  <a:pt x="107576" y="118334"/>
                </a:cubicBezTo>
                <a:cubicBezTo>
                  <a:pt x="288736" y="335727"/>
                  <a:pt x="108238" y="119328"/>
                  <a:pt x="193637" y="247426"/>
                </a:cubicBezTo>
                <a:cubicBezTo>
                  <a:pt x="213528" y="277262"/>
                  <a:pt x="242147" y="301414"/>
                  <a:pt x="258183" y="333487"/>
                </a:cubicBezTo>
                <a:cubicBezTo>
                  <a:pt x="265355" y="347831"/>
                  <a:pt x="271910" y="362499"/>
                  <a:pt x="279698" y="376518"/>
                </a:cubicBezTo>
                <a:cubicBezTo>
                  <a:pt x="309869" y="430827"/>
                  <a:pt x="310560" y="421752"/>
                  <a:pt x="333487" y="473337"/>
                </a:cubicBezTo>
                <a:cubicBezTo>
                  <a:pt x="341330" y="490983"/>
                  <a:pt x="348222" y="509044"/>
                  <a:pt x="355002" y="527125"/>
                </a:cubicBezTo>
                <a:cubicBezTo>
                  <a:pt x="358984" y="537743"/>
                  <a:pt x="361068" y="549075"/>
                  <a:pt x="365760" y="559398"/>
                </a:cubicBezTo>
                <a:cubicBezTo>
                  <a:pt x="379032" y="588596"/>
                  <a:pt x="394447" y="616772"/>
                  <a:pt x="408790" y="645459"/>
                </a:cubicBezTo>
                <a:cubicBezTo>
                  <a:pt x="415962" y="659803"/>
                  <a:pt x="425235" y="673276"/>
                  <a:pt x="430306" y="688490"/>
                </a:cubicBezTo>
                <a:cubicBezTo>
                  <a:pt x="433892" y="699248"/>
                  <a:pt x="437948" y="709860"/>
                  <a:pt x="441063" y="720763"/>
                </a:cubicBezTo>
                <a:cubicBezTo>
                  <a:pt x="445125" y="734979"/>
                  <a:pt x="446135" y="750145"/>
                  <a:pt x="451821" y="763793"/>
                </a:cubicBezTo>
                <a:cubicBezTo>
                  <a:pt x="464157" y="793399"/>
                  <a:pt x="482939" y="820075"/>
                  <a:pt x="494851" y="849854"/>
                </a:cubicBezTo>
                <a:cubicBezTo>
                  <a:pt x="510220" y="888275"/>
                  <a:pt x="517782" y="911497"/>
                  <a:pt x="537882" y="946673"/>
                </a:cubicBezTo>
                <a:cubicBezTo>
                  <a:pt x="544297" y="957899"/>
                  <a:pt x="552982" y="967720"/>
                  <a:pt x="559397" y="978946"/>
                </a:cubicBezTo>
                <a:cubicBezTo>
                  <a:pt x="648955" y="1135672"/>
                  <a:pt x="531316" y="933542"/>
                  <a:pt x="591670" y="1054250"/>
                </a:cubicBezTo>
                <a:cubicBezTo>
                  <a:pt x="597452" y="1065814"/>
                  <a:pt x="606771" y="1075297"/>
                  <a:pt x="613186" y="1086523"/>
                </a:cubicBezTo>
                <a:cubicBezTo>
                  <a:pt x="621142" y="1100446"/>
                  <a:pt x="625380" y="1116504"/>
                  <a:pt x="634701" y="1129553"/>
                </a:cubicBezTo>
                <a:cubicBezTo>
                  <a:pt x="643544" y="1141933"/>
                  <a:pt x="657073" y="1150275"/>
                  <a:pt x="666974" y="1161826"/>
                </a:cubicBezTo>
                <a:cubicBezTo>
                  <a:pt x="678642" y="1175439"/>
                  <a:pt x="689041" y="1190115"/>
                  <a:pt x="699247" y="1204857"/>
                </a:cubicBezTo>
                <a:cubicBezTo>
                  <a:pt x="721325" y="1236748"/>
                  <a:pt x="740521" y="1270646"/>
                  <a:pt x="763793" y="1301676"/>
                </a:cubicBezTo>
                <a:cubicBezTo>
                  <a:pt x="785308" y="1330363"/>
                  <a:pt x="812301" y="1355664"/>
                  <a:pt x="828338" y="1387737"/>
                </a:cubicBezTo>
                <a:cubicBezTo>
                  <a:pt x="842682" y="1416424"/>
                  <a:pt x="854370" y="1446600"/>
                  <a:pt x="871369" y="1473798"/>
                </a:cubicBezTo>
                <a:cubicBezTo>
                  <a:pt x="934660" y="1575063"/>
                  <a:pt x="904860" y="1532796"/>
                  <a:pt x="957430" y="1602890"/>
                </a:cubicBezTo>
                <a:cubicBezTo>
                  <a:pt x="961016" y="1617233"/>
                  <a:pt x="961576" y="1632696"/>
                  <a:pt x="968188" y="1645920"/>
                </a:cubicBezTo>
                <a:cubicBezTo>
                  <a:pt x="976206" y="1661957"/>
                  <a:pt x="990040" y="1674361"/>
                  <a:pt x="1000461" y="1688951"/>
                </a:cubicBezTo>
                <a:cubicBezTo>
                  <a:pt x="1007976" y="1699472"/>
                  <a:pt x="1015697" y="1709922"/>
                  <a:pt x="1021976" y="1721224"/>
                </a:cubicBezTo>
                <a:cubicBezTo>
                  <a:pt x="1033658" y="1742252"/>
                  <a:pt x="1044997" y="1763565"/>
                  <a:pt x="1054249" y="1785770"/>
                </a:cubicBezTo>
                <a:cubicBezTo>
                  <a:pt x="1062972" y="1806705"/>
                  <a:pt x="1068592" y="1828801"/>
                  <a:pt x="1075764" y="1850316"/>
                </a:cubicBezTo>
                <a:cubicBezTo>
                  <a:pt x="1079350" y="1861074"/>
                  <a:pt x="1080232" y="1873154"/>
                  <a:pt x="1086522" y="1882589"/>
                </a:cubicBezTo>
                <a:cubicBezTo>
                  <a:pt x="1093694" y="1893346"/>
                  <a:pt x="1099960" y="1904765"/>
                  <a:pt x="1108037" y="1914861"/>
                </a:cubicBezTo>
                <a:cubicBezTo>
                  <a:pt x="1114373" y="1922781"/>
                  <a:pt x="1123060" y="1928585"/>
                  <a:pt x="1129553" y="1936377"/>
                </a:cubicBezTo>
                <a:cubicBezTo>
                  <a:pt x="1141031" y="1950151"/>
                  <a:pt x="1151068" y="1965064"/>
                  <a:pt x="1161826" y="1979407"/>
                </a:cubicBezTo>
                <a:cubicBezTo>
                  <a:pt x="1201050" y="2097086"/>
                  <a:pt x="1138497" y="1918852"/>
                  <a:pt x="1194098" y="2043953"/>
                </a:cubicBezTo>
                <a:cubicBezTo>
                  <a:pt x="1203309" y="2064678"/>
                  <a:pt x="1203034" y="2089629"/>
                  <a:pt x="1215614" y="2108499"/>
                </a:cubicBezTo>
                <a:cubicBezTo>
                  <a:pt x="1231353" y="2132109"/>
                  <a:pt x="1249544" y="2156504"/>
                  <a:pt x="1258644" y="2183803"/>
                </a:cubicBezTo>
                <a:cubicBezTo>
                  <a:pt x="1267995" y="2211855"/>
                  <a:pt x="1270810" y="2241811"/>
                  <a:pt x="1280160" y="2269864"/>
                </a:cubicBezTo>
                <a:cubicBezTo>
                  <a:pt x="1283746" y="2280622"/>
                  <a:pt x="1288167" y="2291136"/>
                  <a:pt x="1290917" y="2302137"/>
                </a:cubicBezTo>
                <a:cubicBezTo>
                  <a:pt x="1295352" y="2319876"/>
                  <a:pt x="1297240" y="2338186"/>
                  <a:pt x="1301675" y="2355925"/>
                </a:cubicBezTo>
                <a:cubicBezTo>
                  <a:pt x="1308007" y="2381251"/>
                  <a:pt x="1316321" y="2406043"/>
                  <a:pt x="1323190" y="2431229"/>
                </a:cubicBezTo>
                <a:cubicBezTo>
                  <a:pt x="1327080" y="2445493"/>
                  <a:pt x="1329273" y="2460233"/>
                  <a:pt x="1333948" y="2474259"/>
                </a:cubicBezTo>
                <a:cubicBezTo>
                  <a:pt x="1340055" y="2492578"/>
                  <a:pt x="1350487" y="2509389"/>
                  <a:pt x="1355463" y="2528047"/>
                </a:cubicBezTo>
                <a:cubicBezTo>
                  <a:pt x="1364885" y="2563381"/>
                  <a:pt x="1368108" y="2600147"/>
                  <a:pt x="1376978" y="2635624"/>
                </a:cubicBezTo>
                <a:cubicBezTo>
                  <a:pt x="1401961" y="2735552"/>
                  <a:pt x="1372124" y="2611348"/>
                  <a:pt x="1398494" y="2743200"/>
                </a:cubicBezTo>
                <a:cubicBezTo>
                  <a:pt x="1401394" y="2757698"/>
                  <a:pt x="1406820" y="2771647"/>
                  <a:pt x="1409251" y="2786231"/>
                </a:cubicBezTo>
                <a:cubicBezTo>
                  <a:pt x="1414004" y="2814748"/>
                  <a:pt x="1415613" y="2843718"/>
                  <a:pt x="1420009" y="2872292"/>
                </a:cubicBezTo>
                <a:cubicBezTo>
                  <a:pt x="1422789" y="2890364"/>
                  <a:pt x="1427181" y="2908151"/>
                  <a:pt x="1430767" y="2926080"/>
                </a:cubicBezTo>
                <a:cubicBezTo>
                  <a:pt x="1438255" y="3023436"/>
                  <a:pt x="1436143" y="3049782"/>
                  <a:pt x="1452282" y="3130476"/>
                </a:cubicBezTo>
                <a:cubicBezTo>
                  <a:pt x="1455182" y="3144974"/>
                  <a:pt x="1457216" y="3159917"/>
                  <a:pt x="1463040" y="3173506"/>
                </a:cubicBezTo>
                <a:cubicBezTo>
                  <a:pt x="1468133" y="3185390"/>
                  <a:pt x="1478773" y="3194215"/>
                  <a:pt x="1484555" y="3205779"/>
                </a:cubicBezTo>
                <a:cubicBezTo>
                  <a:pt x="1489626" y="3215921"/>
                  <a:pt x="1492563" y="3227051"/>
                  <a:pt x="1495313" y="3238052"/>
                </a:cubicBezTo>
                <a:cubicBezTo>
                  <a:pt x="1514554" y="3315017"/>
                  <a:pt x="1498614" y="3276078"/>
                  <a:pt x="1516828" y="3367144"/>
                </a:cubicBezTo>
                <a:cubicBezTo>
                  <a:pt x="1519052" y="3378263"/>
                  <a:pt x="1524471" y="3388514"/>
                  <a:pt x="1527586" y="3399417"/>
                </a:cubicBezTo>
                <a:cubicBezTo>
                  <a:pt x="1531648" y="3413633"/>
                  <a:pt x="1534281" y="3428231"/>
                  <a:pt x="1538343" y="3442447"/>
                </a:cubicBezTo>
                <a:cubicBezTo>
                  <a:pt x="1541458" y="3453350"/>
                  <a:pt x="1547237" y="3463535"/>
                  <a:pt x="1549101" y="3474720"/>
                </a:cubicBezTo>
                <a:cubicBezTo>
                  <a:pt x="1550870" y="3485331"/>
                  <a:pt x="1549101" y="3496235"/>
                  <a:pt x="1549101" y="3506993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1CE4ADCE-6FE8-99AA-0344-8233447C9AC6}"/>
              </a:ext>
            </a:extLst>
          </p:cNvPr>
          <p:cNvSpPr/>
          <p:nvPr/>
        </p:nvSpPr>
        <p:spPr>
          <a:xfrm>
            <a:off x="27077319" y="421405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34AE148C-E807-EF1C-065C-D720882EEBD9}"/>
              </a:ext>
            </a:extLst>
          </p:cNvPr>
          <p:cNvSpPr/>
          <p:nvPr/>
        </p:nvSpPr>
        <p:spPr>
          <a:xfrm>
            <a:off x="24683808" y="4995758"/>
            <a:ext cx="2118481" cy="3347434"/>
          </a:xfrm>
          <a:custGeom>
            <a:avLst/>
            <a:gdLst>
              <a:gd name="connsiteX0" fmla="*/ 0 w 2364378"/>
              <a:gd name="connsiteY0" fmla="*/ 3735978 h 3735978"/>
              <a:gd name="connsiteX1" fmla="*/ 13063 w 2364378"/>
              <a:gd name="connsiteY1" fmla="*/ 3644538 h 3735978"/>
              <a:gd name="connsiteX2" fmla="*/ 39189 w 2364378"/>
              <a:gd name="connsiteY2" fmla="*/ 3592286 h 3735978"/>
              <a:gd name="connsiteX3" fmla="*/ 52252 w 2364378"/>
              <a:gd name="connsiteY3" fmla="*/ 3553098 h 3735978"/>
              <a:gd name="connsiteX4" fmla="*/ 78378 w 2364378"/>
              <a:gd name="connsiteY4" fmla="*/ 3513909 h 3735978"/>
              <a:gd name="connsiteX5" fmla="*/ 104503 w 2364378"/>
              <a:gd name="connsiteY5" fmla="*/ 3448595 h 3735978"/>
              <a:gd name="connsiteX6" fmla="*/ 130629 w 2364378"/>
              <a:gd name="connsiteY6" fmla="*/ 3409406 h 3735978"/>
              <a:gd name="connsiteX7" fmla="*/ 169818 w 2364378"/>
              <a:gd name="connsiteY7" fmla="*/ 3344092 h 3735978"/>
              <a:gd name="connsiteX8" fmla="*/ 182880 w 2364378"/>
              <a:gd name="connsiteY8" fmla="*/ 3304903 h 3735978"/>
              <a:gd name="connsiteX9" fmla="*/ 209006 w 2364378"/>
              <a:gd name="connsiteY9" fmla="*/ 3239589 h 3735978"/>
              <a:gd name="connsiteX10" fmla="*/ 235132 w 2364378"/>
              <a:gd name="connsiteY10" fmla="*/ 3200400 h 3735978"/>
              <a:gd name="connsiteX11" fmla="*/ 261258 w 2364378"/>
              <a:gd name="connsiteY11" fmla="*/ 3122023 h 3735978"/>
              <a:gd name="connsiteX12" fmla="*/ 274320 w 2364378"/>
              <a:gd name="connsiteY12" fmla="*/ 3082835 h 3735978"/>
              <a:gd name="connsiteX13" fmla="*/ 287383 w 2364378"/>
              <a:gd name="connsiteY13" fmla="*/ 3043646 h 3735978"/>
              <a:gd name="connsiteX14" fmla="*/ 300446 w 2364378"/>
              <a:gd name="connsiteY14" fmla="*/ 2991395 h 3735978"/>
              <a:gd name="connsiteX15" fmla="*/ 326572 w 2364378"/>
              <a:gd name="connsiteY15" fmla="*/ 2952206 h 3735978"/>
              <a:gd name="connsiteX16" fmla="*/ 339635 w 2364378"/>
              <a:gd name="connsiteY16" fmla="*/ 2913018 h 3735978"/>
              <a:gd name="connsiteX17" fmla="*/ 404949 w 2364378"/>
              <a:gd name="connsiteY17" fmla="*/ 2834640 h 3735978"/>
              <a:gd name="connsiteX18" fmla="*/ 444138 w 2364378"/>
              <a:gd name="connsiteY18" fmla="*/ 2808515 h 3735978"/>
              <a:gd name="connsiteX19" fmla="*/ 522515 w 2364378"/>
              <a:gd name="connsiteY19" fmla="*/ 2730138 h 3735978"/>
              <a:gd name="connsiteX20" fmla="*/ 561703 w 2364378"/>
              <a:gd name="connsiteY20" fmla="*/ 2677886 h 3735978"/>
              <a:gd name="connsiteX21" fmla="*/ 587829 w 2364378"/>
              <a:gd name="connsiteY21" fmla="*/ 2625635 h 3735978"/>
              <a:gd name="connsiteX22" fmla="*/ 653143 w 2364378"/>
              <a:gd name="connsiteY22" fmla="*/ 2534195 h 3735978"/>
              <a:gd name="connsiteX23" fmla="*/ 692332 w 2364378"/>
              <a:gd name="connsiteY23" fmla="*/ 2508069 h 3735978"/>
              <a:gd name="connsiteX24" fmla="*/ 757646 w 2364378"/>
              <a:gd name="connsiteY24" fmla="*/ 2416629 h 3735978"/>
              <a:gd name="connsiteX25" fmla="*/ 809898 w 2364378"/>
              <a:gd name="connsiteY25" fmla="*/ 2338252 h 3735978"/>
              <a:gd name="connsiteX26" fmla="*/ 849086 w 2364378"/>
              <a:gd name="connsiteY26" fmla="*/ 2246812 h 3735978"/>
              <a:gd name="connsiteX27" fmla="*/ 862149 w 2364378"/>
              <a:gd name="connsiteY27" fmla="*/ 2207623 h 3735978"/>
              <a:gd name="connsiteX28" fmla="*/ 914400 w 2364378"/>
              <a:gd name="connsiteY28" fmla="*/ 2129246 h 3735978"/>
              <a:gd name="connsiteX29" fmla="*/ 940526 w 2364378"/>
              <a:gd name="connsiteY29" fmla="*/ 2090058 h 3735978"/>
              <a:gd name="connsiteX30" fmla="*/ 979715 w 2364378"/>
              <a:gd name="connsiteY30" fmla="*/ 2050869 h 3735978"/>
              <a:gd name="connsiteX31" fmla="*/ 1031966 w 2364378"/>
              <a:gd name="connsiteY31" fmla="*/ 1959429 h 3735978"/>
              <a:gd name="connsiteX32" fmla="*/ 1071155 w 2364378"/>
              <a:gd name="connsiteY32" fmla="*/ 1907178 h 3735978"/>
              <a:gd name="connsiteX33" fmla="*/ 1084218 w 2364378"/>
              <a:gd name="connsiteY33" fmla="*/ 1867989 h 3735978"/>
              <a:gd name="connsiteX34" fmla="*/ 1110343 w 2364378"/>
              <a:gd name="connsiteY34" fmla="*/ 1737360 h 3735978"/>
              <a:gd name="connsiteX35" fmla="*/ 1136469 w 2364378"/>
              <a:gd name="connsiteY35" fmla="*/ 1672046 h 3735978"/>
              <a:gd name="connsiteX36" fmla="*/ 1227909 w 2364378"/>
              <a:gd name="connsiteY36" fmla="*/ 1528355 h 3735978"/>
              <a:gd name="connsiteX37" fmla="*/ 1240972 w 2364378"/>
              <a:gd name="connsiteY37" fmla="*/ 1489166 h 3735978"/>
              <a:gd name="connsiteX38" fmla="*/ 1280160 w 2364378"/>
              <a:gd name="connsiteY38" fmla="*/ 1436915 h 3735978"/>
              <a:gd name="connsiteX39" fmla="*/ 1319349 w 2364378"/>
              <a:gd name="connsiteY39" fmla="*/ 1371600 h 3735978"/>
              <a:gd name="connsiteX40" fmla="*/ 1436915 w 2364378"/>
              <a:gd name="connsiteY40" fmla="*/ 1227909 h 3735978"/>
              <a:gd name="connsiteX41" fmla="*/ 1476103 w 2364378"/>
              <a:gd name="connsiteY41" fmla="*/ 1201783 h 3735978"/>
              <a:gd name="connsiteX42" fmla="*/ 1541418 w 2364378"/>
              <a:gd name="connsiteY42" fmla="*/ 1123406 h 3735978"/>
              <a:gd name="connsiteX43" fmla="*/ 1593669 w 2364378"/>
              <a:gd name="connsiteY43" fmla="*/ 1045029 h 3735978"/>
              <a:gd name="connsiteX44" fmla="*/ 1619795 w 2364378"/>
              <a:gd name="connsiteY44" fmla="*/ 1005840 h 3735978"/>
              <a:gd name="connsiteX45" fmla="*/ 1645920 w 2364378"/>
              <a:gd name="connsiteY45" fmla="*/ 966652 h 3735978"/>
              <a:gd name="connsiteX46" fmla="*/ 1685109 w 2364378"/>
              <a:gd name="connsiteY46" fmla="*/ 927463 h 3735978"/>
              <a:gd name="connsiteX47" fmla="*/ 1711235 w 2364378"/>
              <a:gd name="connsiteY47" fmla="*/ 875212 h 3735978"/>
              <a:gd name="connsiteX48" fmla="*/ 1763486 w 2364378"/>
              <a:gd name="connsiteY48" fmla="*/ 796835 h 3735978"/>
              <a:gd name="connsiteX49" fmla="*/ 1802675 w 2364378"/>
              <a:gd name="connsiteY49" fmla="*/ 718458 h 3735978"/>
              <a:gd name="connsiteX50" fmla="*/ 1854926 w 2364378"/>
              <a:gd name="connsiteY50" fmla="*/ 640080 h 3735978"/>
              <a:gd name="connsiteX51" fmla="*/ 1867989 w 2364378"/>
              <a:gd name="connsiteY51" fmla="*/ 600892 h 3735978"/>
              <a:gd name="connsiteX52" fmla="*/ 1920240 w 2364378"/>
              <a:gd name="connsiteY52" fmla="*/ 561703 h 3735978"/>
              <a:gd name="connsiteX53" fmla="*/ 1998618 w 2364378"/>
              <a:gd name="connsiteY53" fmla="*/ 496389 h 3735978"/>
              <a:gd name="connsiteX54" fmla="*/ 2050869 w 2364378"/>
              <a:gd name="connsiteY54" fmla="*/ 418012 h 3735978"/>
              <a:gd name="connsiteX55" fmla="*/ 2076995 w 2364378"/>
              <a:gd name="connsiteY55" fmla="*/ 378823 h 3735978"/>
              <a:gd name="connsiteX56" fmla="*/ 2090058 w 2364378"/>
              <a:gd name="connsiteY56" fmla="*/ 339635 h 3735978"/>
              <a:gd name="connsiteX57" fmla="*/ 2129246 w 2364378"/>
              <a:gd name="connsiteY57" fmla="*/ 300446 h 3735978"/>
              <a:gd name="connsiteX58" fmla="*/ 2168435 w 2364378"/>
              <a:gd name="connsiteY58" fmla="*/ 222069 h 3735978"/>
              <a:gd name="connsiteX59" fmla="*/ 2207623 w 2364378"/>
              <a:gd name="connsiteY59" fmla="*/ 143692 h 3735978"/>
              <a:gd name="connsiteX60" fmla="*/ 2286000 w 2364378"/>
              <a:gd name="connsiteY60" fmla="*/ 91440 h 3735978"/>
              <a:gd name="connsiteX61" fmla="*/ 2312126 w 2364378"/>
              <a:gd name="connsiteY61" fmla="*/ 52252 h 3735978"/>
              <a:gd name="connsiteX62" fmla="*/ 2364378 w 2364378"/>
              <a:gd name="connsiteY62" fmla="*/ 0 h 3735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364378" h="3735978">
                <a:moveTo>
                  <a:pt x="0" y="3735978"/>
                </a:moveTo>
                <a:cubicBezTo>
                  <a:pt x="4354" y="3705498"/>
                  <a:pt x="4962" y="3674243"/>
                  <a:pt x="13063" y="3644538"/>
                </a:cubicBezTo>
                <a:cubicBezTo>
                  <a:pt x="18187" y="3625751"/>
                  <a:pt x="31518" y="3610185"/>
                  <a:pt x="39189" y="3592286"/>
                </a:cubicBezTo>
                <a:cubicBezTo>
                  <a:pt x="44613" y="3579630"/>
                  <a:pt x="46094" y="3565414"/>
                  <a:pt x="52252" y="3553098"/>
                </a:cubicBezTo>
                <a:cubicBezTo>
                  <a:pt x="59273" y="3539056"/>
                  <a:pt x="71357" y="3527951"/>
                  <a:pt x="78378" y="3513909"/>
                </a:cubicBezTo>
                <a:cubicBezTo>
                  <a:pt x="88864" y="3492936"/>
                  <a:pt x="94017" y="3469568"/>
                  <a:pt x="104503" y="3448595"/>
                </a:cubicBezTo>
                <a:cubicBezTo>
                  <a:pt x="111524" y="3434553"/>
                  <a:pt x="122308" y="3422719"/>
                  <a:pt x="130629" y="3409406"/>
                </a:cubicBezTo>
                <a:cubicBezTo>
                  <a:pt x="144086" y="3387876"/>
                  <a:pt x="158464" y="3366801"/>
                  <a:pt x="169818" y="3344092"/>
                </a:cubicBezTo>
                <a:cubicBezTo>
                  <a:pt x="175976" y="3331776"/>
                  <a:pt x="178045" y="3317796"/>
                  <a:pt x="182880" y="3304903"/>
                </a:cubicBezTo>
                <a:cubicBezTo>
                  <a:pt x="191113" y="3282947"/>
                  <a:pt x="198519" y="3260562"/>
                  <a:pt x="209006" y="3239589"/>
                </a:cubicBezTo>
                <a:cubicBezTo>
                  <a:pt x="216027" y="3225547"/>
                  <a:pt x="228756" y="3214747"/>
                  <a:pt x="235132" y="3200400"/>
                </a:cubicBezTo>
                <a:cubicBezTo>
                  <a:pt x="246317" y="3175235"/>
                  <a:pt x="252550" y="3148149"/>
                  <a:pt x="261258" y="3122023"/>
                </a:cubicBezTo>
                <a:lnTo>
                  <a:pt x="274320" y="3082835"/>
                </a:lnTo>
                <a:cubicBezTo>
                  <a:pt x="278674" y="3069772"/>
                  <a:pt x="284043" y="3057004"/>
                  <a:pt x="287383" y="3043646"/>
                </a:cubicBezTo>
                <a:cubicBezTo>
                  <a:pt x="291737" y="3026229"/>
                  <a:pt x="293374" y="3007896"/>
                  <a:pt x="300446" y="2991395"/>
                </a:cubicBezTo>
                <a:cubicBezTo>
                  <a:pt x="306631" y="2976965"/>
                  <a:pt x="319551" y="2966248"/>
                  <a:pt x="326572" y="2952206"/>
                </a:cubicBezTo>
                <a:cubicBezTo>
                  <a:pt x="332730" y="2939890"/>
                  <a:pt x="333477" y="2925334"/>
                  <a:pt x="339635" y="2913018"/>
                </a:cubicBezTo>
                <a:cubicBezTo>
                  <a:pt x="354315" y="2883658"/>
                  <a:pt x="380184" y="2855277"/>
                  <a:pt x="404949" y="2834640"/>
                </a:cubicBezTo>
                <a:cubicBezTo>
                  <a:pt x="417010" y="2824589"/>
                  <a:pt x="432404" y="2818945"/>
                  <a:pt x="444138" y="2808515"/>
                </a:cubicBezTo>
                <a:cubicBezTo>
                  <a:pt x="471753" y="2783969"/>
                  <a:pt x="500347" y="2759696"/>
                  <a:pt x="522515" y="2730138"/>
                </a:cubicBezTo>
                <a:cubicBezTo>
                  <a:pt x="535578" y="2712721"/>
                  <a:pt x="550164" y="2696348"/>
                  <a:pt x="561703" y="2677886"/>
                </a:cubicBezTo>
                <a:cubicBezTo>
                  <a:pt x="572024" y="2661373"/>
                  <a:pt x="578168" y="2642542"/>
                  <a:pt x="587829" y="2625635"/>
                </a:cubicBezTo>
                <a:cubicBezTo>
                  <a:pt x="597718" y="2608329"/>
                  <a:pt x="643798" y="2543540"/>
                  <a:pt x="653143" y="2534195"/>
                </a:cubicBezTo>
                <a:cubicBezTo>
                  <a:pt x="664244" y="2523094"/>
                  <a:pt x="679269" y="2516778"/>
                  <a:pt x="692332" y="2508069"/>
                </a:cubicBezTo>
                <a:cubicBezTo>
                  <a:pt x="777260" y="2380678"/>
                  <a:pt x="644243" y="2578632"/>
                  <a:pt x="757646" y="2416629"/>
                </a:cubicBezTo>
                <a:cubicBezTo>
                  <a:pt x="775652" y="2390906"/>
                  <a:pt x="809898" y="2338252"/>
                  <a:pt x="809898" y="2338252"/>
                </a:cubicBezTo>
                <a:cubicBezTo>
                  <a:pt x="837082" y="2229507"/>
                  <a:pt x="803981" y="2337020"/>
                  <a:pt x="849086" y="2246812"/>
                </a:cubicBezTo>
                <a:cubicBezTo>
                  <a:pt x="855244" y="2234496"/>
                  <a:pt x="855462" y="2219660"/>
                  <a:pt x="862149" y="2207623"/>
                </a:cubicBezTo>
                <a:cubicBezTo>
                  <a:pt x="877398" y="2180175"/>
                  <a:pt x="896983" y="2155372"/>
                  <a:pt x="914400" y="2129246"/>
                </a:cubicBezTo>
                <a:cubicBezTo>
                  <a:pt x="923109" y="2116183"/>
                  <a:pt x="929425" y="2101159"/>
                  <a:pt x="940526" y="2090058"/>
                </a:cubicBezTo>
                <a:cubicBezTo>
                  <a:pt x="953589" y="2076995"/>
                  <a:pt x="967888" y="2065061"/>
                  <a:pt x="979715" y="2050869"/>
                </a:cubicBezTo>
                <a:cubicBezTo>
                  <a:pt x="1015667" y="2007726"/>
                  <a:pt x="1000028" y="2010529"/>
                  <a:pt x="1031966" y="1959429"/>
                </a:cubicBezTo>
                <a:cubicBezTo>
                  <a:pt x="1043505" y="1940967"/>
                  <a:pt x="1058092" y="1924595"/>
                  <a:pt x="1071155" y="1907178"/>
                </a:cubicBezTo>
                <a:cubicBezTo>
                  <a:pt x="1075509" y="1894115"/>
                  <a:pt x="1081122" y="1881406"/>
                  <a:pt x="1084218" y="1867989"/>
                </a:cubicBezTo>
                <a:cubicBezTo>
                  <a:pt x="1094203" y="1824721"/>
                  <a:pt x="1093851" y="1778589"/>
                  <a:pt x="1110343" y="1737360"/>
                </a:cubicBezTo>
                <a:cubicBezTo>
                  <a:pt x="1119052" y="1715589"/>
                  <a:pt x="1125241" y="1692631"/>
                  <a:pt x="1136469" y="1672046"/>
                </a:cubicBezTo>
                <a:cubicBezTo>
                  <a:pt x="1198579" y="1558179"/>
                  <a:pt x="1175981" y="1632209"/>
                  <a:pt x="1227909" y="1528355"/>
                </a:cubicBezTo>
                <a:cubicBezTo>
                  <a:pt x="1234067" y="1516039"/>
                  <a:pt x="1234140" y="1501121"/>
                  <a:pt x="1240972" y="1489166"/>
                </a:cubicBezTo>
                <a:cubicBezTo>
                  <a:pt x="1251773" y="1470263"/>
                  <a:pt x="1268084" y="1455030"/>
                  <a:pt x="1280160" y="1436915"/>
                </a:cubicBezTo>
                <a:cubicBezTo>
                  <a:pt x="1294244" y="1415789"/>
                  <a:pt x="1304897" y="1392475"/>
                  <a:pt x="1319349" y="1371600"/>
                </a:cubicBezTo>
                <a:cubicBezTo>
                  <a:pt x="1347562" y="1330847"/>
                  <a:pt x="1392922" y="1264570"/>
                  <a:pt x="1436915" y="1227909"/>
                </a:cubicBezTo>
                <a:cubicBezTo>
                  <a:pt x="1448976" y="1217858"/>
                  <a:pt x="1463040" y="1210492"/>
                  <a:pt x="1476103" y="1201783"/>
                </a:cubicBezTo>
                <a:cubicBezTo>
                  <a:pt x="1569472" y="1061733"/>
                  <a:pt x="1424060" y="1274295"/>
                  <a:pt x="1541418" y="1123406"/>
                </a:cubicBezTo>
                <a:cubicBezTo>
                  <a:pt x="1560695" y="1098621"/>
                  <a:pt x="1576252" y="1071155"/>
                  <a:pt x="1593669" y="1045029"/>
                </a:cubicBezTo>
                <a:lnTo>
                  <a:pt x="1619795" y="1005840"/>
                </a:lnTo>
                <a:cubicBezTo>
                  <a:pt x="1628503" y="992777"/>
                  <a:pt x="1634819" y="977753"/>
                  <a:pt x="1645920" y="966652"/>
                </a:cubicBezTo>
                <a:cubicBezTo>
                  <a:pt x="1658983" y="953589"/>
                  <a:pt x="1674371" y="942496"/>
                  <a:pt x="1685109" y="927463"/>
                </a:cubicBezTo>
                <a:cubicBezTo>
                  <a:pt x="1696427" y="911617"/>
                  <a:pt x="1701216" y="891910"/>
                  <a:pt x="1711235" y="875212"/>
                </a:cubicBezTo>
                <a:cubicBezTo>
                  <a:pt x="1727390" y="848288"/>
                  <a:pt x="1763486" y="796835"/>
                  <a:pt x="1763486" y="796835"/>
                </a:cubicBezTo>
                <a:cubicBezTo>
                  <a:pt x="1796320" y="698332"/>
                  <a:pt x="1752029" y="819749"/>
                  <a:pt x="1802675" y="718458"/>
                </a:cubicBezTo>
                <a:cubicBezTo>
                  <a:pt x="1840486" y="642837"/>
                  <a:pt x="1780636" y="714372"/>
                  <a:pt x="1854926" y="640080"/>
                </a:cubicBezTo>
                <a:cubicBezTo>
                  <a:pt x="1859280" y="627017"/>
                  <a:pt x="1859174" y="611470"/>
                  <a:pt x="1867989" y="600892"/>
                </a:cubicBezTo>
                <a:cubicBezTo>
                  <a:pt x="1881927" y="584167"/>
                  <a:pt x="1902524" y="574357"/>
                  <a:pt x="1920240" y="561703"/>
                </a:cubicBezTo>
                <a:cubicBezTo>
                  <a:pt x="1957980" y="534746"/>
                  <a:pt x="1968120" y="535600"/>
                  <a:pt x="1998618" y="496389"/>
                </a:cubicBezTo>
                <a:cubicBezTo>
                  <a:pt x="2017895" y="471604"/>
                  <a:pt x="2033452" y="444138"/>
                  <a:pt x="2050869" y="418012"/>
                </a:cubicBezTo>
                <a:cubicBezTo>
                  <a:pt x="2059578" y="404949"/>
                  <a:pt x="2072030" y="393717"/>
                  <a:pt x="2076995" y="378823"/>
                </a:cubicBezTo>
                <a:cubicBezTo>
                  <a:pt x="2081349" y="365760"/>
                  <a:pt x="2082420" y="351092"/>
                  <a:pt x="2090058" y="339635"/>
                </a:cubicBezTo>
                <a:cubicBezTo>
                  <a:pt x="2100305" y="324264"/>
                  <a:pt x="2116183" y="313509"/>
                  <a:pt x="2129246" y="300446"/>
                </a:cubicBezTo>
                <a:cubicBezTo>
                  <a:pt x="2162081" y="201943"/>
                  <a:pt x="2117788" y="323363"/>
                  <a:pt x="2168435" y="222069"/>
                </a:cubicBezTo>
                <a:cubicBezTo>
                  <a:pt x="2186035" y="186869"/>
                  <a:pt x="2174347" y="172808"/>
                  <a:pt x="2207623" y="143692"/>
                </a:cubicBezTo>
                <a:cubicBezTo>
                  <a:pt x="2231253" y="123015"/>
                  <a:pt x="2286000" y="91440"/>
                  <a:pt x="2286000" y="91440"/>
                </a:cubicBezTo>
                <a:cubicBezTo>
                  <a:pt x="2294709" y="78377"/>
                  <a:pt x="2302075" y="64313"/>
                  <a:pt x="2312126" y="52252"/>
                </a:cubicBezTo>
                <a:lnTo>
                  <a:pt x="2364378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8582CF07-B581-0E29-252B-ABB33C6D65AA}"/>
              </a:ext>
            </a:extLst>
          </p:cNvPr>
          <p:cNvSpPr/>
          <p:nvPr/>
        </p:nvSpPr>
        <p:spPr>
          <a:xfrm>
            <a:off x="26135142" y="4995754"/>
            <a:ext cx="1017071" cy="3359138"/>
          </a:xfrm>
          <a:custGeom>
            <a:avLst/>
            <a:gdLst>
              <a:gd name="connsiteX0" fmla="*/ 679268 w 1135121"/>
              <a:gd name="connsiteY0" fmla="*/ 3749040 h 3749040"/>
              <a:gd name="connsiteX1" fmla="*/ 613954 w 1135121"/>
              <a:gd name="connsiteY1" fmla="*/ 3657600 h 3749040"/>
              <a:gd name="connsiteX2" fmla="*/ 522514 w 1135121"/>
              <a:gd name="connsiteY2" fmla="*/ 3540035 h 3749040"/>
              <a:gd name="connsiteX3" fmla="*/ 483325 w 1135121"/>
              <a:gd name="connsiteY3" fmla="*/ 3448595 h 3749040"/>
              <a:gd name="connsiteX4" fmla="*/ 444137 w 1135121"/>
              <a:gd name="connsiteY4" fmla="*/ 3357155 h 3749040"/>
              <a:gd name="connsiteX5" fmla="*/ 431074 w 1135121"/>
              <a:gd name="connsiteY5" fmla="*/ 3291840 h 3749040"/>
              <a:gd name="connsiteX6" fmla="*/ 378823 w 1135121"/>
              <a:gd name="connsiteY6" fmla="*/ 3030583 h 3749040"/>
              <a:gd name="connsiteX7" fmla="*/ 365760 w 1135121"/>
              <a:gd name="connsiteY7" fmla="*/ 2991395 h 3749040"/>
              <a:gd name="connsiteX8" fmla="*/ 339634 w 1135121"/>
              <a:gd name="connsiteY8" fmla="*/ 2886892 h 3749040"/>
              <a:gd name="connsiteX9" fmla="*/ 313508 w 1135121"/>
              <a:gd name="connsiteY9" fmla="*/ 2808515 h 3749040"/>
              <a:gd name="connsiteX10" fmla="*/ 261257 w 1135121"/>
              <a:gd name="connsiteY10" fmla="*/ 2730138 h 3749040"/>
              <a:gd name="connsiteX11" fmla="*/ 209005 w 1135121"/>
              <a:gd name="connsiteY11" fmla="*/ 2651760 h 3749040"/>
              <a:gd name="connsiteX12" fmla="*/ 156754 w 1135121"/>
              <a:gd name="connsiteY12" fmla="*/ 2573383 h 3749040"/>
              <a:gd name="connsiteX13" fmla="*/ 117565 w 1135121"/>
              <a:gd name="connsiteY13" fmla="*/ 2495006 h 3749040"/>
              <a:gd name="connsiteX14" fmla="*/ 78377 w 1135121"/>
              <a:gd name="connsiteY14" fmla="*/ 2377440 h 3749040"/>
              <a:gd name="connsiteX15" fmla="*/ 52251 w 1135121"/>
              <a:gd name="connsiteY15" fmla="*/ 2299063 h 3749040"/>
              <a:gd name="connsiteX16" fmla="*/ 26125 w 1135121"/>
              <a:gd name="connsiteY16" fmla="*/ 2194560 h 3749040"/>
              <a:gd name="connsiteX17" fmla="*/ 13063 w 1135121"/>
              <a:gd name="connsiteY17" fmla="*/ 2155372 h 3749040"/>
              <a:gd name="connsiteX18" fmla="*/ 0 w 1135121"/>
              <a:gd name="connsiteY18" fmla="*/ 2076995 h 3749040"/>
              <a:gd name="connsiteX19" fmla="*/ 13063 w 1135121"/>
              <a:gd name="connsiteY19" fmla="*/ 1946366 h 3749040"/>
              <a:gd name="connsiteX20" fmla="*/ 65314 w 1135121"/>
              <a:gd name="connsiteY20" fmla="*/ 1815738 h 3749040"/>
              <a:gd name="connsiteX21" fmla="*/ 91440 w 1135121"/>
              <a:gd name="connsiteY21" fmla="*/ 1750423 h 3749040"/>
              <a:gd name="connsiteX22" fmla="*/ 117565 w 1135121"/>
              <a:gd name="connsiteY22" fmla="*/ 1711235 h 3749040"/>
              <a:gd name="connsiteX23" fmla="*/ 130628 w 1135121"/>
              <a:gd name="connsiteY23" fmla="*/ 1672046 h 3749040"/>
              <a:gd name="connsiteX24" fmla="*/ 156754 w 1135121"/>
              <a:gd name="connsiteY24" fmla="*/ 1619795 h 3749040"/>
              <a:gd name="connsiteX25" fmla="*/ 195943 w 1135121"/>
              <a:gd name="connsiteY25" fmla="*/ 1541418 h 3749040"/>
              <a:gd name="connsiteX26" fmla="*/ 248194 w 1135121"/>
              <a:gd name="connsiteY26" fmla="*/ 1423852 h 3749040"/>
              <a:gd name="connsiteX27" fmla="*/ 365760 w 1135121"/>
              <a:gd name="connsiteY27" fmla="*/ 1345475 h 3749040"/>
              <a:gd name="connsiteX28" fmla="*/ 444137 w 1135121"/>
              <a:gd name="connsiteY28" fmla="*/ 1293223 h 3749040"/>
              <a:gd name="connsiteX29" fmla="*/ 483325 w 1135121"/>
              <a:gd name="connsiteY29" fmla="*/ 1267098 h 3749040"/>
              <a:gd name="connsiteX30" fmla="*/ 509451 w 1135121"/>
              <a:gd name="connsiteY30" fmla="*/ 1227909 h 3749040"/>
              <a:gd name="connsiteX31" fmla="*/ 548640 w 1135121"/>
              <a:gd name="connsiteY31" fmla="*/ 1188720 h 3749040"/>
              <a:gd name="connsiteX32" fmla="*/ 561703 w 1135121"/>
              <a:gd name="connsiteY32" fmla="*/ 1149532 h 3749040"/>
              <a:gd name="connsiteX33" fmla="*/ 613954 w 1135121"/>
              <a:gd name="connsiteY33" fmla="*/ 1071155 h 3749040"/>
              <a:gd name="connsiteX34" fmla="*/ 640080 w 1135121"/>
              <a:gd name="connsiteY34" fmla="*/ 1031966 h 3749040"/>
              <a:gd name="connsiteX35" fmla="*/ 718457 w 1135121"/>
              <a:gd name="connsiteY35" fmla="*/ 966652 h 3749040"/>
              <a:gd name="connsiteX36" fmla="*/ 757645 w 1135121"/>
              <a:gd name="connsiteY36" fmla="*/ 927463 h 3749040"/>
              <a:gd name="connsiteX37" fmla="*/ 836023 w 1135121"/>
              <a:gd name="connsiteY37" fmla="*/ 875212 h 3749040"/>
              <a:gd name="connsiteX38" fmla="*/ 914400 w 1135121"/>
              <a:gd name="connsiteY38" fmla="*/ 809898 h 3749040"/>
              <a:gd name="connsiteX39" fmla="*/ 979714 w 1135121"/>
              <a:gd name="connsiteY39" fmla="*/ 731520 h 3749040"/>
              <a:gd name="connsiteX40" fmla="*/ 1018903 w 1135121"/>
              <a:gd name="connsiteY40" fmla="*/ 705395 h 3749040"/>
              <a:gd name="connsiteX41" fmla="*/ 1097280 w 1135121"/>
              <a:gd name="connsiteY41" fmla="*/ 640080 h 3749040"/>
              <a:gd name="connsiteX42" fmla="*/ 1110343 w 1135121"/>
              <a:gd name="connsiteY42" fmla="*/ 431075 h 3749040"/>
              <a:gd name="connsiteX43" fmla="*/ 1005840 w 1135121"/>
              <a:gd name="connsiteY43" fmla="*/ 339635 h 3749040"/>
              <a:gd name="connsiteX44" fmla="*/ 914400 w 1135121"/>
              <a:gd name="connsiteY44" fmla="*/ 222069 h 3749040"/>
              <a:gd name="connsiteX45" fmla="*/ 875211 w 1135121"/>
              <a:gd name="connsiteY45" fmla="*/ 104503 h 3749040"/>
              <a:gd name="connsiteX46" fmla="*/ 862148 w 1135121"/>
              <a:gd name="connsiteY46" fmla="*/ 65315 h 3749040"/>
              <a:gd name="connsiteX47" fmla="*/ 822960 w 1135121"/>
              <a:gd name="connsiteY47" fmla="*/ 52252 h 3749040"/>
              <a:gd name="connsiteX48" fmla="*/ 770708 w 1135121"/>
              <a:gd name="connsiteY48" fmla="*/ 0 h 374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135121" h="3749040">
                <a:moveTo>
                  <a:pt x="679268" y="3749040"/>
                </a:moveTo>
                <a:cubicBezTo>
                  <a:pt x="657497" y="3718560"/>
                  <a:pt x="637353" y="3686849"/>
                  <a:pt x="613954" y="3657600"/>
                </a:cubicBezTo>
                <a:cubicBezTo>
                  <a:pt x="556610" y="3585921"/>
                  <a:pt x="578132" y="3651271"/>
                  <a:pt x="522514" y="3540035"/>
                </a:cubicBezTo>
                <a:cubicBezTo>
                  <a:pt x="435878" y="3366763"/>
                  <a:pt x="540978" y="3583121"/>
                  <a:pt x="483325" y="3448595"/>
                </a:cubicBezTo>
                <a:cubicBezTo>
                  <a:pt x="460898" y="3396264"/>
                  <a:pt x="456389" y="3406164"/>
                  <a:pt x="444137" y="3357155"/>
                </a:cubicBezTo>
                <a:cubicBezTo>
                  <a:pt x="438752" y="3335615"/>
                  <a:pt x="434933" y="3313705"/>
                  <a:pt x="431074" y="3291840"/>
                </a:cubicBezTo>
                <a:cubicBezTo>
                  <a:pt x="416606" y="3209857"/>
                  <a:pt x="405892" y="3111787"/>
                  <a:pt x="378823" y="3030583"/>
                </a:cubicBezTo>
                <a:cubicBezTo>
                  <a:pt x="374469" y="3017520"/>
                  <a:pt x="369383" y="3004679"/>
                  <a:pt x="365760" y="2991395"/>
                </a:cubicBezTo>
                <a:cubicBezTo>
                  <a:pt x="356312" y="2956754"/>
                  <a:pt x="350989" y="2920956"/>
                  <a:pt x="339634" y="2886892"/>
                </a:cubicBezTo>
                <a:cubicBezTo>
                  <a:pt x="330925" y="2860766"/>
                  <a:pt x="328784" y="2831429"/>
                  <a:pt x="313508" y="2808515"/>
                </a:cubicBezTo>
                <a:lnTo>
                  <a:pt x="261257" y="2730138"/>
                </a:lnTo>
                <a:cubicBezTo>
                  <a:pt x="236274" y="2655189"/>
                  <a:pt x="266085" y="2725149"/>
                  <a:pt x="209005" y="2651760"/>
                </a:cubicBezTo>
                <a:cubicBezTo>
                  <a:pt x="189728" y="2626975"/>
                  <a:pt x="166683" y="2603171"/>
                  <a:pt x="156754" y="2573383"/>
                </a:cubicBezTo>
                <a:cubicBezTo>
                  <a:pt x="138726" y="2519301"/>
                  <a:pt x="151329" y="2545652"/>
                  <a:pt x="117565" y="2495006"/>
                </a:cubicBezTo>
                <a:lnTo>
                  <a:pt x="78377" y="2377440"/>
                </a:lnTo>
                <a:lnTo>
                  <a:pt x="52251" y="2299063"/>
                </a:lnTo>
                <a:cubicBezTo>
                  <a:pt x="43542" y="2264229"/>
                  <a:pt x="37479" y="2228624"/>
                  <a:pt x="26125" y="2194560"/>
                </a:cubicBezTo>
                <a:cubicBezTo>
                  <a:pt x="21771" y="2181497"/>
                  <a:pt x="16050" y="2168813"/>
                  <a:pt x="13063" y="2155372"/>
                </a:cubicBezTo>
                <a:cubicBezTo>
                  <a:pt x="7317" y="2129517"/>
                  <a:pt x="4354" y="2103121"/>
                  <a:pt x="0" y="2076995"/>
                </a:cubicBezTo>
                <a:cubicBezTo>
                  <a:pt x="4354" y="2033452"/>
                  <a:pt x="4999" y="1989377"/>
                  <a:pt x="13063" y="1946366"/>
                </a:cubicBezTo>
                <a:cubicBezTo>
                  <a:pt x="25324" y="1880971"/>
                  <a:pt x="41029" y="1870378"/>
                  <a:pt x="65314" y="1815738"/>
                </a:cubicBezTo>
                <a:cubicBezTo>
                  <a:pt x="74838" y="1794310"/>
                  <a:pt x="80953" y="1771396"/>
                  <a:pt x="91440" y="1750423"/>
                </a:cubicBezTo>
                <a:cubicBezTo>
                  <a:pt x="98461" y="1736381"/>
                  <a:pt x="110544" y="1725277"/>
                  <a:pt x="117565" y="1711235"/>
                </a:cubicBezTo>
                <a:cubicBezTo>
                  <a:pt x="123723" y="1698919"/>
                  <a:pt x="125204" y="1684702"/>
                  <a:pt x="130628" y="1672046"/>
                </a:cubicBezTo>
                <a:cubicBezTo>
                  <a:pt x="138299" y="1654148"/>
                  <a:pt x="149083" y="1637693"/>
                  <a:pt x="156754" y="1619795"/>
                </a:cubicBezTo>
                <a:cubicBezTo>
                  <a:pt x="189204" y="1544079"/>
                  <a:pt x="145735" y="1616728"/>
                  <a:pt x="195943" y="1541418"/>
                </a:cubicBezTo>
                <a:cubicBezTo>
                  <a:pt x="205674" y="1512222"/>
                  <a:pt x="218968" y="1449425"/>
                  <a:pt x="248194" y="1423852"/>
                </a:cubicBezTo>
                <a:cubicBezTo>
                  <a:pt x="248213" y="1423835"/>
                  <a:pt x="346155" y="1358545"/>
                  <a:pt x="365760" y="1345475"/>
                </a:cubicBezTo>
                <a:lnTo>
                  <a:pt x="444137" y="1293223"/>
                </a:lnTo>
                <a:lnTo>
                  <a:pt x="483325" y="1267098"/>
                </a:lnTo>
                <a:cubicBezTo>
                  <a:pt x="492034" y="1254035"/>
                  <a:pt x="499400" y="1239970"/>
                  <a:pt x="509451" y="1227909"/>
                </a:cubicBezTo>
                <a:cubicBezTo>
                  <a:pt x="521278" y="1213717"/>
                  <a:pt x="538392" y="1204091"/>
                  <a:pt x="548640" y="1188720"/>
                </a:cubicBezTo>
                <a:cubicBezTo>
                  <a:pt x="556278" y="1177263"/>
                  <a:pt x="555016" y="1161569"/>
                  <a:pt x="561703" y="1149532"/>
                </a:cubicBezTo>
                <a:cubicBezTo>
                  <a:pt x="576952" y="1122084"/>
                  <a:pt x="596537" y="1097281"/>
                  <a:pt x="613954" y="1071155"/>
                </a:cubicBezTo>
                <a:cubicBezTo>
                  <a:pt x="622663" y="1058092"/>
                  <a:pt x="628979" y="1043067"/>
                  <a:pt x="640080" y="1031966"/>
                </a:cubicBezTo>
                <a:cubicBezTo>
                  <a:pt x="754576" y="917470"/>
                  <a:pt x="609330" y="1057592"/>
                  <a:pt x="718457" y="966652"/>
                </a:cubicBezTo>
                <a:cubicBezTo>
                  <a:pt x="732649" y="954825"/>
                  <a:pt x="743063" y="938805"/>
                  <a:pt x="757645" y="927463"/>
                </a:cubicBezTo>
                <a:cubicBezTo>
                  <a:pt x="782430" y="908186"/>
                  <a:pt x="813821" y="897415"/>
                  <a:pt x="836023" y="875212"/>
                </a:cubicBezTo>
                <a:cubicBezTo>
                  <a:pt x="886312" y="824922"/>
                  <a:pt x="859840" y="846270"/>
                  <a:pt x="914400" y="809898"/>
                </a:cubicBezTo>
                <a:cubicBezTo>
                  <a:pt x="940088" y="771365"/>
                  <a:pt x="941996" y="762951"/>
                  <a:pt x="979714" y="731520"/>
                </a:cubicBezTo>
                <a:cubicBezTo>
                  <a:pt x="991775" y="721469"/>
                  <a:pt x="1006842" y="715446"/>
                  <a:pt x="1018903" y="705395"/>
                </a:cubicBezTo>
                <a:cubicBezTo>
                  <a:pt x="1119491" y="621572"/>
                  <a:pt x="999974" y="704951"/>
                  <a:pt x="1097280" y="640080"/>
                </a:cubicBezTo>
                <a:cubicBezTo>
                  <a:pt x="1150470" y="560294"/>
                  <a:pt x="1140616" y="592534"/>
                  <a:pt x="1110343" y="431075"/>
                </a:cubicBezTo>
                <a:cubicBezTo>
                  <a:pt x="1101802" y="385522"/>
                  <a:pt x="1027277" y="361072"/>
                  <a:pt x="1005840" y="339635"/>
                </a:cubicBezTo>
                <a:cubicBezTo>
                  <a:pt x="972027" y="305822"/>
                  <a:pt x="930025" y="268944"/>
                  <a:pt x="914400" y="222069"/>
                </a:cubicBezTo>
                <a:lnTo>
                  <a:pt x="875211" y="104503"/>
                </a:lnTo>
                <a:cubicBezTo>
                  <a:pt x="870857" y="91440"/>
                  <a:pt x="875211" y="69669"/>
                  <a:pt x="862148" y="65315"/>
                </a:cubicBezTo>
                <a:lnTo>
                  <a:pt x="822960" y="52252"/>
                </a:lnTo>
                <a:cubicBezTo>
                  <a:pt x="791433" y="4962"/>
                  <a:pt x="810876" y="20084"/>
                  <a:pt x="770708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D7787D79-7DFE-2830-9A15-0931F38C95E4}"/>
              </a:ext>
            </a:extLst>
          </p:cNvPr>
          <p:cNvSpPr/>
          <p:nvPr/>
        </p:nvSpPr>
        <p:spPr>
          <a:xfrm>
            <a:off x="26790582" y="4316905"/>
            <a:ext cx="351130" cy="655441"/>
          </a:xfrm>
          <a:custGeom>
            <a:avLst/>
            <a:gdLst>
              <a:gd name="connsiteX0" fmla="*/ 0 w 391885"/>
              <a:gd name="connsiteY0" fmla="*/ 731520 h 731520"/>
              <a:gd name="connsiteX1" fmla="*/ 26125 w 391885"/>
              <a:gd name="connsiteY1" fmla="*/ 587828 h 731520"/>
              <a:gd name="connsiteX2" fmla="*/ 39188 w 391885"/>
              <a:gd name="connsiteY2" fmla="*/ 548640 h 731520"/>
              <a:gd name="connsiteX3" fmla="*/ 78377 w 391885"/>
              <a:gd name="connsiteY3" fmla="*/ 509451 h 731520"/>
              <a:gd name="connsiteX4" fmla="*/ 104503 w 391885"/>
              <a:gd name="connsiteY4" fmla="*/ 470263 h 731520"/>
              <a:gd name="connsiteX5" fmla="*/ 143691 w 391885"/>
              <a:gd name="connsiteY5" fmla="*/ 352697 h 731520"/>
              <a:gd name="connsiteX6" fmla="*/ 156754 w 391885"/>
              <a:gd name="connsiteY6" fmla="*/ 313508 h 731520"/>
              <a:gd name="connsiteX7" fmla="*/ 209005 w 391885"/>
              <a:gd name="connsiteY7" fmla="*/ 235131 h 731520"/>
              <a:gd name="connsiteX8" fmla="*/ 235131 w 391885"/>
              <a:gd name="connsiteY8" fmla="*/ 195943 h 731520"/>
              <a:gd name="connsiteX9" fmla="*/ 300445 w 391885"/>
              <a:gd name="connsiteY9" fmla="*/ 78377 h 731520"/>
              <a:gd name="connsiteX10" fmla="*/ 339634 w 391885"/>
              <a:gd name="connsiteY10" fmla="*/ 65314 h 731520"/>
              <a:gd name="connsiteX11" fmla="*/ 391885 w 391885"/>
              <a:gd name="connsiteY11" fmla="*/ 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91885" h="731520">
                <a:moveTo>
                  <a:pt x="0" y="731520"/>
                </a:moveTo>
                <a:cubicBezTo>
                  <a:pt x="10570" y="657530"/>
                  <a:pt x="8530" y="649412"/>
                  <a:pt x="26125" y="587828"/>
                </a:cubicBezTo>
                <a:cubicBezTo>
                  <a:pt x="29908" y="574588"/>
                  <a:pt x="31550" y="560097"/>
                  <a:pt x="39188" y="548640"/>
                </a:cubicBezTo>
                <a:cubicBezTo>
                  <a:pt x="49436" y="533269"/>
                  <a:pt x="66550" y="523643"/>
                  <a:pt x="78377" y="509451"/>
                </a:cubicBezTo>
                <a:cubicBezTo>
                  <a:pt x="88428" y="497390"/>
                  <a:pt x="95794" y="483326"/>
                  <a:pt x="104503" y="470263"/>
                </a:cubicBezTo>
                <a:lnTo>
                  <a:pt x="143691" y="352697"/>
                </a:lnTo>
                <a:cubicBezTo>
                  <a:pt x="148045" y="339634"/>
                  <a:pt x="149116" y="324965"/>
                  <a:pt x="156754" y="313508"/>
                </a:cubicBezTo>
                <a:lnTo>
                  <a:pt x="209005" y="235131"/>
                </a:lnTo>
                <a:lnTo>
                  <a:pt x="235131" y="195943"/>
                </a:lnTo>
                <a:cubicBezTo>
                  <a:pt x="254606" y="137518"/>
                  <a:pt x="250164" y="111897"/>
                  <a:pt x="300445" y="78377"/>
                </a:cubicBezTo>
                <a:cubicBezTo>
                  <a:pt x="311902" y="70739"/>
                  <a:pt x="326571" y="69668"/>
                  <a:pt x="339634" y="65314"/>
                </a:cubicBezTo>
                <a:cubicBezTo>
                  <a:pt x="385707" y="19241"/>
                  <a:pt x="370561" y="42649"/>
                  <a:pt x="391885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8EE74031-0577-B42F-727D-5B4F578DFB6A}"/>
              </a:ext>
            </a:extLst>
          </p:cNvPr>
          <p:cNvSpPr/>
          <p:nvPr/>
        </p:nvSpPr>
        <p:spPr>
          <a:xfrm>
            <a:off x="26737620" y="491069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EAFBDB9B-90C6-4C74-525F-FC9CCDDF6574}"/>
                  </a:ext>
                </a:extLst>
              </p:cNvPr>
              <p:cNvSpPr txBox="1"/>
              <p:nvPr/>
            </p:nvSpPr>
            <p:spPr>
              <a:xfrm>
                <a:off x="23821918" y="3634945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EAFBDB9B-90C6-4C74-525F-FC9CCDDF6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1918" y="3634945"/>
                <a:ext cx="896111" cy="588751"/>
              </a:xfrm>
              <a:prstGeom prst="rect">
                <a:avLst/>
              </a:prstGeom>
              <a:blipFill>
                <a:blip r:embed="rId98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Oval 142">
            <a:extLst>
              <a:ext uri="{FF2B5EF4-FFF2-40B4-BE49-F238E27FC236}">
                <a16:creationId xmlns:a16="http://schemas.microsoft.com/office/drawing/2014/main" id="{EF593118-9D27-B336-36DD-32DB1B398732}"/>
              </a:ext>
            </a:extLst>
          </p:cNvPr>
          <p:cNvSpPr/>
          <p:nvPr/>
        </p:nvSpPr>
        <p:spPr>
          <a:xfrm>
            <a:off x="6379489" y="1457860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9F979446-9261-6775-F9C2-7BAA47A10C35}"/>
              </a:ext>
            </a:extLst>
          </p:cNvPr>
          <p:cNvCxnSpPr>
            <a:cxnSpLocks/>
          </p:cNvCxnSpPr>
          <p:nvPr/>
        </p:nvCxnSpPr>
        <p:spPr>
          <a:xfrm>
            <a:off x="6482882" y="14667364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87BFF72-A98C-61CB-CEDF-F608194F29A3}"/>
              </a:ext>
            </a:extLst>
          </p:cNvPr>
          <p:cNvCxnSpPr>
            <a:cxnSpLocks/>
          </p:cNvCxnSpPr>
          <p:nvPr/>
        </p:nvCxnSpPr>
        <p:spPr>
          <a:xfrm>
            <a:off x="5443898" y="12161557"/>
            <a:ext cx="0" cy="52145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30ACC62C-E73C-9896-1765-401DBD471FC7}"/>
                  </a:ext>
                </a:extLst>
              </p:cNvPr>
              <p:cNvSpPr txBox="1"/>
              <p:nvPr/>
            </p:nvSpPr>
            <p:spPr>
              <a:xfrm>
                <a:off x="5007589" y="1222135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30ACC62C-E73C-9896-1765-401DBD471F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7589" y="12221353"/>
                <a:ext cx="568909" cy="478464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18F68FB-609F-625A-8ED7-46FB650AC56E}"/>
                  </a:ext>
                </a:extLst>
              </p:cNvPr>
              <p:cNvSpPr txBox="1"/>
              <p:nvPr/>
            </p:nvSpPr>
            <p:spPr>
              <a:xfrm>
                <a:off x="6415709" y="14504315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18F68FB-609F-625A-8ED7-46FB650AC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5709" y="14504315"/>
                <a:ext cx="896111" cy="478464"/>
              </a:xfrm>
              <a:prstGeom prst="rect">
                <a:avLst/>
              </a:prstGeom>
              <a:blipFill>
                <a:blip r:embed="rId100"/>
                <a:stretch>
                  <a:fillRect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0800E9A-9711-BCB3-0876-DB7F59CD4BDA}"/>
                  </a:ext>
                </a:extLst>
              </p:cNvPr>
              <p:cNvSpPr txBox="1"/>
              <p:nvPr/>
            </p:nvSpPr>
            <p:spPr>
              <a:xfrm>
                <a:off x="5373951" y="1215575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0800E9A-9711-BCB3-0876-DB7F59CD4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951" y="12155753"/>
                <a:ext cx="896111" cy="478464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DEF32B3-1CDB-B09D-ACD1-EDFB57763D45}"/>
                  </a:ext>
                </a:extLst>
              </p:cNvPr>
              <p:cNvSpPr txBox="1"/>
              <p:nvPr/>
            </p:nvSpPr>
            <p:spPr>
              <a:xfrm>
                <a:off x="2112545" y="16029191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 i="1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DEF32B3-1CDB-B09D-ACD1-EDFB57763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2545" y="16029191"/>
                <a:ext cx="5728691" cy="533544"/>
              </a:xfrm>
              <a:prstGeom prst="rect">
                <a:avLst/>
              </a:prstGeom>
              <a:blipFill>
                <a:blip r:embed="rId102"/>
                <a:stretch>
                  <a:fillRect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F7C70196-07BF-F582-A7E9-30597AD9A32D}"/>
                  </a:ext>
                </a:extLst>
              </p:cNvPr>
              <p:cNvSpPr txBox="1"/>
              <p:nvPr/>
            </p:nvSpPr>
            <p:spPr>
              <a:xfrm>
                <a:off x="3199669" y="16654824"/>
                <a:ext cx="4172975" cy="718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F7C70196-07BF-F582-A7E9-30597AD9A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9669" y="16654824"/>
                <a:ext cx="4172975" cy="718145"/>
              </a:xfrm>
              <a:prstGeom prst="rect">
                <a:avLst/>
              </a:prstGeom>
              <a:blipFill>
                <a:blip r:embed="rId103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Freeform 158">
            <a:extLst>
              <a:ext uri="{FF2B5EF4-FFF2-40B4-BE49-F238E27FC236}">
                <a16:creationId xmlns:a16="http://schemas.microsoft.com/office/drawing/2014/main" id="{94F37379-378A-F117-E5E2-A9140DE4C9B2}"/>
              </a:ext>
            </a:extLst>
          </p:cNvPr>
          <p:cNvSpPr/>
          <p:nvPr/>
        </p:nvSpPr>
        <p:spPr>
          <a:xfrm>
            <a:off x="5938725" y="14686641"/>
            <a:ext cx="520499" cy="848218"/>
          </a:xfrm>
          <a:custGeom>
            <a:avLst/>
            <a:gdLst>
              <a:gd name="connsiteX0" fmla="*/ 0 w 580913"/>
              <a:gd name="connsiteY0" fmla="*/ 946673 h 946673"/>
              <a:gd name="connsiteX1" fmla="*/ 75303 w 580913"/>
              <a:gd name="connsiteY1" fmla="*/ 828339 h 946673"/>
              <a:gd name="connsiteX2" fmla="*/ 86061 w 580913"/>
              <a:gd name="connsiteY2" fmla="*/ 785309 h 946673"/>
              <a:gd name="connsiteX3" fmla="*/ 96819 w 580913"/>
              <a:gd name="connsiteY3" fmla="*/ 753036 h 946673"/>
              <a:gd name="connsiteX4" fmla="*/ 376518 w 580913"/>
              <a:gd name="connsiteY4" fmla="*/ 247426 h 946673"/>
              <a:gd name="connsiteX5" fmla="*/ 537882 w 580913"/>
              <a:gd name="connsiteY5" fmla="*/ 96819 h 946673"/>
              <a:gd name="connsiteX6" fmla="*/ 570155 w 580913"/>
              <a:gd name="connsiteY6" fmla="*/ 32273 h 946673"/>
              <a:gd name="connsiteX7" fmla="*/ 580913 w 580913"/>
              <a:gd name="connsiteY7" fmla="*/ 0 h 946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80913" h="946673">
                <a:moveTo>
                  <a:pt x="0" y="946673"/>
                </a:moveTo>
                <a:cubicBezTo>
                  <a:pt x="27365" y="908362"/>
                  <a:pt x="58576" y="872945"/>
                  <a:pt x="75303" y="828339"/>
                </a:cubicBezTo>
                <a:cubicBezTo>
                  <a:pt x="80494" y="814496"/>
                  <a:pt x="81999" y="799525"/>
                  <a:pt x="86061" y="785309"/>
                </a:cubicBezTo>
                <a:cubicBezTo>
                  <a:pt x="89176" y="774406"/>
                  <a:pt x="93835" y="763976"/>
                  <a:pt x="96819" y="753036"/>
                </a:cubicBezTo>
                <a:cubicBezTo>
                  <a:pt x="149885" y="558463"/>
                  <a:pt x="148792" y="410088"/>
                  <a:pt x="376518" y="247426"/>
                </a:cubicBezTo>
                <a:cubicBezTo>
                  <a:pt x="458984" y="188522"/>
                  <a:pt x="470486" y="188723"/>
                  <a:pt x="537882" y="96819"/>
                </a:cubicBezTo>
                <a:cubicBezTo>
                  <a:pt x="552107" y="77421"/>
                  <a:pt x="560385" y="54255"/>
                  <a:pt x="570155" y="32273"/>
                </a:cubicBezTo>
                <a:cubicBezTo>
                  <a:pt x="574760" y="21911"/>
                  <a:pt x="580913" y="0"/>
                  <a:pt x="58091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0" name="Freeform 159">
            <a:extLst>
              <a:ext uri="{FF2B5EF4-FFF2-40B4-BE49-F238E27FC236}">
                <a16:creationId xmlns:a16="http://schemas.microsoft.com/office/drawing/2014/main" id="{BD530499-710C-A5D7-1EED-DE3A10E74C04}"/>
              </a:ext>
            </a:extLst>
          </p:cNvPr>
          <p:cNvSpPr/>
          <p:nvPr/>
        </p:nvSpPr>
        <p:spPr>
          <a:xfrm>
            <a:off x="6478504" y="14667360"/>
            <a:ext cx="655441" cy="857860"/>
          </a:xfrm>
          <a:custGeom>
            <a:avLst/>
            <a:gdLst>
              <a:gd name="connsiteX0" fmla="*/ 0 w 731520"/>
              <a:gd name="connsiteY0" fmla="*/ 0 h 957431"/>
              <a:gd name="connsiteX1" fmla="*/ 86061 w 731520"/>
              <a:gd name="connsiteY1" fmla="*/ 53788 h 957431"/>
              <a:gd name="connsiteX2" fmla="*/ 129092 w 731520"/>
              <a:gd name="connsiteY2" fmla="*/ 75304 h 957431"/>
              <a:gd name="connsiteX3" fmla="*/ 172122 w 731520"/>
              <a:gd name="connsiteY3" fmla="*/ 118334 h 957431"/>
              <a:gd name="connsiteX4" fmla="*/ 236668 w 731520"/>
              <a:gd name="connsiteY4" fmla="*/ 172123 h 957431"/>
              <a:gd name="connsiteX5" fmla="*/ 268941 w 731520"/>
              <a:gd name="connsiteY5" fmla="*/ 225911 h 957431"/>
              <a:gd name="connsiteX6" fmla="*/ 290457 w 731520"/>
              <a:gd name="connsiteY6" fmla="*/ 311972 h 957431"/>
              <a:gd name="connsiteX7" fmla="*/ 311972 w 731520"/>
              <a:gd name="connsiteY7" fmla="*/ 484094 h 957431"/>
              <a:gd name="connsiteX8" fmla="*/ 333487 w 731520"/>
              <a:gd name="connsiteY8" fmla="*/ 548640 h 957431"/>
              <a:gd name="connsiteX9" fmla="*/ 398033 w 731520"/>
              <a:gd name="connsiteY9" fmla="*/ 613186 h 957431"/>
              <a:gd name="connsiteX10" fmla="*/ 419548 w 731520"/>
              <a:gd name="connsiteY10" fmla="*/ 645459 h 957431"/>
              <a:gd name="connsiteX11" fmla="*/ 451821 w 731520"/>
              <a:gd name="connsiteY11" fmla="*/ 666974 h 957431"/>
              <a:gd name="connsiteX12" fmla="*/ 505610 w 731520"/>
              <a:gd name="connsiteY12" fmla="*/ 710005 h 957431"/>
              <a:gd name="connsiteX13" fmla="*/ 559398 w 731520"/>
              <a:gd name="connsiteY13" fmla="*/ 753035 h 957431"/>
              <a:gd name="connsiteX14" fmla="*/ 580913 w 731520"/>
              <a:gd name="connsiteY14" fmla="*/ 774551 h 957431"/>
              <a:gd name="connsiteX15" fmla="*/ 613186 w 731520"/>
              <a:gd name="connsiteY15" fmla="*/ 796066 h 957431"/>
              <a:gd name="connsiteX16" fmla="*/ 645459 w 731520"/>
              <a:gd name="connsiteY16" fmla="*/ 860612 h 957431"/>
              <a:gd name="connsiteX17" fmla="*/ 688490 w 731520"/>
              <a:gd name="connsiteY17" fmla="*/ 914400 h 957431"/>
              <a:gd name="connsiteX18" fmla="*/ 731520 w 731520"/>
              <a:gd name="connsiteY18" fmla="*/ 957431 h 957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731520" h="957431">
                <a:moveTo>
                  <a:pt x="0" y="0"/>
                </a:moveTo>
                <a:cubicBezTo>
                  <a:pt x="28687" y="17929"/>
                  <a:pt x="56840" y="36742"/>
                  <a:pt x="86061" y="53788"/>
                </a:cubicBezTo>
                <a:cubicBezTo>
                  <a:pt x="99913" y="61868"/>
                  <a:pt x="116263" y="65682"/>
                  <a:pt x="129092" y="75304"/>
                </a:cubicBezTo>
                <a:cubicBezTo>
                  <a:pt x="145320" y="87475"/>
                  <a:pt x="156721" y="105133"/>
                  <a:pt x="172122" y="118334"/>
                </a:cubicBezTo>
                <a:cubicBezTo>
                  <a:pt x="276961" y="208197"/>
                  <a:pt x="124760" y="60215"/>
                  <a:pt x="236668" y="172123"/>
                </a:cubicBezTo>
                <a:cubicBezTo>
                  <a:pt x="267144" y="263546"/>
                  <a:pt x="224640" y="152075"/>
                  <a:pt x="268941" y="225911"/>
                </a:cubicBezTo>
                <a:cubicBezTo>
                  <a:pt x="278865" y="242452"/>
                  <a:pt x="288143" y="300402"/>
                  <a:pt x="290457" y="311972"/>
                </a:cubicBezTo>
                <a:cubicBezTo>
                  <a:pt x="295574" y="368268"/>
                  <a:pt x="296814" y="428514"/>
                  <a:pt x="311972" y="484094"/>
                </a:cubicBezTo>
                <a:cubicBezTo>
                  <a:pt x="317939" y="505974"/>
                  <a:pt x="317450" y="532603"/>
                  <a:pt x="333487" y="548640"/>
                </a:cubicBezTo>
                <a:cubicBezTo>
                  <a:pt x="355002" y="570155"/>
                  <a:pt x="381155" y="587869"/>
                  <a:pt x="398033" y="613186"/>
                </a:cubicBezTo>
                <a:cubicBezTo>
                  <a:pt x="405205" y="623944"/>
                  <a:pt x="410406" y="636317"/>
                  <a:pt x="419548" y="645459"/>
                </a:cubicBezTo>
                <a:cubicBezTo>
                  <a:pt x="428690" y="654601"/>
                  <a:pt x="441725" y="658897"/>
                  <a:pt x="451821" y="666974"/>
                </a:cubicBezTo>
                <a:cubicBezTo>
                  <a:pt x="528465" y="728289"/>
                  <a:pt x="406279" y="643785"/>
                  <a:pt x="505610" y="710005"/>
                </a:cubicBezTo>
                <a:cubicBezTo>
                  <a:pt x="548463" y="774285"/>
                  <a:pt x="501662" y="718393"/>
                  <a:pt x="559398" y="753035"/>
                </a:cubicBezTo>
                <a:cubicBezTo>
                  <a:pt x="568095" y="758253"/>
                  <a:pt x="572993" y="768215"/>
                  <a:pt x="580913" y="774551"/>
                </a:cubicBezTo>
                <a:cubicBezTo>
                  <a:pt x="591009" y="782628"/>
                  <a:pt x="602428" y="788894"/>
                  <a:pt x="613186" y="796066"/>
                </a:cubicBezTo>
                <a:cubicBezTo>
                  <a:pt x="674845" y="888556"/>
                  <a:pt x="600920" y="771535"/>
                  <a:pt x="645459" y="860612"/>
                </a:cubicBezTo>
                <a:cubicBezTo>
                  <a:pt x="667536" y="904765"/>
                  <a:pt x="661804" y="881044"/>
                  <a:pt x="688490" y="914400"/>
                </a:cubicBezTo>
                <a:cubicBezTo>
                  <a:pt x="723109" y="957673"/>
                  <a:pt x="693073" y="938206"/>
                  <a:pt x="731520" y="957431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311B221-B62A-0A95-7939-9D10EC32CE94}"/>
              </a:ext>
            </a:extLst>
          </p:cNvPr>
          <p:cNvSpPr/>
          <p:nvPr/>
        </p:nvSpPr>
        <p:spPr>
          <a:xfrm>
            <a:off x="5440893" y="12161555"/>
            <a:ext cx="1019038" cy="2476890"/>
          </a:xfrm>
          <a:custGeom>
            <a:avLst/>
            <a:gdLst>
              <a:gd name="connsiteX0" fmla="*/ 0 w 1549887"/>
              <a:gd name="connsiteY0" fmla="*/ 0 h 3506993"/>
              <a:gd name="connsiteX1" fmla="*/ 64546 w 1549887"/>
              <a:gd name="connsiteY1" fmla="*/ 75304 h 3506993"/>
              <a:gd name="connsiteX2" fmla="*/ 107576 w 1549887"/>
              <a:gd name="connsiteY2" fmla="*/ 118334 h 3506993"/>
              <a:gd name="connsiteX3" fmla="*/ 193637 w 1549887"/>
              <a:gd name="connsiteY3" fmla="*/ 247426 h 3506993"/>
              <a:gd name="connsiteX4" fmla="*/ 258183 w 1549887"/>
              <a:gd name="connsiteY4" fmla="*/ 333487 h 3506993"/>
              <a:gd name="connsiteX5" fmla="*/ 279698 w 1549887"/>
              <a:gd name="connsiteY5" fmla="*/ 376518 h 3506993"/>
              <a:gd name="connsiteX6" fmla="*/ 333487 w 1549887"/>
              <a:gd name="connsiteY6" fmla="*/ 473337 h 3506993"/>
              <a:gd name="connsiteX7" fmla="*/ 355002 w 1549887"/>
              <a:gd name="connsiteY7" fmla="*/ 527125 h 3506993"/>
              <a:gd name="connsiteX8" fmla="*/ 365760 w 1549887"/>
              <a:gd name="connsiteY8" fmla="*/ 559398 h 3506993"/>
              <a:gd name="connsiteX9" fmla="*/ 408790 w 1549887"/>
              <a:gd name="connsiteY9" fmla="*/ 645459 h 3506993"/>
              <a:gd name="connsiteX10" fmla="*/ 430306 w 1549887"/>
              <a:gd name="connsiteY10" fmla="*/ 688490 h 3506993"/>
              <a:gd name="connsiteX11" fmla="*/ 441063 w 1549887"/>
              <a:gd name="connsiteY11" fmla="*/ 720763 h 3506993"/>
              <a:gd name="connsiteX12" fmla="*/ 451821 w 1549887"/>
              <a:gd name="connsiteY12" fmla="*/ 763793 h 3506993"/>
              <a:gd name="connsiteX13" fmla="*/ 494851 w 1549887"/>
              <a:gd name="connsiteY13" fmla="*/ 849854 h 3506993"/>
              <a:gd name="connsiteX14" fmla="*/ 537882 w 1549887"/>
              <a:gd name="connsiteY14" fmla="*/ 946673 h 3506993"/>
              <a:gd name="connsiteX15" fmla="*/ 559397 w 1549887"/>
              <a:gd name="connsiteY15" fmla="*/ 978946 h 3506993"/>
              <a:gd name="connsiteX16" fmla="*/ 591670 w 1549887"/>
              <a:gd name="connsiteY16" fmla="*/ 1054250 h 3506993"/>
              <a:gd name="connsiteX17" fmla="*/ 613186 w 1549887"/>
              <a:gd name="connsiteY17" fmla="*/ 1086523 h 3506993"/>
              <a:gd name="connsiteX18" fmla="*/ 634701 w 1549887"/>
              <a:gd name="connsiteY18" fmla="*/ 1129553 h 3506993"/>
              <a:gd name="connsiteX19" fmla="*/ 666974 w 1549887"/>
              <a:gd name="connsiteY19" fmla="*/ 1161826 h 3506993"/>
              <a:gd name="connsiteX20" fmla="*/ 699247 w 1549887"/>
              <a:gd name="connsiteY20" fmla="*/ 1204857 h 3506993"/>
              <a:gd name="connsiteX21" fmla="*/ 763793 w 1549887"/>
              <a:gd name="connsiteY21" fmla="*/ 1301676 h 3506993"/>
              <a:gd name="connsiteX22" fmla="*/ 828338 w 1549887"/>
              <a:gd name="connsiteY22" fmla="*/ 1387737 h 3506993"/>
              <a:gd name="connsiteX23" fmla="*/ 871369 w 1549887"/>
              <a:gd name="connsiteY23" fmla="*/ 1473798 h 3506993"/>
              <a:gd name="connsiteX24" fmla="*/ 957430 w 1549887"/>
              <a:gd name="connsiteY24" fmla="*/ 1602890 h 3506993"/>
              <a:gd name="connsiteX25" fmla="*/ 968188 w 1549887"/>
              <a:gd name="connsiteY25" fmla="*/ 1645920 h 3506993"/>
              <a:gd name="connsiteX26" fmla="*/ 1000461 w 1549887"/>
              <a:gd name="connsiteY26" fmla="*/ 1688951 h 3506993"/>
              <a:gd name="connsiteX27" fmla="*/ 1021976 w 1549887"/>
              <a:gd name="connsiteY27" fmla="*/ 1721224 h 3506993"/>
              <a:gd name="connsiteX28" fmla="*/ 1054249 w 1549887"/>
              <a:gd name="connsiteY28" fmla="*/ 1785770 h 3506993"/>
              <a:gd name="connsiteX29" fmla="*/ 1075764 w 1549887"/>
              <a:gd name="connsiteY29" fmla="*/ 1850316 h 3506993"/>
              <a:gd name="connsiteX30" fmla="*/ 1086522 w 1549887"/>
              <a:gd name="connsiteY30" fmla="*/ 1882589 h 3506993"/>
              <a:gd name="connsiteX31" fmla="*/ 1108037 w 1549887"/>
              <a:gd name="connsiteY31" fmla="*/ 1914861 h 3506993"/>
              <a:gd name="connsiteX32" fmla="*/ 1129553 w 1549887"/>
              <a:gd name="connsiteY32" fmla="*/ 1936377 h 3506993"/>
              <a:gd name="connsiteX33" fmla="*/ 1161826 w 1549887"/>
              <a:gd name="connsiteY33" fmla="*/ 1979407 h 3506993"/>
              <a:gd name="connsiteX34" fmla="*/ 1194098 w 1549887"/>
              <a:gd name="connsiteY34" fmla="*/ 2043953 h 3506993"/>
              <a:gd name="connsiteX35" fmla="*/ 1215614 w 1549887"/>
              <a:gd name="connsiteY35" fmla="*/ 2108499 h 3506993"/>
              <a:gd name="connsiteX36" fmla="*/ 1258644 w 1549887"/>
              <a:gd name="connsiteY36" fmla="*/ 2183803 h 3506993"/>
              <a:gd name="connsiteX37" fmla="*/ 1280160 w 1549887"/>
              <a:gd name="connsiteY37" fmla="*/ 2269864 h 3506993"/>
              <a:gd name="connsiteX38" fmla="*/ 1290917 w 1549887"/>
              <a:gd name="connsiteY38" fmla="*/ 2302137 h 3506993"/>
              <a:gd name="connsiteX39" fmla="*/ 1301675 w 1549887"/>
              <a:gd name="connsiteY39" fmla="*/ 2355925 h 3506993"/>
              <a:gd name="connsiteX40" fmla="*/ 1323190 w 1549887"/>
              <a:gd name="connsiteY40" fmla="*/ 2431229 h 3506993"/>
              <a:gd name="connsiteX41" fmla="*/ 1333948 w 1549887"/>
              <a:gd name="connsiteY41" fmla="*/ 2474259 h 3506993"/>
              <a:gd name="connsiteX42" fmla="*/ 1355463 w 1549887"/>
              <a:gd name="connsiteY42" fmla="*/ 2528047 h 3506993"/>
              <a:gd name="connsiteX43" fmla="*/ 1376978 w 1549887"/>
              <a:gd name="connsiteY43" fmla="*/ 2635624 h 3506993"/>
              <a:gd name="connsiteX44" fmla="*/ 1398494 w 1549887"/>
              <a:gd name="connsiteY44" fmla="*/ 2743200 h 3506993"/>
              <a:gd name="connsiteX45" fmla="*/ 1409251 w 1549887"/>
              <a:gd name="connsiteY45" fmla="*/ 2786231 h 3506993"/>
              <a:gd name="connsiteX46" fmla="*/ 1420009 w 1549887"/>
              <a:gd name="connsiteY46" fmla="*/ 2872292 h 3506993"/>
              <a:gd name="connsiteX47" fmla="*/ 1430767 w 1549887"/>
              <a:gd name="connsiteY47" fmla="*/ 2926080 h 3506993"/>
              <a:gd name="connsiteX48" fmla="*/ 1452282 w 1549887"/>
              <a:gd name="connsiteY48" fmla="*/ 3130476 h 3506993"/>
              <a:gd name="connsiteX49" fmla="*/ 1463040 w 1549887"/>
              <a:gd name="connsiteY49" fmla="*/ 3173506 h 3506993"/>
              <a:gd name="connsiteX50" fmla="*/ 1484555 w 1549887"/>
              <a:gd name="connsiteY50" fmla="*/ 3205779 h 3506993"/>
              <a:gd name="connsiteX51" fmla="*/ 1495313 w 1549887"/>
              <a:gd name="connsiteY51" fmla="*/ 3238052 h 3506993"/>
              <a:gd name="connsiteX52" fmla="*/ 1516828 w 1549887"/>
              <a:gd name="connsiteY52" fmla="*/ 3367144 h 3506993"/>
              <a:gd name="connsiteX53" fmla="*/ 1527586 w 1549887"/>
              <a:gd name="connsiteY53" fmla="*/ 3399417 h 3506993"/>
              <a:gd name="connsiteX54" fmla="*/ 1538343 w 1549887"/>
              <a:gd name="connsiteY54" fmla="*/ 3442447 h 3506993"/>
              <a:gd name="connsiteX55" fmla="*/ 1549101 w 1549887"/>
              <a:gd name="connsiteY55" fmla="*/ 3474720 h 3506993"/>
              <a:gd name="connsiteX56" fmla="*/ 1549101 w 1549887"/>
              <a:gd name="connsiteY56" fmla="*/ 3506993 h 350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1549887" h="3506993">
                <a:moveTo>
                  <a:pt x="0" y="0"/>
                </a:moveTo>
                <a:cubicBezTo>
                  <a:pt x="21515" y="25101"/>
                  <a:pt x="42307" y="50841"/>
                  <a:pt x="64546" y="75304"/>
                </a:cubicBezTo>
                <a:cubicBezTo>
                  <a:pt x="78191" y="90313"/>
                  <a:pt x="94590" y="102751"/>
                  <a:pt x="107576" y="118334"/>
                </a:cubicBezTo>
                <a:cubicBezTo>
                  <a:pt x="288736" y="335727"/>
                  <a:pt x="108238" y="119328"/>
                  <a:pt x="193637" y="247426"/>
                </a:cubicBezTo>
                <a:cubicBezTo>
                  <a:pt x="213528" y="277262"/>
                  <a:pt x="242147" y="301414"/>
                  <a:pt x="258183" y="333487"/>
                </a:cubicBezTo>
                <a:cubicBezTo>
                  <a:pt x="265355" y="347831"/>
                  <a:pt x="271910" y="362499"/>
                  <a:pt x="279698" y="376518"/>
                </a:cubicBezTo>
                <a:cubicBezTo>
                  <a:pt x="309869" y="430827"/>
                  <a:pt x="310560" y="421752"/>
                  <a:pt x="333487" y="473337"/>
                </a:cubicBezTo>
                <a:cubicBezTo>
                  <a:pt x="341330" y="490983"/>
                  <a:pt x="348222" y="509044"/>
                  <a:pt x="355002" y="527125"/>
                </a:cubicBezTo>
                <a:cubicBezTo>
                  <a:pt x="358984" y="537743"/>
                  <a:pt x="361068" y="549075"/>
                  <a:pt x="365760" y="559398"/>
                </a:cubicBezTo>
                <a:cubicBezTo>
                  <a:pt x="379032" y="588596"/>
                  <a:pt x="394447" y="616772"/>
                  <a:pt x="408790" y="645459"/>
                </a:cubicBezTo>
                <a:cubicBezTo>
                  <a:pt x="415962" y="659803"/>
                  <a:pt x="425235" y="673276"/>
                  <a:pt x="430306" y="688490"/>
                </a:cubicBezTo>
                <a:cubicBezTo>
                  <a:pt x="433892" y="699248"/>
                  <a:pt x="437948" y="709860"/>
                  <a:pt x="441063" y="720763"/>
                </a:cubicBezTo>
                <a:cubicBezTo>
                  <a:pt x="445125" y="734979"/>
                  <a:pt x="446135" y="750145"/>
                  <a:pt x="451821" y="763793"/>
                </a:cubicBezTo>
                <a:cubicBezTo>
                  <a:pt x="464157" y="793399"/>
                  <a:pt x="482939" y="820075"/>
                  <a:pt x="494851" y="849854"/>
                </a:cubicBezTo>
                <a:cubicBezTo>
                  <a:pt x="510220" y="888275"/>
                  <a:pt x="517782" y="911497"/>
                  <a:pt x="537882" y="946673"/>
                </a:cubicBezTo>
                <a:cubicBezTo>
                  <a:pt x="544297" y="957899"/>
                  <a:pt x="552982" y="967720"/>
                  <a:pt x="559397" y="978946"/>
                </a:cubicBezTo>
                <a:cubicBezTo>
                  <a:pt x="648955" y="1135672"/>
                  <a:pt x="531316" y="933542"/>
                  <a:pt x="591670" y="1054250"/>
                </a:cubicBezTo>
                <a:cubicBezTo>
                  <a:pt x="597452" y="1065814"/>
                  <a:pt x="606771" y="1075297"/>
                  <a:pt x="613186" y="1086523"/>
                </a:cubicBezTo>
                <a:cubicBezTo>
                  <a:pt x="621142" y="1100446"/>
                  <a:pt x="625380" y="1116504"/>
                  <a:pt x="634701" y="1129553"/>
                </a:cubicBezTo>
                <a:cubicBezTo>
                  <a:pt x="643544" y="1141933"/>
                  <a:pt x="657073" y="1150275"/>
                  <a:pt x="666974" y="1161826"/>
                </a:cubicBezTo>
                <a:cubicBezTo>
                  <a:pt x="678642" y="1175439"/>
                  <a:pt x="689041" y="1190115"/>
                  <a:pt x="699247" y="1204857"/>
                </a:cubicBezTo>
                <a:cubicBezTo>
                  <a:pt x="721325" y="1236748"/>
                  <a:pt x="740521" y="1270646"/>
                  <a:pt x="763793" y="1301676"/>
                </a:cubicBezTo>
                <a:cubicBezTo>
                  <a:pt x="785308" y="1330363"/>
                  <a:pt x="812301" y="1355664"/>
                  <a:pt x="828338" y="1387737"/>
                </a:cubicBezTo>
                <a:cubicBezTo>
                  <a:pt x="842682" y="1416424"/>
                  <a:pt x="854370" y="1446600"/>
                  <a:pt x="871369" y="1473798"/>
                </a:cubicBezTo>
                <a:cubicBezTo>
                  <a:pt x="934660" y="1575063"/>
                  <a:pt x="904860" y="1532796"/>
                  <a:pt x="957430" y="1602890"/>
                </a:cubicBezTo>
                <a:cubicBezTo>
                  <a:pt x="961016" y="1617233"/>
                  <a:pt x="961576" y="1632696"/>
                  <a:pt x="968188" y="1645920"/>
                </a:cubicBezTo>
                <a:cubicBezTo>
                  <a:pt x="976206" y="1661957"/>
                  <a:pt x="990040" y="1674361"/>
                  <a:pt x="1000461" y="1688951"/>
                </a:cubicBezTo>
                <a:cubicBezTo>
                  <a:pt x="1007976" y="1699472"/>
                  <a:pt x="1015697" y="1709922"/>
                  <a:pt x="1021976" y="1721224"/>
                </a:cubicBezTo>
                <a:cubicBezTo>
                  <a:pt x="1033658" y="1742252"/>
                  <a:pt x="1044997" y="1763565"/>
                  <a:pt x="1054249" y="1785770"/>
                </a:cubicBezTo>
                <a:cubicBezTo>
                  <a:pt x="1062972" y="1806705"/>
                  <a:pt x="1068592" y="1828801"/>
                  <a:pt x="1075764" y="1850316"/>
                </a:cubicBezTo>
                <a:cubicBezTo>
                  <a:pt x="1079350" y="1861074"/>
                  <a:pt x="1080232" y="1873154"/>
                  <a:pt x="1086522" y="1882589"/>
                </a:cubicBezTo>
                <a:cubicBezTo>
                  <a:pt x="1093694" y="1893346"/>
                  <a:pt x="1099960" y="1904765"/>
                  <a:pt x="1108037" y="1914861"/>
                </a:cubicBezTo>
                <a:cubicBezTo>
                  <a:pt x="1114373" y="1922781"/>
                  <a:pt x="1123060" y="1928585"/>
                  <a:pt x="1129553" y="1936377"/>
                </a:cubicBezTo>
                <a:cubicBezTo>
                  <a:pt x="1141031" y="1950151"/>
                  <a:pt x="1151068" y="1965064"/>
                  <a:pt x="1161826" y="1979407"/>
                </a:cubicBezTo>
                <a:cubicBezTo>
                  <a:pt x="1201050" y="2097086"/>
                  <a:pt x="1138497" y="1918852"/>
                  <a:pt x="1194098" y="2043953"/>
                </a:cubicBezTo>
                <a:cubicBezTo>
                  <a:pt x="1203309" y="2064678"/>
                  <a:pt x="1203034" y="2089629"/>
                  <a:pt x="1215614" y="2108499"/>
                </a:cubicBezTo>
                <a:cubicBezTo>
                  <a:pt x="1231353" y="2132109"/>
                  <a:pt x="1249544" y="2156504"/>
                  <a:pt x="1258644" y="2183803"/>
                </a:cubicBezTo>
                <a:cubicBezTo>
                  <a:pt x="1267995" y="2211855"/>
                  <a:pt x="1270810" y="2241811"/>
                  <a:pt x="1280160" y="2269864"/>
                </a:cubicBezTo>
                <a:cubicBezTo>
                  <a:pt x="1283746" y="2280622"/>
                  <a:pt x="1288167" y="2291136"/>
                  <a:pt x="1290917" y="2302137"/>
                </a:cubicBezTo>
                <a:cubicBezTo>
                  <a:pt x="1295352" y="2319876"/>
                  <a:pt x="1297240" y="2338186"/>
                  <a:pt x="1301675" y="2355925"/>
                </a:cubicBezTo>
                <a:cubicBezTo>
                  <a:pt x="1308007" y="2381251"/>
                  <a:pt x="1316321" y="2406043"/>
                  <a:pt x="1323190" y="2431229"/>
                </a:cubicBezTo>
                <a:cubicBezTo>
                  <a:pt x="1327080" y="2445493"/>
                  <a:pt x="1329273" y="2460233"/>
                  <a:pt x="1333948" y="2474259"/>
                </a:cubicBezTo>
                <a:cubicBezTo>
                  <a:pt x="1340055" y="2492578"/>
                  <a:pt x="1350487" y="2509389"/>
                  <a:pt x="1355463" y="2528047"/>
                </a:cubicBezTo>
                <a:cubicBezTo>
                  <a:pt x="1364885" y="2563381"/>
                  <a:pt x="1368108" y="2600147"/>
                  <a:pt x="1376978" y="2635624"/>
                </a:cubicBezTo>
                <a:cubicBezTo>
                  <a:pt x="1401961" y="2735552"/>
                  <a:pt x="1372124" y="2611348"/>
                  <a:pt x="1398494" y="2743200"/>
                </a:cubicBezTo>
                <a:cubicBezTo>
                  <a:pt x="1401394" y="2757698"/>
                  <a:pt x="1406820" y="2771647"/>
                  <a:pt x="1409251" y="2786231"/>
                </a:cubicBezTo>
                <a:cubicBezTo>
                  <a:pt x="1414004" y="2814748"/>
                  <a:pt x="1415613" y="2843718"/>
                  <a:pt x="1420009" y="2872292"/>
                </a:cubicBezTo>
                <a:cubicBezTo>
                  <a:pt x="1422789" y="2890364"/>
                  <a:pt x="1427181" y="2908151"/>
                  <a:pt x="1430767" y="2926080"/>
                </a:cubicBezTo>
                <a:cubicBezTo>
                  <a:pt x="1438255" y="3023436"/>
                  <a:pt x="1436143" y="3049782"/>
                  <a:pt x="1452282" y="3130476"/>
                </a:cubicBezTo>
                <a:cubicBezTo>
                  <a:pt x="1455182" y="3144974"/>
                  <a:pt x="1457216" y="3159917"/>
                  <a:pt x="1463040" y="3173506"/>
                </a:cubicBezTo>
                <a:cubicBezTo>
                  <a:pt x="1468133" y="3185390"/>
                  <a:pt x="1478773" y="3194215"/>
                  <a:pt x="1484555" y="3205779"/>
                </a:cubicBezTo>
                <a:cubicBezTo>
                  <a:pt x="1489626" y="3215921"/>
                  <a:pt x="1492563" y="3227051"/>
                  <a:pt x="1495313" y="3238052"/>
                </a:cubicBezTo>
                <a:cubicBezTo>
                  <a:pt x="1514554" y="3315017"/>
                  <a:pt x="1498614" y="3276078"/>
                  <a:pt x="1516828" y="3367144"/>
                </a:cubicBezTo>
                <a:cubicBezTo>
                  <a:pt x="1519052" y="3378263"/>
                  <a:pt x="1524471" y="3388514"/>
                  <a:pt x="1527586" y="3399417"/>
                </a:cubicBezTo>
                <a:cubicBezTo>
                  <a:pt x="1531648" y="3413633"/>
                  <a:pt x="1534281" y="3428231"/>
                  <a:pt x="1538343" y="3442447"/>
                </a:cubicBezTo>
                <a:cubicBezTo>
                  <a:pt x="1541458" y="3453350"/>
                  <a:pt x="1547237" y="3463535"/>
                  <a:pt x="1549101" y="3474720"/>
                </a:cubicBezTo>
                <a:cubicBezTo>
                  <a:pt x="1550870" y="3485331"/>
                  <a:pt x="1549101" y="3496235"/>
                  <a:pt x="1549101" y="3506993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707192B8-6F7D-A331-6805-A30069DA2850}"/>
              </a:ext>
            </a:extLst>
          </p:cNvPr>
          <p:cNvSpPr/>
          <p:nvPr/>
        </p:nvSpPr>
        <p:spPr>
          <a:xfrm>
            <a:off x="4985500" y="1139745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3" name="Freeform 162">
            <a:extLst>
              <a:ext uri="{FF2B5EF4-FFF2-40B4-BE49-F238E27FC236}">
                <a16:creationId xmlns:a16="http://schemas.microsoft.com/office/drawing/2014/main" id="{599A3E3A-0ED4-A332-BC3C-5AC8B8362761}"/>
              </a:ext>
            </a:extLst>
          </p:cNvPr>
          <p:cNvSpPr/>
          <p:nvPr/>
        </p:nvSpPr>
        <p:spPr>
          <a:xfrm>
            <a:off x="2591989" y="12179160"/>
            <a:ext cx="2118481" cy="3347434"/>
          </a:xfrm>
          <a:custGeom>
            <a:avLst/>
            <a:gdLst>
              <a:gd name="connsiteX0" fmla="*/ 0 w 2364378"/>
              <a:gd name="connsiteY0" fmla="*/ 3735978 h 3735978"/>
              <a:gd name="connsiteX1" fmla="*/ 13063 w 2364378"/>
              <a:gd name="connsiteY1" fmla="*/ 3644538 h 3735978"/>
              <a:gd name="connsiteX2" fmla="*/ 39189 w 2364378"/>
              <a:gd name="connsiteY2" fmla="*/ 3592286 h 3735978"/>
              <a:gd name="connsiteX3" fmla="*/ 52252 w 2364378"/>
              <a:gd name="connsiteY3" fmla="*/ 3553098 h 3735978"/>
              <a:gd name="connsiteX4" fmla="*/ 78378 w 2364378"/>
              <a:gd name="connsiteY4" fmla="*/ 3513909 h 3735978"/>
              <a:gd name="connsiteX5" fmla="*/ 104503 w 2364378"/>
              <a:gd name="connsiteY5" fmla="*/ 3448595 h 3735978"/>
              <a:gd name="connsiteX6" fmla="*/ 130629 w 2364378"/>
              <a:gd name="connsiteY6" fmla="*/ 3409406 h 3735978"/>
              <a:gd name="connsiteX7" fmla="*/ 169818 w 2364378"/>
              <a:gd name="connsiteY7" fmla="*/ 3344092 h 3735978"/>
              <a:gd name="connsiteX8" fmla="*/ 182880 w 2364378"/>
              <a:gd name="connsiteY8" fmla="*/ 3304903 h 3735978"/>
              <a:gd name="connsiteX9" fmla="*/ 209006 w 2364378"/>
              <a:gd name="connsiteY9" fmla="*/ 3239589 h 3735978"/>
              <a:gd name="connsiteX10" fmla="*/ 235132 w 2364378"/>
              <a:gd name="connsiteY10" fmla="*/ 3200400 h 3735978"/>
              <a:gd name="connsiteX11" fmla="*/ 261258 w 2364378"/>
              <a:gd name="connsiteY11" fmla="*/ 3122023 h 3735978"/>
              <a:gd name="connsiteX12" fmla="*/ 274320 w 2364378"/>
              <a:gd name="connsiteY12" fmla="*/ 3082835 h 3735978"/>
              <a:gd name="connsiteX13" fmla="*/ 287383 w 2364378"/>
              <a:gd name="connsiteY13" fmla="*/ 3043646 h 3735978"/>
              <a:gd name="connsiteX14" fmla="*/ 300446 w 2364378"/>
              <a:gd name="connsiteY14" fmla="*/ 2991395 h 3735978"/>
              <a:gd name="connsiteX15" fmla="*/ 326572 w 2364378"/>
              <a:gd name="connsiteY15" fmla="*/ 2952206 h 3735978"/>
              <a:gd name="connsiteX16" fmla="*/ 339635 w 2364378"/>
              <a:gd name="connsiteY16" fmla="*/ 2913018 h 3735978"/>
              <a:gd name="connsiteX17" fmla="*/ 404949 w 2364378"/>
              <a:gd name="connsiteY17" fmla="*/ 2834640 h 3735978"/>
              <a:gd name="connsiteX18" fmla="*/ 444138 w 2364378"/>
              <a:gd name="connsiteY18" fmla="*/ 2808515 h 3735978"/>
              <a:gd name="connsiteX19" fmla="*/ 522515 w 2364378"/>
              <a:gd name="connsiteY19" fmla="*/ 2730138 h 3735978"/>
              <a:gd name="connsiteX20" fmla="*/ 561703 w 2364378"/>
              <a:gd name="connsiteY20" fmla="*/ 2677886 h 3735978"/>
              <a:gd name="connsiteX21" fmla="*/ 587829 w 2364378"/>
              <a:gd name="connsiteY21" fmla="*/ 2625635 h 3735978"/>
              <a:gd name="connsiteX22" fmla="*/ 653143 w 2364378"/>
              <a:gd name="connsiteY22" fmla="*/ 2534195 h 3735978"/>
              <a:gd name="connsiteX23" fmla="*/ 692332 w 2364378"/>
              <a:gd name="connsiteY23" fmla="*/ 2508069 h 3735978"/>
              <a:gd name="connsiteX24" fmla="*/ 757646 w 2364378"/>
              <a:gd name="connsiteY24" fmla="*/ 2416629 h 3735978"/>
              <a:gd name="connsiteX25" fmla="*/ 809898 w 2364378"/>
              <a:gd name="connsiteY25" fmla="*/ 2338252 h 3735978"/>
              <a:gd name="connsiteX26" fmla="*/ 849086 w 2364378"/>
              <a:gd name="connsiteY26" fmla="*/ 2246812 h 3735978"/>
              <a:gd name="connsiteX27" fmla="*/ 862149 w 2364378"/>
              <a:gd name="connsiteY27" fmla="*/ 2207623 h 3735978"/>
              <a:gd name="connsiteX28" fmla="*/ 914400 w 2364378"/>
              <a:gd name="connsiteY28" fmla="*/ 2129246 h 3735978"/>
              <a:gd name="connsiteX29" fmla="*/ 940526 w 2364378"/>
              <a:gd name="connsiteY29" fmla="*/ 2090058 h 3735978"/>
              <a:gd name="connsiteX30" fmla="*/ 979715 w 2364378"/>
              <a:gd name="connsiteY30" fmla="*/ 2050869 h 3735978"/>
              <a:gd name="connsiteX31" fmla="*/ 1031966 w 2364378"/>
              <a:gd name="connsiteY31" fmla="*/ 1959429 h 3735978"/>
              <a:gd name="connsiteX32" fmla="*/ 1071155 w 2364378"/>
              <a:gd name="connsiteY32" fmla="*/ 1907178 h 3735978"/>
              <a:gd name="connsiteX33" fmla="*/ 1084218 w 2364378"/>
              <a:gd name="connsiteY33" fmla="*/ 1867989 h 3735978"/>
              <a:gd name="connsiteX34" fmla="*/ 1110343 w 2364378"/>
              <a:gd name="connsiteY34" fmla="*/ 1737360 h 3735978"/>
              <a:gd name="connsiteX35" fmla="*/ 1136469 w 2364378"/>
              <a:gd name="connsiteY35" fmla="*/ 1672046 h 3735978"/>
              <a:gd name="connsiteX36" fmla="*/ 1227909 w 2364378"/>
              <a:gd name="connsiteY36" fmla="*/ 1528355 h 3735978"/>
              <a:gd name="connsiteX37" fmla="*/ 1240972 w 2364378"/>
              <a:gd name="connsiteY37" fmla="*/ 1489166 h 3735978"/>
              <a:gd name="connsiteX38" fmla="*/ 1280160 w 2364378"/>
              <a:gd name="connsiteY38" fmla="*/ 1436915 h 3735978"/>
              <a:gd name="connsiteX39" fmla="*/ 1319349 w 2364378"/>
              <a:gd name="connsiteY39" fmla="*/ 1371600 h 3735978"/>
              <a:gd name="connsiteX40" fmla="*/ 1436915 w 2364378"/>
              <a:gd name="connsiteY40" fmla="*/ 1227909 h 3735978"/>
              <a:gd name="connsiteX41" fmla="*/ 1476103 w 2364378"/>
              <a:gd name="connsiteY41" fmla="*/ 1201783 h 3735978"/>
              <a:gd name="connsiteX42" fmla="*/ 1541418 w 2364378"/>
              <a:gd name="connsiteY42" fmla="*/ 1123406 h 3735978"/>
              <a:gd name="connsiteX43" fmla="*/ 1593669 w 2364378"/>
              <a:gd name="connsiteY43" fmla="*/ 1045029 h 3735978"/>
              <a:gd name="connsiteX44" fmla="*/ 1619795 w 2364378"/>
              <a:gd name="connsiteY44" fmla="*/ 1005840 h 3735978"/>
              <a:gd name="connsiteX45" fmla="*/ 1645920 w 2364378"/>
              <a:gd name="connsiteY45" fmla="*/ 966652 h 3735978"/>
              <a:gd name="connsiteX46" fmla="*/ 1685109 w 2364378"/>
              <a:gd name="connsiteY46" fmla="*/ 927463 h 3735978"/>
              <a:gd name="connsiteX47" fmla="*/ 1711235 w 2364378"/>
              <a:gd name="connsiteY47" fmla="*/ 875212 h 3735978"/>
              <a:gd name="connsiteX48" fmla="*/ 1763486 w 2364378"/>
              <a:gd name="connsiteY48" fmla="*/ 796835 h 3735978"/>
              <a:gd name="connsiteX49" fmla="*/ 1802675 w 2364378"/>
              <a:gd name="connsiteY49" fmla="*/ 718458 h 3735978"/>
              <a:gd name="connsiteX50" fmla="*/ 1854926 w 2364378"/>
              <a:gd name="connsiteY50" fmla="*/ 640080 h 3735978"/>
              <a:gd name="connsiteX51" fmla="*/ 1867989 w 2364378"/>
              <a:gd name="connsiteY51" fmla="*/ 600892 h 3735978"/>
              <a:gd name="connsiteX52" fmla="*/ 1920240 w 2364378"/>
              <a:gd name="connsiteY52" fmla="*/ 561703 h 3735978"/>
              <a:gd name="connsiteX53" fmla="*/ 1998618 w 2364378"/>
              <a:gd name="connsiteY53" fmla="*/ 496389 h 3735978"/>
              <a:gd name="connsiteX54" fmla="*/ 2050869 w 2364378"/>
              <a:gd name="connsiteY54" fmla="*/ 418012 h 3735978"/>
              <a:gd name="connsiteX55" fmla="*/ 2076995 w 2364378"/>
              <a:gd name="connsiteY55" fmla="*/ 378823 h 3735978"/>
              <a:gd name="connsiteX56" fmla="*/ 2090058 w 2364378"/>
              <a:gd name="connsiteY56" fmla="*/ 339635 h 3735978"/>
              <a:gd name="connsiteX57" fmla="*/ 2129246 w 2364378"/>
              <a:gd name="connsiteY57" fmla="*/ 300446 h 3735978"/>
              <a:gd name="connsiteX58" fmla="*/ 2168435 w 2364378"/>
              <a:gd name="connsiteY58" fmla="*/ 222069 h 3735978"/>
              <a:gd name="connsiteX59" fmla="*/ 2207623 w 2364378"/>
              <a:gd name="connsiteY59" fmla="*/ 143692 h 3735978"/>
              <a:gd name="connsiteX60" fmla="*/ 2286000 w 2364378"/>
              <a:gd name="connsiteY60" fmla="*/ 91440 h 3735978"/>
              <a:gd name="connsiteX61" fmla="*/ 2312126 w 2364378"/>
              <a:gd name="connsiteY61" fmla="*/ 52252 h 3735978"/>
              <a:gd name="connsiteX62" fmla="*/ 2364378 w 2364378"/>
              <a:gd name="connsiteY62" fmla="*/ 0 h 3735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364378" h="3735978">
                <a:moveTo>
                  <a:pt x="0" y="3735978"/>
                </a:moveTo>
                <a:cubicBezTo>
                  <a:pt x="4354" y="3705498"/>
                  <a:pt x="4962" y="3674243"/>
                  <a:pt x="13063" y="3644538"/>
                </a:cubicBezTo>
                <a:cubicBezTo>
                  <a:pt x="18187" y="3625751"/>
                  <a:pt x="31518" y="3610185"/>
                  <a:pt x="39189" y="3592286"/>
                </a:cubicBezTo>
                <a:cubicBezTo>
                  <a:pt x="44613" y="3579630"/>
                  <a:pt x="46094" y="3565414"/>
                  <a:pt x="52252" y="3553098"/>
                </a:cubicBezTo>
                <a:cubicBezTo>
                  <a:pt x="59273" y="3539056"/>
                  <a:pt x="71357" y="3527951"/>
                  <a:pt x="78378" y="3513909"/>
                </a:cubicBezTo>
                <a:cubicBezTo>
                  <a:pt x="88864" y="3492936"/>
                  <a:pt x="94017" y="3469568"/>
                  <a:pt x="104503" y="3448595"/>
                </a:cubicBezTo>
                <a:cubicBezTo>
                  <a:pt x="111524" y="3434553"/>
                  <a:pt x="122308" y="3422719"/>
                  <a:pt x="130629" y="3409406"/>
                </a:cubicBezTo>
                <a:cubicBezTo>
                  <a:pt x="144086" y="3387876"/>
                  <a:pt x="158464" y="3366801"/>
                  <a:pt x="169818" y="3344092"/>
                </a:cubicBezTo>
                <a:cubicBezTo>
                  <a:pt x="175976" y="3331776"/>
                  <a:pt x="178045" y="3317796"/>
                  <a:pt x="182880" y="3304903"/>
                </a:cubicBezTo>
                <a:cubicBezTo>
                  <a:pt x="191113" y="3282947"/>
                  <a:pt x="198519" y="3260562"/>
                  <a:pt x="209006" y="3239589"/>
                </a:cubicBezTo>
                <a:cubicBezTo>
                  <a:pt x="216027" y="3225547"/>
                  <a:pt x="228756" y="3214747"/>
                  <a:pt x="235132" y="3200400"/>
                </a:cubicBezTo>
                <a:cubicBezTo>
                  <a:pt x="246317" y="3175235"/>
                  <a:pt x="252550" y="3148149"/>
                  <a:pt x="261258" y="3122023"/>
                </a:cubicBezTo>
                <a:lnTo>
                  <a:pt x="274320" y="3082835"/>
                </a:lnTo>
                <a:cubicBezTo>
                  <a:pt x="278674" y="3069772"/>
                  <a:pt x="284043" y="3057004"/>
                  <a:pt x="287383" y="3043646"/>
                </a:cubicBezTo>
                <a:cubicBezTo>
                  <a:pt x="291737" y="3026229"/>
                  <a:pt x="293374" y="3007896"/>
                  <a:pt x="300446" y="2991395"/>
                </a:cubicBezTo>
                <a:cubicBezTo>
                  <a:pt x="306631" y="2976965"/>
                  <a:pt x="319551" y="2966248"/>
                  <a:pt x="326572" y="2952206"/>
                </a:cubicBezTo>
                <a:cubicBezTo>
                  <a:pt x="332730" y="2939890"/>
                  <a:pt x="333477" y="2925334"/>
                  <a:pt x="339635" y="2913018"/>
                </a:cubicBezTo>
                <a:cubicBezTo>
                  <a:pt x="354315" y="2883658"/>
                  <a:pt x="380184" y="2855277"/>
                  <a:pt x="404949" y="2834640"/>
                </a:cubicBezTo>
                <a:cubicBezTo>
                  <a:pt x="417010" y="2824589"/>
                  <a:pt x="432404" y="2818945"/>
                  <a:pt x="444138" y="2808515"/>
                </a:cubicBezTo>
                <a:cubicBezTo>
                  <a:pt x="471753" y="2783969"/>
                  <a:pt x="500347" y="2759696"/>
                  <a:pt x="522515" y="2730138"/>
                </a:cubicBezTo>
                <a:cubicBezTo>
                  <a:pt x="535578" y="2712721"/>
                  <a:pt x="550164" y="2696348"/>
                  <a:pt x="561703" y="2677886"/>
                </a:cubicBezTo>
                <a:cubicBezTo>
                  <a:pt x="572024" y="2661373"/>
                  <a:pt x="578168" y="2642542"/>
                  <a:pt x="587829" y="2625635"/>
                </a:cubicBezTo>
                <a:cubicBezTo>
                  <a:pt x="597718" y="2608329"/>
                  <a:pt x="643798" y="2543540"/>
                  <a:pt x="653143" y="2534195"/>
                </a:cubicBezTo>
                <a:cubicBezTo>
                  <a:pt x="664244" y="2523094"/>
                  <a:pt x="679269" y="2516778"/>
                  <a:pt x="692332" y="2508069"/>
                </a:cubicBezTo>
                <a:cubicBezTo>
                  <a:pt x="777260" y="2380678"/>
                  <a:pt x="644243" y="2578632"/>
                  <a:pt x="757646" y="2416629"/>
                </a:cubicBezTo>
                <a:cubicBezTo>
                  <a:pt x="775652" y="2390906"/>
                  <a:pt x="809898" y="2338252"/>
                  <a:pt x="809898" y="2338252"/>
                </a:cubicBezTo>
                <a:cubicBezTo>
                  <a:pt x="837082" y="2229507"/>
                  <a:pt x="803981" y="2337020"/>
                  <a:pt x="849086" y="2246812"/>
                </a:cubicBezTo>
                <a:cubicBezTo>
                  <a:pt x="855244" y="2234496"/>
                  <a:pt x="855462" y="2219660"/>
                  <a:pt x="862149" y="2207623"/>
                </a:cubicBezTo>
                <a:cubicBezTo>
                  <a:pt x="877398" y="2180175"/>
                  <a:pt x="896983" y="2155372"/>
                  <a:pt x="914400" y="2129246"/>
                </a:cubicBezTo>
                <a:cubicBezTo>
                  <a:pt x="923109" y="2116183"/>
                  <a:pt x="929425" y="2101159"/>
                  <a:pt x="940526" y="2090058"/>
                </a:cubicBezTo>
                <a:cubicBezTo>
                  <a:pt x="953589" y="2076995"/>
                  <a:pt x="967888" y="2065061"/>
                  <a:pt x="979715" y="2050869"/>
                </a:cubicBezTo>
                <a:cubicBezTo>
                  <a:pt x="1015667" y="2007726"/>
                  <a:pt x="1000028" y="2010529"/>
                  <a:pt x="1031966" y="1959429"/>
                </a:cubicBezTo>
                <a:cubicBezTo>
                  <a:pt x="1043505" y="1940967"/>
                  <a:pt x="1058092" y="1924595"/>
                  <a:pt x="1071155" y="1907178"/>
                </a:cubicBezTo>
                <a:cubicBezTo>
                  <a:pt x="1075509" y="1894115"/>
                  <a:pt x="1081122" y="1881406"/>
                  <a:pt x="1084218" y="1867989"/>
                </a:cubicBezTo>
                <a:cubicBezTo>
                  <a:pt x="1094203" y="1824721"/>
                  <a:pt x="1093851" y="1778589"/>
                  <a:pt x="1110343" y="1737360"/>
                </a:cubicBezTo>
                <a:cubicBezTo>
                  <a:pt x="1119052" y="1715589"/>
                  <a:pt x="1125241" y="1692631"/>
                  <a:pt x="1136469" y="1672046"/>
                </a:cubicBezTo>
                <a:cubicBezTo>
                  <a:pt x="1198579" y="1558179"/>
                  <a:pt x="1175981" y="1632209"/>
                  <a:pt x="1227909" y="1528355"/>
                </a:cubicBezTo>
                <a:cubicBezTo>
                  <a:pt x="1234067" y="1516039"/>
                  <a:pt x="1234140" y="1501121"/>
                  <a:pt x="1240972" y="1489166"/>
                </a:cubicBezTo>
                <a:cubicBezTo>
                  <a:pt x="1251773" y="1470263"/>
                  <a:pt x="1268084" y="1455030"/>
                  <a:pt x="1280160" y="1436915"/>
                </a:cubicBezTo>
                <a:cubicBezTo>
                  <a:pt x="1294244" y="1415789"/>
                  <a:pt x="1304897" y="1392475"/>
                  <a:pt x="1319349" y="1371600"/>
                </a:cubicBezTo>
                <a:cubicBezTo>
                  <a:pt x="1347562" y="1330847"/>
                  <a:pt x="1392922" y="1264570"/>
                  <a:pt x="1436915" y="1227909"/>
                </a:cubicBezTo>
                <a:cubicBezTo>
                  <a:pt x="1448976" y="1217858"/>
                  <a:pt x="1463040" y="1210492"/>
                  <a:pt x="1476103" y="1201783"/>
                </a:cubicBezTo>
                <a:cubicBezTo>
                  <a:pt x="1569472" y="1061733"/>
                  <a:pt x="1424060" y="1274295"/>
                  <a:pt x="1541418" y="1123406"/>
                </a:cubicBezTo>
                <a:cubicBezTo>
                  <a:pt x="1560695" y="1098621"/>
                  <a:pt x="1576252" y="1071155"/>
                  <a:pt x="1593669" y="1045029"/>
                </a:cubicBezTo>
                <a:lnTo>
                  <a:pt x="1619795" y="1005840"/>
                </a:lnTo>
                <a:cubicBezTo>
                  <a:pt x="1628503" y="992777"/>
                  <a:pt x="1634819" y="977753"/>
                  <a:pt x="1645920" y="966652"/>
                </a:cubicBezTo>
                <a:cubicBezTo>
                  <a:pt x="1658983" y="953589"/>
                  <a:pt x="1674371" y="942496"/>
                  <a:pt x="1685109" y="927463"/>
                </a:cubicBezTo>
                <a:cubicBezTo>
                  <a:pt x="1696427" y="911617"/>
                  <a:pt x="1701216" y="891910"/>
                  <a:pt x="1711235" y="875212"/>
                </a:cubicBezTo>
                <a:cubicBezTo>
                  <a:pt x="1727390" y="848288"/>
                  <a:pt x="1763486" y="796835"/>
                  <a:pt x="1763486" y="796835"/>
                </a:cubicBezTo>
                <a:cubicBezTo>
                  <a:pt x="1796320" y="698332"/>
                  <a:pt x="1752029" y="819749"/>
                  <a:pt x="1802675" y="718458"/>
                </a:cubicBezTo>
                <a:cubicBezTo>
                  <a:pt x="1840486" y="642837"/>
                  <a:pt x="1780636" y="714372"/>
                  <a:pt x="1854926" y="640080"/>
                </a:cubicBezTo>
                <a:cubicBezTo>
                  <a:pt x="1859280" y="627017"/>
                  <a:pt x="1859174" y="611470"/>
                  <a:pt x="1867989" y="600892"/>
                </a:cubicBezTo>
                <a:cubicBezTo>
                  <a:pt x="1881927" y="584167"/>
                  <a:pt x="1902524" y="574357"/>
                  <a:pt x="1920240" y="561703"/>
                </a:cubicBezTo>
                <a:cubicBezTo>
                  <a:pt x="1957980" y="534746"/>
                  <a:pt x="1968120" y="535600"/>
                  <a:pt x="1998618" y="496389"/>
                </a:cubicBezTo>
                <a:cubicBezTo>
                  <a:pt x="2017895" y="471604"/>
                  <a:pt x="2033452" y="444138"/>
                  <a:pt x="2050869" y="418012"/>
                </a:cubicBezTo>
                <a:cubicBezTo>
                  <a:pt x="2059578" y="404949"/>
                  <a:pt x="2072030" y="393717"/>
                  <a:pt x="2076995" y="378823"/>
                </a:cubicBezTo>
                <a:cubicBezTo>
                  <a:pt x="2081349" y="365760"/>
                  <a:pt x="2082420" y="351092"/>
                  <a:pt x="2090058" y="339635"/>
                </a:cubicBezTo>
                <a:cubicBezTo>
                  <a:pt x="2100305" y="324264"/>
                  <a:pt x="2116183" y="313509"/>
                  <a:pt x="2129246" y="300446"/>
                </a:cubicBezTo>
                <a:cubicBezTo>
                  <a:pt x="2162081" y="201943"/>
                  <a:pt x="2117788" y="323363"/>
                  <a:pt x="2168435" y="222069"/>
                </a:cubicBezTo>
                <a:cubicBezTo>
                  <a:pt x="2186035" y="186869"/>
                  <a:pt x="2174347" y="172808"/>
                  <a:pt x="2207623" y="143692"/>
                </a:cubicBezTo>
                <a:cubicBezTo>
                  <a:pt x="2231253" y="123015"/>
                  <a:pt x="2286000" y="91440"/>
                  <a:pt x="2286000" y="91440"/>
                </a:cubicBezTo>
                <a:cubicBezTo>
                  <a:pt x="2294709" y="78377"/>
                  <a:pt x="2302075" y="64313"/>
                  <a:pt x="2312126" y="52252"/>
                </a:cubicBezTo>
                <a:lnTo>
                  <a:pt x="2364378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7C4A1D1E-B71B-3EB3-1F7A-19AF7369DE7B}"/>
              </a:ext>
            </a:extLst>
          </p:cNvPr>
          <p:cNvSpPr/>
          <p:nvPr/>
        </p:nvSpPr>
        <p:spPr>
          <a:xfrm>
            <a:off x="5370358" y="1209730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9AFADFF3-472E-E542-CD0F-B57834404DA8}"/>
              </a:ext>
            </a:extLst>
          </p:cNvPr>
          <p:cNvSpPr/>
          <p:nvPr/>
        </p:nvSpPr>
        <p:spPr>
          <a:xfrm>
            <a:off x="3968710" y="12152827"/>
            <a:ext cx="1472183" cy="3379622"/>
          </a:xfrm>
          <a:custGeom>
            <a:avLst/>
            <a:gdLst>
              <a:gd name="connsiteX0" fmla="*/ 742950 w 1643063"/>
              <a:gd name="connsiteY0" fmla="*/ 3771900 h 3771900"/>
              <a:gd name="connsiteX1" fmla="*/ 728663 w 1643063"/>
              <a:gd name="connsiteY1" fmla="*/ 3671887 h 3771900"/>
              <a:gd name="connsiteX2" fmla="*/ 671513 w 1643063"/>
              <a:gd name="connsiteY2" fmla="*/ 3586162 h 3771900"/>
              <a:gd name="connsiteX3" fmla="*/ 600075 w 1643063"/>
              <a:gd name="connsiteY3" fmla="*/ 3500437 h 3771900"/>
              <a:gd name="connsiteX4" fmla="*/ 557213 w 1643063"/>
              <a:gd name="connsiteY4" fmla="*/ 3471862 h 3771900"/>
              <a:gd name="connsiteX5" fmla="*/ 471488 w 1643063"/>
              <a:gd name="connsiteY5" fmla="*/ 3343275 h 3771900"/>
              <a:gd name="connsiteX6" fmla="*/ 442913 w 1643063"/>
              <a:gd name="connsiteY6" fmla="*/ 3300412 h 3771900"/>
              <a:gd name="connsiteX7" fmla="*/ 400050 w 1643063"/>
              <a:gd name="connsiteY7" fmla="*/ 3214687 h 3771900"/>
              <a:gd name="connsiteX8" fmla="*/ 342900 w 1643063"/>
              <a:gd name="connsiteY8" fmla="*/ 3086100 h 3771900"/>
              <a:gd name="connsiteX9" fmla="*/ 314325 w 1643063"/>
              <a:gd name="connsiteY9" fmla="*/ 2986087 h 3771900"/>
              <a:gd name="connsiteX10" fmla="*/ 285750 w 1643063"/>
              <a:gd name="connsiteY10" fmla="*/ 2900362 h 3771900"/>
              <a:gd name="connsiteX11" fmla="*/ 257175 w 1643063"/>
              <a:gd name="connsiteY11" fmla="*/ 2857500 h 3771900"/>
              <a:gd name="connsiteX12" fmla="*/ 200025 w 1643063"/>
              <a:gd name="connsiteY12" fmla="*/ 2686050 h 3771900"/>
              <a:gd name="connsiteX13" fmla="*/ 185738 w 1643063"/>
              <a:gd name="connsiteY13" fmla="*/ 2643187 h 3771900"/>
              <a:gd name="connsiteX14" fmla="*/ 128588 w 1643063"/>
              <a:gd name="connsiteY14" fmla="*/ 2557462 h 3771900"/>
              <a:gd name="connsiteX15" fmla="*/ 85725 w 1643063"/>
              <a:gd name="connsiteY15" fmla="*/ 2428875 h 3771900"/>
              <a:gd name="connsiteX16" fmla="*/ 71438 w 1643063"/>
              <a:gd name="connsiteY16" fmla="*/ 2386012 h 3771900"/>
              <a:gd name="connsiteX17" fmla="*/ 42863 w 1643063"/>
              <a:gd name="connsiteY17" fmla="*/ 2257425 h 3771900"/>
              <a:gd name="connsiteX18" fmla="*/ 14288 w 1643063"/>
              <a:gd name="connsiteY18" fmla="*/ 2171700 h 3771900"/>
              <a:gd name="connsiteX19" fmla="*/ 0 w 1643063"/>
              <a:gd name="connsiteY19" fmla="*/ 2128837 h 3771900"/>
              <a:gd name="connsiteX20" fmla="*/ 14288 w 1643063"/>
              <a:gd name="connsiteY20" fmla="*/ 1985962 h 3771900"/>
              <a:gd name="connsiteX21" fmla="*/ 42863 w 1643063"/>
              <a:gd name="connsiteY21" fmla="*/ 1657350 h 3771900"/>
              <a:gd name="connsiteX22" fmla="*/ 57150 w 1643063"/>
              <a:gd name="connsiteY22" fmla="*/ 1614487 h 3771900"/>
              <a:gd name="connsiteX23" fmla="*/ 114300 w 1643063"/>
              <a:gd name="connsiteY23" fmla="*/ 1528762 h 3771900"/>
              <a:gd name="connsiteX24" fmla="*/ 157163 w 1643063"/>
              <a:gd name="connsiteY24" fmla="*/ 1500187 h 3771900"/>
              <a:gd name="connsiteX25" fmla="*/ 257175 w 1643063"/>
              <a:gd name="connsiteY25" fmla="*/ 1371600 h 3771900"/>
              <a:gd name="connsiteX26" fmla="*/ 285750 w 1643063"/>
              <a:gd name="connsiteY26" fmla="*/ 1328737 h 3771900"/>
              <a:gd name="connsiteX27" fmla="*/ 328613 w 1643063"/>
              <a:gd name="connsiteY27" fmla="*/ 1285875 h 3771900"/>
              <a:gd name="connsiteX28" fmla="*/ 357188 w 1643063"/>
              <a:gd name="connsiteY28" fmla="*/ 1243012 h 3771900"/>
              <a:gd name="connsiteX29" fmla="*/ 400050 w 1643063"/>
              <a:gd name="connsiteY29" fmla="*/ 1200150 h 3771900"/>
              <a:gd name="connsiteX30" fmla="*/ 428625 w 1643063"/>
              <a:gd name="connsiteY30" fmla="*/ 1157287 h 3771900"/>
              <a:gd name="connsiteX31" fmla="*/ 514350 w 1643063"/>
              <a:gd name="connsiteY31" fmla="*/ 1085850 h 3771900"/>
              <a:gd name="connsiteX32" fmla="*/ 571500 w 1643063"/>
              <a:gd name="connsiteY32" fmla="*/ 1000125 h 3771900"/>
              <a:gd name="connsiteX33" fmla="*/ 657225 w 1643063"/>
              <a:gd name="connsiteY33" fmla="*/ 928687 h 3771900"/>
              <a:gd name="connsiteX34" fmla="*/ 785813 w 1643063"/>
              <a:gd name="connsiteY34" fmla="*/ 857250 h 3771900"/>
              <a:gd name="connsiteX35" fmla="*/ 914400 w 1643063"/>
              <a:gd name="connsiteY35" fmla="*/ 757237 h 3771900"/>
              <a:gd name="connsiteX36" fmla="*/ 928688 w 1643063"/>
              <a:gd name="connsiteY36" fmla="*/ 714375 h 3771900"/>
              <a:gd name="connsiteX37" fmla="*/ 1014413 w 1643063"/>
              <a:gd name="connsiteY37" fmla="*/ 657225 h 3771900"/>
              <a:gd name="connsiteX38" fmla="*/ 1100138 w 1643063"/>
              <a:gd name="connsiteY38" fmla="*/ 528637 h 3771900"/>
              <a:gd name="connsiteX39" fmla="*/ 1128713 w 1643063"/>
              <a:gd name="connsiteY39" fmla="*/ 485775 h 3771900"/>
              <a:gd name="connsiteX40" fmla="*/ 1257300 w 1643063"/>
              <a:gd name="connsiteY40" fmla="*/ 414337 h 3771900"/>
              <a:gd name="connsiteX41" fmla="*/ 1343025 w 1643063"/>
              <a:gd name="connsiteY41" fmla="*/ 285750 h 3771900"/>
              <a:gd name="connsiteX42" fmla="*/ 1371600 w 1643063"/>
              <a:gd name="connsiteY42" fmla="*/ 242887 h 3771900"/>
              <a:gd name="connsiteX43" fmla="*/ 1500188 w 1643063"/>
              <a:gd name="connsiteY43" fmla="*/ 185737 h 3771900"/>
              <a:gd name="connsiteX44" fmla="*/ 1528763 w 1643063"/>
              <a:gd name="connsiteY44" fmla="*/ 142875 h 3771900"/>
              <a:gd name="connsiteX45" fmla="*/ 1543050 w 1643063"/>
              <a:gd name="connsiteY45" fmla="*/ 100012 h 3771900"/>
              <a:gd name="connsiteX46" fmla="*/ 1585913 w 1643063"/>
              <a:gd name="connsiteY46" fmla="*/ 71437 h 3771900"/>
              <a:gd name="connsiteX47" fmla="*/ 1600200 w 1643063"/>
              <a:gd name="connsiteY47" fmla="*/ 28575 h 3771900"/>
              <a:gd name="connsiteX48" fmla="*/ 1643063 w 1643063"/>
              <a:gd name="connsiteY48" fmla="*/ 0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643063" h="3771900">
                <a:moveTo>
                  <a:pt x="742950" y="3771900"/>
                </a:moveTo>
                <a:cubicBezTo>
                  <a:pt x="738188" y="3738562"/>
                  <a:pt x="740752" y="3703318"/>
                  <a:pt x="728663" y="3671887"/>
                </a:cubicBezTo>
                <a:cubicBezTo>
                  <a:pt x="716335" y="3639833"/>
                  <a:pt x="690563" y="3614737"/>
                  <a:pt x="671513" y="3586162"/>
                </a:cubicBezTo>
                <a:cubicBezTo>
                  <a:pt x="643416" y="3544017"/>
                  <a:pt x="641328" y="3534815"/>
                  <a:pt x="600075" y="3500437"/>
                </a:cubicBezTo>
                <a:cubicBezTo>
                  <a:pt x="586884" y="3489444"/>
                  <a:pt x="571500" y="3481387"/>
                  <a:pt x="557213" y="3471862"/>
                </a:cubicBezTo>
                <a:lnTo>
                  <a:pt x="471488" y="3343275"/>
                </a:lnTo>
                <a:cubicBezTo>
                  <a:pt x="461963" y="3328987"/>
                  <a:pt x="448343" y="3316702"/>
                  <a:pt x="442913" y="3300412"/>
                </a:cubicBezTo>
                <a:cubicBezTo>
                  <a:pt x="423195" y="3241260"/>
                  <a:pt x="436979" y="3270081"/>
                  <a:pt x="400050" y="3214687"/>
                </a:cubicBezTo>
                <a:cubicBezTo>
                  <a:pt x="366045" y="3112672"/>
                  <a:pt x="388183" y="3154024"/>
                  <a:pt x="342900" y="3086100"/>
                </a:cubicBezTo>
                <a:cubicBezTo>
                  <a:pt x="294873" y="2942012"/>
                  <a:pt x="368161" y="3165539"/>
                  <a:pt x="314325" y="2986087"/>
                </a:cubicBezTo>
                <a:cubicBezTo>
                  <a:pt x="305670" y="2957237"/>
                  <a:pt x="302458" y="2925424"/>
                  <a:pt x="285750" y="2900362"/>
                </a:cubicBezTo>
                <a:lnTo>
                  <a:pt x="257175" y="2857500"/>
                </a:lnTo>
                <a:lnTo>
                  <a:pt x="200025" y="2686050"/>
                </a:lnTo>
                <a:cubicBezTo>
                  <a:pt x="195262" y="2671762"/>
                  <a:pt x="194092" y="2655718"/>
                  <a:pt x="185738" y="2643187"/>
                </a:cubicBezTo>
                <a:cubicBezTo>
                  <a:pt x="166688" y="2614612"/>
                  <a:pt x="139448" y="2590043"/>
                  <a:pt x="128588" y="2557462"/>
                </a:cubicBezTo>
                <a:lnTo>
                  <a:pt x="85725" y="2428875"/>
                </a:lnTo>
                <a:cubicBezTo>
                  <a:pt x="80962" y="2414587"/>
                  <a:pt x="74392" y="2400780"/>
                  <a:pt x="71438" y="2386012"/>
                </a:cubicBezTo>
                <a:cubicBezTo>
                  <a:pt x="63283" y="2345237"/>
                  <a:pt x="54966" y="2297770"/>
                  <a:pt x="42863" y="2257425"/>
                </a:cubicBezTo>
                <a:cubicBezTo>
                  <a:pt x="34208" y="2228575"/>
                  <a:pt x="23813" y="2200275"/>
                  <a:pt x="14288" y="2171700"/>
                </a:cubicBezTo>
                <a:lnTo>
                  <a:pt x="0" y="2128837"/>
                </a:lnTo>
                <a:cubicBezTo>
                  <a:pt x="4763" y="2081212"/>
                  <a:pt x="10995" y="2033711"/>
                  <a:pt x="14288" y="1985962"/>
                </a:cubicBezTo>
                <a:cubicBezTo>
                  <a:pt x="28270" y="1783217"/>
                  <a:pt x="6887" y="1783266"/>
                  <a:pt x="42863" y="1657350"/>
                </a:cubicBezTo>
                <a:cubicBezTo>
                  <a:pt x="47000" y="1642869"/>
                  <a:pt x="49836" y="1627652"/>
                  <a:pt x="57150" y="1614487"/>
                </a:cubicBezTo>
                <a:cubicBezTo>
                  <a:pt x="73828" y="1584466"/>
                  <a:pt x="85725" y="1547812"/>
                  <a:pt x="114300" y="1528762"/>
                </a:cubicBezTo>
                <a:lnTo>
                  <a:pt x="157163" y="1500187"/>
                </a:lnTo>
                <a:cubicBezTo>
                  <a:pt x="301611" y="1283514"/>
                  <a:pt x="145262" y="1505897"/>
                  <a:pt x="257175" y="1371600"/>
                </a:cubicBezTo>
                <a:cubicBezTo>
                  <a:pt x="268168" y="1358408"/>
                  <a:pt x="274757" y="1341929"/>
                  <a:pt x="285750" y="1328737"/>
                </a:cubicBezTo>
                <a:cubicBezTo>
                  <a:pt x="298685" y="1313215"/>
                  <a:pt x="315678" y="1301397"/>
                  <a:pt x="328613" y="1285875"/>
                </a:cubicBezTo>
                <a:cubicBezTo>
                  <a:pt x="339606" y="1272683"/>
                  <a:pt x="346195" y="1256204"/>
                  <a:pt x="357188" y="1243012"/>
                </a:cubicBezTo>
                <a:cubicBezTo>
                  <a:pt x="370123" y="1227490"/>
                  <a:pt x="387115" y="1215672"/>
                  <a:pt x="400050" y="1200150"/>
                </a:cubicBezTo>
                <a:cubicBezTo>
                  <a:pt x="411043" y="1186958"/>
                  <a:pt x="416483" y="1169429"/>
                  <a:pt x="428625" y="1157287"/>
                </a:cubicBezTo>
                <a:cubicBezTo>
                  <a:pt x="511176" y="1074736"/>
                  <a:pt x="432428" y="1191179"/>
                  <a:pt x="514350" y="1085850"/>
                </a:cubicBezTo>
                <a:cubicBezTo>
                  <a:pt x="535434" y="1058741"/>
                  <a:pt x="542925" y="1019175"/>
                  <a:pt x="571500" y="1000125"/>
                </a:cubicBezTo>
                <a:cubicBezTo>
                  <a:pt x="724659" y="898020"/>
                  <a:pt x="492219" y="1057026"/>
                  <a:pt x="657225" y="928687"/>
                </a:cubicBezTo>
                <a:cubicBezTo>
                  <a:pt x="730917" y="871371"/>
                  <a:pt x="721142" y="878806"/>
                  <a:pt x="785813" y="857250"/>
                </a:cubicBezTo>
                <a:cubicBezTo>
                  <a:pt x="888350" y="788892"/>
                  <a:pt x="847254" y="824384"/>
                  <a:pt x="914400" y="757237"/>
                </a:cubicBezTo>
                <a:cubicBezTo>
                  <a:pt x="919163" y="742950"/>
                  <a:pt x="918039" y="725024"/>
                  <a:pt x="928688" y="714375"/>
                </a:cubicBezTo>
                <a:cubicBezTo>
                  <a:pt x="952972" y="690091"/>
                  <a:pt x="1014413" y="657225"/>
                  <a:pt x="1014413" y="657225"/>
                </a:cubicBezTo>
                <a:lnTo>
                  <a:pt x="1100138" y="528637"/>
                </a:lnTo>
                <a:cubicBezTo>
                  <a:pt x="1109663" y="514350"/>
                  <a:pt x="1114426" y="495300"/>
                  <a:pt x="1128713" y="485775"/>
                </a:cubicBezTo>
                <a:cubicBezTo>
                  <a:pt x="1226969" y="420271"/>
                  <a:pt x="1181858" y="439486"/>
                  <a:pt x="1257300" y="414337"/>
                </a:cubicBezTo>
                <a:lnTo>
                  <a:pt x="1343025" y="285750"/>
                </a:lnTo>
                <a:cubicBezTo>
                  <a:pt x="1352550" y="271462"/>
                  <a:pt x="1355310" y="248317"/>
                  <a:pt x="1371600" y="242887"/>
                </a:cubicBezTo>
                <a:cubicBezTo>
                  <a:pt x="1473615" y="208882"/>
                  <a:pt x="1432263" y="231020"/>
                  <a:pt x="1500188" y="185737"/>
                </a:cubicBezTo>
                <a:cubicBezTo>
                  <a:pt x="1509713" y="171450"/>
                  <a:pt x="1521084" y="158234"/>
                  <a:pt x="1528763" y="142875"/>
                </a:cubicBezTo>
                <a:cubicBezTo>
                  <a:pt x="1535498" y="129404"/>
                  <a:pt x="1533642" y="111772"/>
                  <a:pt x="1543050" y="100012"/>
                </a:cubicBezTo>
                <a:cubicBezTo>
                  <a:pt x="1553777" y="86603"/>
                  <a:pt x="1571625" y="80962"/>
                  <a:pt x="1585913" y="71437"/>
                </a:cubicBezTo>
                <a:cubicBezTo>
                  <a:pt x="1590675" y="57150"/>
                  <a:pt x="1590792" y="40335"/>
                  <a:pt x="1600200" y="28575"/>
                </a:cubicBezTo>
                <a:cubicBezTo>
                  <a:pt x="1610927" y="15166"/>
                  <a:pt x="1643063" y="0"/>
                  <a:pt x="164306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25A72815-2503-A498-F160-0311FD70AA12}"/>
              </a:ext>
            </a:extLst>
          </p:cNvPr>
          <p:cNvSpPr/>
          <p:nvPr/>
        </p:nvSpPr>
        <p:spPr>
          <a:xfrm>
            <a:off x="4702666" y="11455758"/>
            <a:ext cx="352388" cy="748826"/>
          </a:xfrm>
          <a:custGeom>
            <a:avLst/>
            <a:gdLst>
              <a:gd name="connsiteX0" fmla="*/ 0 w 393290"/>
              <a:gd name="connsiteY0" fmla="*/ 835742 h 835742"/>
              <a:gd name="connsiteX1" fmla="*/ 39329 w 393290"/>
              <a:gd name="connsiteY1" fmla="*/ 766916 h 835742"/>
              <a:gd name="connsiteX2" fmla="*/ 58994 w 393290"/>
              <a:gd name="connsiteY2" fmla="*/ 737419 h 835742"/>
              <a:gd name="connsiteX3" fmla="*/ 78658 w 393290"/>
              <a:gd name="connsiteY3" fmla="*/ 678425 h 835742"/>
              <a:gd name="connsiteX4" fmla="*/ 137652 w 393290"/>
              <a:gd name="connsiteY4" fmla="*/ 589935 h 835742"/>
              <a:gd name="connsiteX5" fmla="*/ 157316 w 393290"/>
              <a:gd name="connsiteY5" fmla="*/ 560438 h 835742"/>
              <a:gd name="connsiteX6" fmla="*/ 167148 w 393290"/>
              <a:gd name="connsiteY6" fmla="*/ 530942 h 835742"/>
              <a:gd name="connsiteX7" fmla="*/ 206477 w 393290"/>
              <a:gd name="connsiteY7" fmla="*/ 471948 h 835742"/>
              <a:gd name="connsiteX8" fmla="*/ 216310 w 393290"/>
              <a:gd name="connsiteY8" fmla="*/ 442451 h 835742"/>
              <a:gd name="connsiteX9" fmla="*/ 255639 w 393290"/>
              <a:gd name="connsiteY9" fmla="*/ 383458 h 835742"/>
              <a:gd name="connsiteX10" fmla="*/ 294968 w 393290"/>
              <a:gd name="connsiteY10" fmla="*/ 294967 h 835742"/>
              <a:gd name="connsiteX11" fmla="*/ 363794 w 393290"/>
              <a:gd name="connsiteY11" fmla="*/ 88490 h 835742"/>
              <a:gd name="connsiteX12" fmla="*/ 383458 w 393290"/>
              <a:gd name="connsiteY12" fmla="*/ 29496 h 835742"/>
              <a:gd name="connsiteX13" fmla="*/ 393290 w 393290"/>
              <a:gd name="connsiteY13" fmla="*/ 0 h 835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3290" h="835742">
                <a:moveTo>
                  <a:pt x="0" y="835742"/>
                </a:moveTo>
                <a:cubicBezTo>
                  <a:pt x="13110" y="812800"/>
                  <a:pt x="25734" y="789574"/>
                  <a:pt x="39329" y="766916"/>
                </a:cubicBezTo>
                <a:cubicBezTo>
                  <a:pt x="45409" y="756783"/>
                  <a:pt x="54195" y="748218"/>
                  <a:pt x="58994" y="737419"/>
                </a:cubicBezTo>
                <a:cubicBezTo>
                  <a:pt x="67413" y="718477"/>
                  <a:pt x="67160" y="695672"/>
                  <a:pt x="78658" y="678425"/>
                </a:cubicBezTo>
                <a:lnTo>
                  <a:pt x="137652" y="589935"/>
                </a:lnTo>
                <a:cubicBezTo>
                  <a:pt x="144207" y="580103"/>
                  <a:pt x="153579" y="571648"/>
                  <a:pt x="157316" y="560438"/>
                </a:cubicBezTo>
                <a:cubicBezTo>
                  <a:pt x="160593" y="550606"/>
                  <a:pt x="162115" y="540002"/>
                  <a:pt x="167148" y="530942"/>
                </a:cubicBezTo>
                <a:cubicBezTo>
                  <a:pt x="178626" y="510282"/>
                  <a:pt x="199003" y="494369"/>
                  <a:pt x="206477" y="471948"/>
                </a:cubicBezTo>
                <a:cubicBezTo>
                  <a:pt x="209755" y="462116"/>
                  <a:pt x="211277" y="451511"/>
                  <a:pt x="216310" y="442451"/>
                </a:cubicBezTo>
                <a:cubicBezTo>
                  <a:pt x="227788" y="421792"/>
                  <a:pt x="255639" y="383458"/>
                  <a:pt x="255639" y="383458"/>
                </a:cubicBezTo>
                <a:cubicBezTo>
                  <a:pt x="279040" y="313253"/>
                  <a:pt x="263805" y="341711"/>
                  <a:pt x="294968" y="294967"/>
                </a:cubicBezTo>
                <a:lnTo>
                  <a:pt x="363794" y="88490"/>
                </a:lnTo>
                <a:lnTo>
                  <a:pt x="383458" y="29496"/>
                </a:lnTo>
                <a:lnTo>
                  <a:pt x="39329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67069B7C-67BC-0465-2D28-BA7166C2B1AF}"/>
              </a:ext>
            </a:extLst>
          </p:cNvPr>
          <p:cNvSpPr/>
          <p:nvPr/>
        </p:nvSpPr>
        <p:spPr>
          <a:xfrm>
            <a:off x="5081478" y="11499807"/>
            <a:ext cx="343578" cy="660727"/>
          </a:xfrm>
          <a:custGeom>
            <a:avLst/>
            <a:gdLst>
              <a:gd name="connsiteX0" fmla="*/ 0 w 383458"/>
              <a:gd name="connsiteY0" fmla="*/ 0 h 737419"/>
              <a:gd name="connsiteX1" fmla="*/ 68826 w 383458"/>
              <a:gd name="connsiteY1" fmla="*/ 98322 h 737419"/>
              <a:gd name="connsiteX2" fmla="*/ 88490 w 383458"/>
              <a:gd name="connsiteY2" fmla="*/ 127819 h 737419"/>
              <a:gd name="connsiteX3" fmla="*/ 98323 w 383458"/>
              <a:gd name="connsiteY3" fmla="*/ 157316 h 737419"/>
              <a:gd name="connsiteX4" fmla="*/ 137652 w 383458"/>
              <a:gd name="connsiteY4" fmla="*/ 255639 h 737419"/>
              <a:gd name="connsiteX5" fmla="*/ 167148 w 383458"/>
              <a:gd name="connsiteY5" fmla="*/ 353961 h 737419"/>
              <a:gd name="connsiteX6" fmla="*/ 176981 w 383458"/>
              <a:gd name="connsiteY6" fmla="*/ 383458 h 737419"/>
              <a:gd name="connsiteX7" fmla="*/ 186813 w 383458"/>
              <a:gd name="connsiteY7" fmla="*/ 412955 h 737419"/>
              <a:gd name="connsiteX8" fmla="*/ 235974 w 383458"/>
              <a:gd name="connsiteY8" fmla="*/ 471948 h 737419"/>
              <a:gd name="connsiteX9" fmla="*/ 265471 w 383458"/>
              <a:gd name="connsiteY9" fmla="*/ 501445 h 737419"/>
              <a:gd name="connsiteX10" fmla="*/ 304800 w 383458"/>
              <a:gd name="connsiteY10" fmla="*/ 560439 h 737419"/>
              <a:gd name="connsiteX11" fmla="*/ 324465 w 383458"/>
              <a:gd name="connsiteY11" fmla="*/ 589935 h 737419"/>
              <a:gd name="connsiteX12" fmla="*/ 344129 w 383458"/>
              <a:gd name="connsiteY12" fmla="*/ 619432 h 737419"/>
              <a:gd name="connsiteX13" fmla="*/ 363794 w 383458"/>
              <a:gd name="connsiteY13" fmla="*/ 678426 h 737419"/>
              <a:gd name="connsiteX14" fmla="*/ 373626 w 383458"/>
              <a:gd name="connsiteY14" fmla="*/ 707922 h 737419"/>
              <a:gd name="connsiteX15" fmla="*/ 383458 w 383458"/>
              <a:gd name="connsiteY15" fmla="*/ 737419 h 737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83458" h="737419">
                <a:moveTo>
                  <a:pt x="0" y="0"/>
                </a:moveTo>
                <a:lnTo>
                  <a:pt x="68826" y="98322"/>
                </a:lnTo>
                <a:cubicBezTo>
                  <a:pt x="75552" y="108038"/>
                  <a:pt x="84753" y="116609"/>
                  <a:pt x="88490" y="127819"/>
                </a:cubicBezTo>
                <a:cubicBezTo>
                  <a:pt x="91768" y="137651"/>
                  <a:pt x="94240" y="147790"/>
                  <a:pt x="98323" y="157316"/>
                </a:cubicBezTo>
                <a:cubicBezTo>
                  <a:pt x="122732" y="214270"/>
                  <a:pt x="119751" y="184035"/>
                  <a:pt x="137652" y="255639"/>
                </a:cubicBezTo>
                <a:cubicBezTo>
                  <a:pt x="152510" y="315072"/>
                  <a:pt x="143213" y="282156"/>
                  <a:pt x="167148" y="353961"/>
                </a:cubicBezTo>
                <a:lnTo>
                  <a:pt x="176981" y="383458"/>
                </a:lnTo>
                <a:cubicBezTo>
                  <a:pt x="180258" y="393290"/>
                  <a:pt x="179484" y="405627"/>
                  <a:pt x="186813" y="412955"/>
                </a:cubicBezTo>
                <a:cubicBezTo>
                  <a:pt x="272980" y="499119"/>
                  <a:pt x="167538" y="389823"/>
                  <a:pt x="235974" y="471948"/>
                </a:cubicBezTo>
                <a:cubicBezTo>
                  <a:pt x="244876" y="482630"/>
                  <a:pt x="256934" y="490469"/>
                  <a:pt x="265471" y="501445"/>
                </a:cubicBezTo>
                <a:cubicBezTo>
                  <a:pt x="279981" y="520101"/>
                  <a:pt x="291690" y="540774"/>
                  <a:pt x="304800" y="560439"/>
                </a:cubicBezTo>
                <a:lnTo>
                  <a:pt x="324465" y="589935"/>
                </a:lnTo>
                <a:cubicBezTo>
                  <a:pt x="331020" y="599767"/>
                  <a:pt x="340392" y="608222"/>
                  <a:pt x="344129" y="619432"/>
                </a:cubicBezTo>
                <a:lnTo>
                  <a:pt x="363794" y="678426"/>
                </a:lnTo>
                <a:lnTo>
                  <a:pt x="373626" y="707922"/>
                </a:lnTo>
                <a:lnTo>
                  <a:pt x="383458" y="737419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03D62D7A-11A8-AA89-AC51-AAC4672F1406}"/>
                  </a:ext>
                </a:extLst>
              </p:cNvPr>
              <p:cNvSpPr txBox="1"/>
              <p:nvPr/>
            </p:nvSpPr>
            <p:spPr>
              <a:xfrm>
                <a:off x="1788949" y="1064313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03D62D7A-11A8-AA89-AC51-AAC4672F1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949" y="10643133"/>
                <a:ext cx="896111" cy="588751"/>
              </a:xfrm>
              <a:prstGeom prst="rect">
                <a:avLst/>
              </a:prstGeom>
              <a:blipFill>
                <a:blip r:embed="rId104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Oval 176">
            <a:extLst>
              <a:ext uri="{FF2B5EF4-FFF2-40B4-BE49-F238E27FC236}">
                <a16:creationId xmlns:a16="http://schemas.microsoft.com/office/drawing/2014/main" id="{E2F41389-5A9E-9ED7-4099-71FBF21403C5}"/>
              </a:ext>
            </a:extLst>
          </p:cNvPr>
          <p:cNvSpPr/>
          <p:nvPr/>
        </p:nvSpPr>
        <p:spPr>
          <a:xfrm>
            <a:off x="13022979" y="1221858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C5A913F-0A34-CA6A-D444-35915BA58D49}"/>
              </a:ext>
            </a:extLst>
          </p:cNvPr>
          <p:cNvCxnSpPr>
            <a:cxnSpLocks/>
          </p:cNvCxnSpPr>
          <p:nvPr/>
        </p:nvCxnSpPr>
        <p:spPr>
          <a:xfrm>
            <a:off x="13090728" y="12286044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3EF5C098-6335-E24A-5D43-EBC659BB370D}"/>
              </a:ext>
            </a:extLst>
          </p:cNvPr>
          <p:cNvCxnSpPr>
            <a:cxnSpLocks/>
          </p:cNvCxnSpPr>
          <p:nvPr/>
        </p:nvCxnSpPr>
        <p:spPr>
          <a:xfrm>
            <a:off x="12001683" y="12178211"/>
            <a:ext cx="0" cy="462541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6B30FCE5-87AA-2197-51D7-7F487EB93DD4}"/>
                  </a:ext>
                </a:extLst>
              </p:cNvPr>
              <p:cNvSpPr txBox="1"/>
              <p:nvPr/>
            </p:nvSpPr>
            <p:spPr>
              <a:xfrm>
                <a:off x="11591611" y="1223450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6B30FCE5-87AA-2197-51D7-7F487EB93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1611" y="12234503"/>
                <a:ext cx="568909" cy="478464"/>
              </a:xfrm>
              <a:prstGeom prst="rect">
                <a:avLst/>
              </a:prstGeom>
              <a:blipFill>
                <a:blip r:embed="rId10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CD31E4E-DE88-C1E6-1BC1-294BDA778BE7}"/>
                  </a:ext>
                </a:extLst>
              </p:cNvPr>
              <p:cNvSpPr txBox="1"/>
              <p:nvPr/>
            </p:nvSpPr>
            <p:spPr>
              <a:xfrm>
                <a:off x="12800592" y="11994593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CD31E4E-DE88-C1E6-1BC1-294BDA778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0592" y="11994593"/>
                <a:ext cx="896111" cy="478464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8D2D062-F4EA-370E-43C2-94B965724244}"/>
                  </a:ext>
                </a:extLst>
              </p:cNvPr>
              <p:cNvSpPr txBox="1"/>
              <p:nvPr/>
            </p:nvSpPr>
            <p:spPr>
              <a:xfrm>
                <a:off x="11530930" y="1140327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8D2D062-F4EA-370E-43C2-94B965724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0930" y="11403272"/>
                <a:ext cx="896111" cy="478464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BE7FAAE-FDF2-08D2-DEBC-963F6062BC8C}"/>
                  </a:ext>
                </a:extLst>
              </p:cNvPr>
              <p:cNvSpPr txBox="1"/>
              <p:nvPr/>
            </p:nvSpPr>
            <p:spPr>
              <a:xfrm>
                <a:off x="9470164" y="15853088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BE7FAAE-FDF2-08D2-DEBC-963F6062B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0164" y="15853088"/>
                <a:ext cx="5728691" cy="533544"/>
              </a:xfrm>
              <a:prstGeom prst="rect">
                <a:avLst/>
              </a:prstGeom>
              <a:blipFill>
                <a:blip r:embed="rId108"/>
                <a:stretch>
                  <a:fillRect b="-20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077D2D7-2803-8DFA-7AA3-EFB2C19C4000}"/>
                  </a:ext>
                </a:extLst>
              </p:cNvPr>
              <p:cNvSpPr txBox="1"/>
              <p:nvPr/>
            </p:nvSpPr>
            <p:spPr>
              <a:xfrm>
                <a:off x="10557288" y="16478722"/>
                <a:ext cx="4172975" cy="71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077D2D7-2803-8DFA-7AA3-EFB2C19C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7288" y="16478722"/>
                <a:ext cx="4172975" cy="717376"/>
              </a:xfrm>
              <a:prstGeom prst="rect">
                <a:avLst/>
              </a:prstGeom>
              <a:blipFill>
                <a:blip r:embed="rId109"/>
                <a:stretch>
                  <a:fillRect l="-912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3" name="Oval 192">
            <a:extLst>
              <a:ext uri="{FF2B5EF4-FFF2-40B4-BE49-F238E27FC236}">
                <a16:creationId xmlns:a16="http://schemas.microsoft.com/office/drawing/2014/main" id="{8135B68D-AFAF-5C2A-DA7A-EF0F13C56508}"/>
              </a:ext>
            </a:extLst>
          </p:cNvPr>
          <p:cNvSpPr/>
          <p:nvPr/>
        </p:nvSpPr>
        <p:spPr>
          <a:xfrm>
            <a:off x="11914447" y="12094081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C4130F81-7727-8A0F-2C31-3F25C17DE6C3}"/>
              </a:ext>
            </a:extLst>
          </p:cNvPr>
          <p:cNvSpPr/>
          <p:nvPr/>
        </p:nvSpPr>
        <p:spPr>
          <a:xfrm>
            <a:off x="12888257" y="12287519"/>
            <a:ext cx="792922" cy="3195281"/>
          </a:xfrm>
          <a:custGeom>
            <a:avLst/>
            <a:gdLst>
              <a:gd name="connsiteX0" fmla="*/ 488716 w 884956"/>
              <a:gd name="connsiteY0" fmla="*/ 3566160 h 3566160"/>
              <a:gd name="connsiteX1" fmla="*/ 519196 w 884956"/>
              <a:gd name="connsiteY1" fmla="*/ 3495040 h 3566160"/>
              <a:gd name="connsiteX2" fmla="*/ 559836 w 884956"/>
              <a:gd name="connsiteY2" fmla="*/ 3434080 h 3566160"/>
              <a:gd name="connsiteX3" fmla="*/ 590316 w 884956"/>
              <a:gd name="connsiteY3" fmla="*/ 3373120 h 3566160"/>
              <a:gd name="connsiteX4" fmla="*/ 600476 w 884956"/>
              <a:gd name="connsiteY4" fmla="*/ 3342640 h 3566160"/>
              <a:gd name="connsiteX5" fmla="*/ 641116 w 884956"/>
              <a:gd name="connsiteY5" fmla="*/ 3271520 h 3566160"/>
              <a:gd name="connsiteX6" fmla="*/ 651276 w 884956"/>
              <a:gd name="connsiteY6" fmla="*/ 3241040 h 3566160"/>
              <a:gd name="connsiteX7" fmla="*/ 722396 w 884956"/>
              <a:gd name="connsiteY7" fmla="*/ 3159760 h 3566160"/>
              <a:gd name="connsiteX8" fmla="*/ 763036 w 884956"/>
              <a:gd name="connsiteY8" fmla="*/ 3098800 h 3566160"/>
              <a:gd name="connsiteX9" fmla="*/ 783356 w 884956"/>
              <a:gd name="connsiteY9" fmla="*/ 3068320 h 3566160"/>
              <a:gd name="connsiteX10" fmla="*/ 813836 w 884956"/>
              <a:gd name="connsiteY10" fmla="*/ 3007360 h 3566160"/>
              <a:gd name="connsiteX11" fmla="*/ 823996 w 884956"/>
              <a:gd name="connsiteY11" fmla="*/ 2966720 h 3566160"/>
              <a:gd name="connsiteX12" fmla="*/ 844316 w 884956"/>
              <a:gd name="connsiteY12" fmla="*/ 2895600 h 3566160"/>
              <a:gd name="connsiteX13" fmla="*/ 864636 w 884956"/>
              <a:gd name="connsiteY13" fmla="*/ 2753360 h 3566160"/>
              <a:gd name="connsiteX14" fmla="*/ 864636 w 884956"/>
              <a:gd name="connsiteY14" fmla="*/ 2448560 h 3566160"/>
              <a:gd name="connsiteX15" fmla="*/ 874796 w 884956"/>
              <a:gd name="connsiteY15" fmla="*/ 2418080 h 3566160"/>
              <a:gd name="connsiteX16" fmla="*/ 884956 w 884956"/>
              <a:gd name="connsiteY16" fmla="*/ 2377440 h 3566160"/>
              <a:gd name="connsiteX17" fmla="*/ 874796 w 884956"/>
              <a:gd name="connsiteY17" fmla="*/ 2042160 h 3566160"/>
              <a:gd name="connsiteX18" fmla="*/ 823996 w 884956"/>
              <a:gd name="connsiteY18" fmla="*/ 1960880 h 3566160"/>
              <a:gd name="connsiteX19" fmla="*/ 773196 w 884956"/>
              <a:gd name="connsiteY19" fmla="*/ 1869440 h 3566160"/>
              <a:gd name="connsiteX20" fmla="*/ 752876 w 884956"/>
              <a:gd name="connsiteY20" fmla="*/ 1838960 h 3566160"/>
              <a:gd name="connsiteX21" fmla="*/ 397276 w 884956"/>
              <a:gd name="connsiteY21" fmla="*/ 1178560 h 3566160"/>
              <a:gd name="connsiteX22" fmla="*/ 376956 w 884956"/>
              <a:gd name="connsiteY22" fmla="*/ 1127760 h 3566160"/>
              <a:gd name="connsiteX23" fmla="*/ 194076 w 884956"/>
              <a:gd name="connsiteY23" fmla="*/ 782320 h 3566160"/>
              <a:gd name="connsiteX24" fmla="*/ 102636 w 884956"/>
              <a:gd name="connsiteY24" fmla="*/ 558800 h 3566160"/>
              <a:gd name="connsiteX25" fmla="*/ 21356 w 884956"/>
              <a:gd name="connsiteY25" fmla="*/ 416560 h 3566160"/>
              <a:gd name="connsiteX26" fmla="*/ 1036 w 884956"/>
              <a:gd name="connsiteY26" fmla="*/ 325120 h 3566160"/>
              <a:gd name="connsiteX27" fmla="*/ 102636 w 884956"/>
              <a:gd name="connsiteY27" fmla="*/ 121920 h 3566160"/>
              <a:gd name="connsiteX28" fmla="*/ 173756 w 884956"/>
              <a:gd name="connsiteY28" fmla="*/ 40640 h 3566160"/>
              <a:gd name="connsiteX29" fmla="*/ 194076 w 884956"/>
              <a:gd name="connsiteY29" fmla="*/ 0 h 356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884956" h="3566160">
                <a:moveTo>
                  <a:pt x="488716" y="3566160"/>
                </a:moveTo>
                <a:cubicBezTo>
                  <a:pt x="498876" y="3542453"/>
                  <a:pt x="506968" y="3517749"/>
                  <a:pt x="519196" y="3495040"/>
                </a:cubicBezTo>
                <a:cubicBezTo>
                  <a:pt x="530774" y="3473537"/>
                  <a:pt x="552113" y="3457248"/>
                  <a:pt x="559836" y="3434080"/>
                </a:cubicBezTo>
                <a:cubicBezTo>
                  <a:pt x="585373" y="3357468"/>
                  <a:pt x="550925" y="3451902"/>
                  <a:pt x="590316" y="3373120"/>
                </a:cubicBezTo>
                <a:cubicBezTo>
                  <a:pt x="595105" y="3363541"/>
                  <a:pt x="596257" y="3352484"/>
                  <a:pt x="600476" y="3342640"/>
                </a:cubicBezTo>
                <a:cubicBezTo>
                  <a:pt x="653913" y="3217955"/>
                  <a:pt x="590098" y="3373556"/>
                  <a:pt x="641116" y="3271520"/>
                </a:cubicBezTo>
                <a:cubicBezTo>
                  <a:pt x="645905" y="3261941"/>
                  <a:pt x="646075" y="3250402"/>
                  <a:pt x="651276" y="3241040"/>
                </a:cubicBezTo>
                <a:cubicBezTo>
                  <a:pt x="686139" y="3178287"/>
                  <a:pt x="677871" y="3189443"/>
                  <a:pt x="722396" y="3159760"/>
                </a:cubicBezTo>
                <a:lnTo>
                  <a:pt x="763036" y="3098800"/>
                </a:lnTo>
                <a:cubicBezTo>
                  <a:pt x="769809" y="3088640"/>
                  <a:pt x="779495" y="3079904"/>
                  <a:pt x="783356" y="3068320"/>
                </a:cubicBezTo>
                <a:cubicBezTo>
                  <a:pt x="797377" y="3026256"/>
                  <a:pt x="787575" y="3046751"/>
                  <a:pt x="813836" y="3007360"/>
                </a:cubicBezTo>
                <a:cubicBezTo>
                  <a:pt x="817223" y="2993813"/>
                  <a:pt x="820160" y="2980146"/>
                  <a:pt x="823996" y="2966720"/>
                </a:cubicBezTo>
                <a:cubicBezTo>
                  <a:pt x="833659" y="2932899"/>
                  <a:pt x="837964" y="2933714"/>
                  <a:pt x="844316" y="2895600"/>
                </a:cubicBezTo>
                <a:cubicBezTo>
                  <a:pt x="852190" y="2848357"/>
                  <a:pt x="864636" y="2753360"/>
                  <a:pt x="864636" y="2753360"/>
                </a:cubicBezTo>
                <a:cubicBezTo>
                  <a:pt x="856748" y="2603496"/>
                  <a:pt x="846182" y="2577740"/>
                  <a:pt x="864636" y="2448560"/>
                </a:cubicBezTo>
                <a:cubicBezTo>
                  <a:pt x="866151" y="2437958"/>
                  <a:pt x="871854" y="2428378"/>
                  <a:pt x="874796" y="2418080"/>
                </a:cubicBezTo>
                <a:cubicBezTo>
                  <a:pt x="878632" y="2404654"/>
                  <a:pt x="881569" y="2390987"/>
                  <a:pt x="884956" y="2377440"/>
                </a:cubicBezTo>
                <a:cubicBezTo>
                  <a:pt x="881569" y="2265680"/>
                  <a:pt x="890986" y="2152793"/>
                  <a:pt x="874796" y="2042160"/>
                </a:cubicBezTo>
                <a:cubicBezTo>
                  <a:pt x="870170" y="2010547"/>
                  <a:pt x="840195" y="1988419"/>
                  <a:pt x="823996" y="1960880"/>
                </a:cubicBezTo>
                <a:cubicBezTo>
                  <a:pt x="806317" y="1930826"/>
                  <a:pt x="790765" y="1899558"/>
                  <a:pt x="773196" y="1869440"/>
                </a:cubicBezTo>
                <a:cubicBezTo>
                  <a:pt x="767043" y="1858893"/>
                  <a:pt x="758337" y="1849882"/>
                  <a:pt x="752876" y="1838960"/>
                </a:cubicBezTo>
                <a:cubicBezTo>
                  <a:pt x="425821" y="1184850"/>
                  <a:pt x="862809" y="2012640"/>
                  <a:pt x="397276" y="1178560"/>
                </a:cubicBezTo>
                <a:cubicBezTo>
                  <a:pt x="388388" y="1162635"/>
                  <a:pt x="385278" y="1143988"/>
                  <a:pt x="376956" y="1127760"/>
                </a:cubicBezTo>
                <a:cubicBezTo>
                  <a:pt x="317504" y="1011828"/>
                  <a:pt x="250660" y="899679"/>
                  <a:pt x="194076" y="782320"/>
                </a:cubicBezTo>
                <a:cubicBezTo>
                  <a:pt x="159115" y="709808"/>
                  <a:pt x="134002" y="632938"/>
                  <a:pt x="102636" y="558800"/>
                </a:cubicBezTo>
                <a:cubicBezTo>
                  <a:pt x="84470" y="515863"/>
                  <a:pt x="38432" y="445020"/>
                  <a:pt x="21356" y="416560"/>
                </a:cubicBezTo>
                <a:cubicBezTo>
                  <a:pt x="14583" y="386080"/>
                  <a:pt x="-4649" y="355822"/>
                  <a:pt x="1036" y="325120"/>
                </a:cubicBezTo>
                <a:cubicBezTo>
                  <a:pt x="31437" y="160956"/>
                  <a:pt x="26162" y="172903"/>
                  <a:pt x="102636" y="121920"/>
                </a:cubicBezTo>
                <a:cubicBezTo>
                  <a:pt x="150049" y="50800"/>
                  <a:pt x="122956" y="74507"/>
                  <a:pt x="173756" y="40640"/>
                </a:cubicBezTo>
                <a:cubicBezTo>
                  <a:pt x="185431" y="5616"/>
                  <a:pt x="176343" y="17733"/>
                  <a:pt x="19407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5844E560-84AF-E91E-1230-F71AB95CAABA}"/>
              </a:ext>
            </a:extLst>
          </p:cNvPr>
          <p:cNvSpPr/>
          <p:nvPr/>
        </p:nvSpPr>
        <p:spPr>
          <a:xfrm>
            <a:off x="13134445" y="12314831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8D91B000-3BA8-46AC-28D0-964C709A88A0}"/>
              </a:ext>
            </a:extLst>
          </p:cNvPr>
          <p:cNvSpPr/>
          <p:nvPr/>
        </p:nvSpPr>
        <p:spPr>
          <a:xfrm>
            <a:off x="9927920" y="12202916"/>
            <a:ext cx="2033796" cy="3286848"/>
          </a:xfrm>
          <a:custGeom>
            <a:avLst/>
            <a:gdLst>
              <a:gd name="connsiteX0" fmla="*/ 0 w 2269863"/>
              <a:gd name="connsiteY0" fmla="*/ 3668357 h 3668357"/>
              <a:gd name="connsiteX1" fmla="*/ 645459 w 2269863"/>
              <a:gd name="connsiteY1" fmla="*/ 2377440 h 3668357"/>
              <a:gd name="connsiteX2" fmla="*/ 806823 w 2269863"/>
              <a:gd name="connsiteY2" fmla="*/ 1914861 h 3668357"/>
              <a:gd name="connsiteX3" fmla="*/ 892884 w 2269863"/>
              <a:gd name="connsiteY3" fmla="*/ 1775012 h 3668357"/>
              <a:gd name="connsiteX4" fmla="*/ 1054249 w 2269863"/>
              <a:gd name="connsiteY4" fmla="*/ 1645920 h 3668357"/>
              <a:gd name="connsiteX5" fmla="*/ 1323190 w 2269863"/>
              <a:gd name="connsiteY5" fmla="*/ 1301675 h 3668357"/>
              <a:gd name="connsiteX6" fmla="*/ 1355463 w 2269863"/>
              <a:gd name="connsiteY6" fmla="*/ 1280160 h 3668357"/>
              <a:gd name="connsiteX7" fmla="*/ 1409252 w 2269863"/>
              <a:gd name="connsiteY7" fmla="*/ 1226372 h 3668357"/>
              <a:gd name="connsiteX8" fmla="*/ 1473797 w 2269863"/>
              <a:gd name="connsiteY8" fmla="*/ 1161826 h 3668357"/>
              <a:gd name="connsiteX9" fmla="*/ 1549101 w 2269863"/>
              <a:gd name="connsiteY9" fmla="*/ 1086522 h 3668357"/>
              <a:gd name="connsiteX10" fmla="*/ 1645920 w 2269863"/>
              <a:gd name="connsiteY10" fmla="*/ 935915 h 3668357"/>
              <a:gd name="connsiteX11" fmla="*/ 1678193 w 2269863"/>
              <a:gd name="connsiteY11" fmla="*/ 871369 h 3668357"/>
              <a:gd name="connsiteX12" fmla="*/ 1710466 w 2269863"/>
              <a:gd name="connsiteY12" fmla="*/ 796066 h 3668357"/>
              <a:gd name="connsiteX13" fmla="*/ 1731981 w 2269863"/>
              <a:gd name="connsiteY13" fmla="*/ 731520 h 3668357"/>
              <a:gd name="connsiteX14" fmla="*/ 1742739 w 2269863"/>
              <a:gd name="connsiteY14" fmla="*/ 699247 h 3668357"/>
              <a:gd name="connsiteX15" fmla="*/ 1796527 w 2269863"/>
              <a:gd name="connsiteY15" fmla="*/ 634701 h 3668357"/>
              <a:gd name="connsiteX16" fmla="*/ 1807284 w 2269863"/>
              <a:gd name="connsiteY16" fmla="*/ 602428 h 3668357"/>
              <a:gd name="connsiteX17" fmla="*/ 1828800 w 2269863"/>
              <a:gd name="connsiteY17" fmla="*/ 580913 h 3668357"/>
              <a:gd name="connsiteX18" fmla="*/ 1850315 w 2269863"/>
              <a:gd name="connsiteY18" fmla="*/ 516367 h 3668357"/>
              <a:gd name="connsiteX19" fmla="*/ 1904103 w 2269863"/>
              <a:gd name="connsiteY19" fmla="*/ 419548 h 3668357"/>
              <a:gd name="connsiteX20" fmla="*/ 1947134 w 2269863"/>
              <a:gd name="connsiteY20" fmla="*/ 376517 h 3668357"/>
              <a:gd name="connsiteX21" fmla="*/ 1979407 w 2269863"/>
              <a:gd name="connsiteY21" fmla="*/ 344244 h 3668357"/>
              <a:gd name="connsiteX22" fmla="*/ 2022437 w 2269863"/>
              <a:gd name="connsiteY22" fmla="*/ 279699 h 3668357"/>
              <a:gd name="connsiteX23" fmla="*/ 2043953 w 2269863"/>
              <a:gd name="connsiteY23" fmla="*/ 247426 h 3668357"/>
              <a:gd name="connsiteX24" fmla="*/ 2086983 w 2269863"/>
              <a:gd name="connsiteY24" fmla="*/ 193637 h 3668357"/>
              <a:gd name="connsiteX25" fmla="*/ 2108499 w 2269863"/>
              <a:gd name="connsiteY25" fmla="*/ 172122 h 3668357"/>
              <a:gd name="connsiteX26" fmla="*/ 2151529 w 2269863"/>
              <a:gd name="connsiteY26" fmla="*/ 107576 h 3668357"/>
              <a:gd name="connsiteX27" fmla="*/ 2173044 w 2269863"/>
              <a:gd name="connsiteY27" fmla="*/ 75303 h 3668357"/>
              <a:gd name="connsiteX28" fmla="*/ 2226833 w 2269863"/>
              <a:gd name="connsiteY28" fmla="*/ 32273 h 3668357"/>
              <a:gd name="connsiteX29" fmla="*/ 2269863 w 2269863"/>
              <a:gd name="connsiteY29" fmla="*/ 0 h 3668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269863" h="3668357">
                <a:moveTo>
                  <a:pt x="0" y="3668357"/>
                </a:moveTo>
                <a:cubicBezTo>
                  <a:pt x="208213" y="3274563"/>
                  <a:pt x="483323" y="2818450"/>
                  <a:pt x="645459" y="2377440"/>
                </a:cubicBezTo>
                <a:cubicBezTo>
                  <a:pt x="726631" y="2156652"/>
                  <a:pt x="716363" y="2073166"/>
                  <a:pt x="806823" y="1914861"/>
                </a:cubicBezTo>
                <a:cubicBezTo>
                  <a:pt x="833980" y="1867337"/>
                  <a:pt x="855825" y="1815294"/>
                  <a:pt x="892884" y="1775012"/>
                </a:cubicBezTo>
                <a:cubicBezTo>
                  <a:pt x="939521" y="1724319"/>
                  <a:pt x="1007914" y="1696889"/>
                  <a:pt x="1054249" y="1645920"/>
                </a:cubicBezTo>
                <a:cubicBezTo>
                  <a:pt x="1152200" y="1538173"/>
                  <a:pt x="1230621" y="1414080"/>
                  <a:pt x="1323190" y="1301675"/>
                </a:cubicBezTo>
                <a:cubicBezTo>
                  <a:pt x="1331409" y="1291695"/>
                  <a:pt x="1345733" y="1288674"/>
                  <a:pt x="1355463" y="1280160"/>
                </a:cubicBezTo>
                <a:cubicBezTo>
                  <a:pt x="1374546" y="1263463"/>
                  <a:pt x="1391322" y="1244302"/>
                  <a:pt x="1409252" y="1226372"/>
                </a:cubicBezTo>
                <a:lnTo>
                  <a:pt x="1473797" y="1161826"/>
                </a:lnTo>
                <a:cubicBezTo>
                  <a:pt x="1498898" y="1136725"/>
                  <a:pt x="1529905" y="1116383"/>
                  <a:pt x="1549101" y="1086522"/>
                </a:cubicBezTo>
                <a:cubicBezTo>
                  <a:pt x="1581374" y="1036320"/>
                  <a:pt x="1615661" y="987356"/>
                  <a:pt x="1645920" y="935915"/>
                </a:cubicBezTo>
                <a:cubicBezTo>
                  <a:pt x="1757247" y="746658"/>
                  <a:pt x="1540379" y="1078084"/>
                  <a:pt x="1678193" y="871369"/>
                </a:cubicBezTo>
                <a:cubicBezTo>
                  <a:pt x="1712815" y="767497"/>
                  <a:pt x="1657300" y="928979"/>
                  <a:pt x="1710466" y="796066"/>
                </a:cubicBezTo>
                <a:cubicBezTo>
                  <a:pt x="1718889" y="775009"/>
                  <a:pt x="1724809" y="753035"/>
                  <a:pt x="1731981" y="731520"/>
                </a:cubicBezTo>
                <a:cubicBezTo>
                  <a:pt x="1735567" y="720762"/>
                  <a:pt x="1734721" y="707265"/>
                  <a:pt x="1742739" y="699247"/>
                </a:cubicBezTo>
                <a:cubicBezTo>
                  <a:pt x="1784154" y="657832"/>
                  <a:pt x="1766573" y="679633"/>
                  <a:pt x="1796527" y="634701"/>
                </a:cubicBezTo>
                <a:cubicBezTo>
                  <a:pt x="1800113" y="623943"/>
                  <a:pt x="1801450" y="612152"/>
                  <a:pt x="1807284" y="602428"/>
                </a:cubicBezTo>
                <a:cubicBezTo>
                  <a:pt x="1812502" y="593731"/>
                  <a:pt x="1824264" y="589985"/>
                  <a:pt x="1828800" y="580913"/>
                </a:cubicBezTo>
                <a:cubicBezTo>
                  <a:pt x="1838943" y="560628"/>
                  <a:pt x="1843143" y="537882"/>
                  <a:pt x="1850315" y="516367"/>
                </a:cubicBezTo>
                <a:cubicBezTo>
                  <a:pt x="1863842" y="475786"/>
                  <a:pt x="1867116" y="456535"/>
                  <a:pt x="1904103" y="419548"/>
                </a:cubicBezTo>
                <a:lnTo>
                  <a:pt x="1947134" y="376517"/>
                </a:lnTo>
                <a:cubicBezTo>
                  <a:pt x="1957892" y="365759"/>
                  <a:pt x="1970968" y="356903"/>
                  <a:pt x="1979407" y="344244"/>
                </a:cubicBezTo>
                <a:lnTo>
                  <a:pt x="2022437" y="279699"/>
                </a:lnTo>
                <a:cubicBezTo>
                  <a:pt x="2029609" y="268941"/>
                  <a:pt x="2034811" y="256569"/>
                  <a:pt x="2043953" y="247426"/>
                </a:cubicBezTo>
                <a:cubicBezTo>
                  <a:pt x="2095910" y="195466"/>
                  <a:pt x="2032690" y="261503"/>
                  <a:pt x="2086983" y="193637"/>
                </a:cubicBezTo>
                <a:cubicBezTo>
                  <a:pt x="2093319" y="185717"/>
                  <a:pt x="2102413" y="180236"/>
                  <a:pt x="2108499" y="172122"/>
                </a:cubicBezTo>
                <a:cubicBezTo>
                  <a:pt x="2124014" y="151436"/>
                  <a:pt x="2137186" y="129091"/>
                  <a:pt x="2151529" y="107576"/>
                </a:cubicBezTo>
                <a:cubicBezTo>
                  <a:pt x="2158701" y="96818"/>
                  <a:pt x="2163902" y="84445"/>
                  <a:pt x="2173044" y="75303"/>
                </a:cubicBezTo>
                <a:cubicBezTo>
                  <a:pt x="2193056" y="55292"/>
                  <a:pt x="2199692" y="45843"/>
                  <a:pt x="2226833" y="32273"/>
                </a:cubicBezTo>
                <a:cubicBezTo>
                  <a:pt x="2271143" y="10118"/>
                  <a:pt x="2250902" y="37923"/>
                  <a:pt x="226986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A086F53E-5A7F-5D05-3A85-C036A035327A}"/>
              </a:ext>
            </a:extLst>
          </p:cNvPr>
          <p:cNvSpPr/>
          <p:nvPr/>
        </p:nvSpPr>
        <p:spPr>
          <a:xfrm>
            <a:off x="11354465" y="12183636"/>
            <a:ext cx="867498" cy="3306125"/>
          </a:xfrm>
          <a:custGeom>
            <a:avLst/>
            <a:gdLst>
              <a:gd name="connsiteX0" fmla="*/ 731520 w 968188"/>
              <a:gd name="connsiteY0" fmla="*/ 3689873 h 3689873"/>
              <a:gd name="connsiteX1" fmla="*/ 720762 w 968188"/>
              <a:gd name="connsiteY1" fmla="*/ 3614570 h 3689873"/>
              <a:gd name="connsiteX2" fmla="*/ 699247 w 968188"/>
              <a:gd name="connsiteY2" fmla="*/ 3571539 h 3689873"/>
              <a:gd name="connsiteX3" fmla="*/ 688489 w 968188"/>
              <a:gd name="connsiteY3" fmla="*/ 3539266 h 3689873"/>
              <a:gd name="connsiteX4" fmla="*/ 613185 w 968188"/>
              <a:gd name="connsiteY4" fmla="*/ 3431690 h 3689873"/>
              <a:gd name="connsiteX5" fmla="*/ 580912 w 968188"/>
              <a:gd name="connsiteY5" fmla="*/ 3367144 h 3689873"/>
              <a:gd name="connsiteX6" fmla="*/ 559397 w 968188"/>
              <a:gd name="connsiteY6" fmla="*/ 3313356 h 3689873"/>
              <a:gd name="connsiteX7" fmla="*/ 537882 w 968188"/>
              <a:gd name="connsiteY7" fmla="*/ 3281083 h 3689873"/>
              <a:gd name="connsiteX8" fmla="*/ 516367 w 968188"/>
              <a:gd name="connsiteY8" fmla="*/ 3205779 h 3689873"/>
              <a:gd name="connsiteX9" fmla="*/ 494851 w 968188"/>
              <a:gd name="connsiteY9" fmla="*/ 3173506 h 3689873"/>
              <a:gd name="connsiteX10" fmla="*/ 451821 w 968188"/>
              <a:gd name="connsiteY10" fmla="*/ 3044415 h 3689873"/>
              <a:gd name="connsiteX11" fmla="*/ 441063 w 968188"/>
              <a:gd name="connsiteY11" fmla="*/ 3012142 h 3689873"/>
              <a:gd name="connsiteX12" fmla="*/ 408790 w 968188"/>
              <a:gd name="connsiteY12" fmla="*/ 2947596 h 3689873"/>
              <a:gd name="connsiteX13" fmla="*/ 387275 w 968188"/>
              <a:gd name="connsiteY13" fmla="*/ 2904565 h 3689873"/>
              <a:gd name="connsiteX14" fmla="*/ 376517 w 968188"/>
              <a:gd name="connsiteY14" fmla="*/ 2872292 h 3689873"/>
              <a:gd name="connsiteX15" fmla="*/ 355002 w 968188"/>
              <a:gd name="connsiteY15" fmla="*/ 2840019 h 3689873"/>
              <a:gd name="connsiteX16" fmla="*/ 344244 w 968188"/>
              <a:gd name="connsiteY16" fmla="*/ 2807746 h 3689873"/>
              <a:gd name="connsiteX17" fmla="*/ 301214 w 968188"/>
              <a:gd name="connsiteY17" fmla="*/ 2743200 h 3689873"/>
              <a:gd name="connsiteX18" fmla="*/ 268941 w 968188"/>
              <a:gd name="connsiteY18" fmla="*/ 2689412 h 3689873"/>
              <a:gd name="connsiteX19" fmla="*/ 236668 w 968188"/>
              <a:gd name="connsiteY19" fmla="*/ 2624866 h 3689873"/>
              <a:gd name="connsiteX20" fmla="*/ 225910 w 968188"/>
              <a:gd name="connsiteY20" fmla="*/ 2592593 h 3689873"/>
              <a:gd name="connsiteX21" fmla="*/ 182880 w 968188"/>
              <a:gd name="connsiteY21" fmla="*/ 2528048 h 3689873"/>
              <a:gd name="connsiteX22" fmla="*/ 161364 w 968188"/>
              <a:gd name="connsiteY22" fmla="*/ 2495775 h 3689873"/>
              <a:gd name="connsiteX23" fmla="*/ 129091 w 968188"/>
              <a:gd name="connsiteY23" fmla="*/ 2441986 h 3689873"/>
              <a:gd name="connsiteX24" fmla="*/ 118334 w 968188"/>
              <a:gd name="connsiteY24" fmla="*/ 2409713 h 3689873"/>
              <a:gd name="connsiteX25" fmla="*/ 96818 w 968188"/>
              <a:gd name="connsiteY25" fmla="*/ 2377440 h 3689873"/>
              <a:gd name="connsiteX26" fmla="*/ 75303 w 968188"/>
              <a:gd name="connsiteY26" fmla="*/ 2312895 h 3689873"/>
              <a:gd name="connsiteX27" fmla="*/ 53788 w 968188"/>
              <a:gd name="connsiteY27" fmla="*/ 2280622 h 3689873"/>
              <a:gd name="connsiteX28" fmla="*/ 21515 w 968188"/>
              <a:gd name="connsiteY28" fmla="*/ 2226833 h 3689873"/>
              <a:gd name="connsiteX29" fmla="*/ 10757 w 968188"/>
              <a:gd name="connsiteY29" fmla="*/ 2173045 h 3689873"/>
              <a:gd name="connsiteX30" fmla="*/ 0 w 968188"/>
              <a:gd name="connsiteY30" fmla="*/ 2130015 h 3689873"/>
              <a:gd name="connsiteX31" fmla="*/ 10757 w 968188"/>
              <a:gd name="connsiteY31" fmla="*/ 1947135 h 3689873"/>
              <a:gd name="connsiteX32" fmla="*/ 32272 w 968188"/>
              <a:gd name="connsiteY32" fmla="*/ 1925619 h 3689873"/>
              <a:gd name="connsiteX33" fmla="*/ 53788 w 968188"/>
              <a:gd name="connsiteY33" fmla="*/ 1850316 h 3689873"/>
              <a:gd name="connsiteX34" fmla="*/ 96818 w 968188"/>
              <a:gd name="connsiteY34" fmla="*/ 1775012 h 3689873"/>
              <a:gd name="connsiteX35" fmla="*/ 215152 w 968188"/>
              <a:gd name="connsiteY35" fmla="*/ 1570617 h 3689873"/>
              <a:gd name="connsiteX36" fmla="*/ 236668 w 968188"/>
              <a:gd name="connsiteY36" fmla="*/ 1538344 h 3689873"/>
              <a:gd name="connsiteX37" fmla="*/ 311971 w 968188"/>
              <a:gd name="connsiteY37" fmla="*/ 1463040 h 3689873"/>
              <a:gd name="connsiteX38" fmla="*/ 333487 w 968188"/>
              <a:gd name="connsiteY38" fmla="*/ 1441525 h 3689873"/>
              <a:gd name="connsiteX39" fmla="*/ 398032 w 968188"/>
              <a:gd name="connsiteY39" fmla="*/ 1398495 h 3689873"/>
              <a:gd name="connsiteX40" fmla="*/ 451821 w 968188"/>
              <a:gd name="connsiteY40" fmla="*/ 1333949 h 3689873"/>
              <a:gd name="connsiteX41" fmla="*/ 494851 w 968188"/>
              <a:gd name="connsiteY41" fmla="*/ 1280160 h 3689873"/>
              <a:gd name="connsiteX42" fmla="*/ 548640 w 968188"/>
              <a:gd name="connsiteY42" fmla="*/ 1237130 h 3689873"/>
              <a:gd name="connsiteX43" fmla="*/ 580912 w 968188"/>
              <a:gd name="connsiteY43" fmla="*/ 1172584 h 3689873"/>
              <a:gd name="connsiteX44" fmla="*/ 602428 w 968188"/>
              <a:gd name="connsiteY44" fmla="*/ 1108038 h 3689873"/>
              <a:gd name="connsiteX45" fmla="*/ 656216 w 968188"/>
              <a:gd name="connsiteY45" fmla="*/ 1032735 h 3689873"/>
              <a:gd name="connsiteX46" fmla="*/ 677731 w 968188"/>
              <a:gd name="connsiteY46" fmla="*/ 989704 h 3689873"/>
              <a:gd name="connsiteX47" fmla="*/ 720762 w 968188"/>
              <a:gd name="connsiteY47" fmla="*/ 946673 h 3689873"/>
              <a:gd name="connsiteX48" fmla="*/ 753035 w 968188"/>
              <a:gd name="connsiteY48" fmla="*/ 914400 h 3689873"/>
              <a:gd name="connsiteX49" fmla="*/ 785308 w 968188"/>
              <a:gd name="connsiteY49" fmla="*/ 871370 h 3689873"/>
              <a:gd name="connsiteX50" fmla="*/ 839096 w 968188"/>
              <a:gd name="connsiteY50" fmla="*/ 796066 h 3689873"/>
              <a:gd name="connsiteX51" fmla="*/ 871369 w 968188"/>
              <a:gd name="connsiteY51" fmla="*/ 763793 h 3689873"/>
              <a:gd name="connsiteX52" fmla="*/ 892884 w 968188"/>
              <a:gd name="connsiteY52" fmla="*/ 720763 h 3689873"/>
              <a:gd name="connsiteX53" fmla="*/ 914400 w 968188"/>
              <a:gd name="connsiteY53" fmla="*/ 688490 h 3689873"/>
              <a:gd name="connsiteX54" fmla="*/ 946672 w 968188"/>
              <a:gd name="connsiteY54" fmla="*/ 591671 h 3689873"/>
              <a:gd name="connsiteX55" fmla="*/ 957430 w 968188"/>
              <a:gd name="connsiteY55" fmla="*/ 559398 h 3689873"/>
              <a:gd name="connsiteX56" fmla="*/ 968188 w 968188"/>
              <a:gd name="connsiteY56" fmla="*/ 505610 h 3689873"/>
              <a:gd name="connsiteX57" fmla="*/ 957430 w 968188"/>
              <a:gd name="connsiteY57" fmla="*/ 408791 h 3689873"/>
              <a:gd name="connsiteX58" fmla="*/ 946672 w 968188"/>
              <a:gd name="connsiteY58" fmla="*/ 376518 h 3689873"/>
              <a:gd name="connsiteX59" fmla="*/ 914400 w 968188"/>
              <a:gd name="connsiteY59" fmla="*/ 344245 h 3689873"/>
              <a:gd name="connsiteX60" fmla="*/ 871369 w 968188"/>
              <a:gd name="connsiteY60" fmla="*/ 290457 h 3689873"/>
              <a:gd name="connsiteX61" fmla="*/ 849854 w 968188"/>
              <a:gd name="connsiteY61" fmla="*/ 258184 h 3689873"/>
              <a:gd name="connsiteX62" fmla="*/ 828338 w 968188"/>
              <a:gd name="connsiteY62" fmla="*/ 236669 h 3689873"/>
              <a:gd name="connsiteX63" fmla="*/ 796065 w 968188"/>
              <a:gd name="connsiteY63" fmla="*/ 129092 h 3689873"/>
              <a:gd name="connsiteX64" fmla="*/ 785308 w 968188"/>
              <a:gd name="connsiteY64" fmla="*/ 96819 h 3689873"/>
              <a:gd name="connsiteX65" fmla="*/ 763792 w 968188"/>
              <a:gd name="connsiteY65" fmla="*/ 75304 h 3689873"/>
              <a:gd name="connsiteX66" fmla="*/ 731520 w 968188"/>
              <a:gd name="connsiteY66" fmla="*/ 10758 h 3689873"/>
              <a:gd name="connsiteX67" fmla="*/ 710004 w 968188"/>
              <a:gd name="connsiteY67" fmla="*/ 0 h 3689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968188" h="3689873">
                <a:moveTo>
                  <a:pt x="731520" y="3689873"/>
                </a:moveTo>
                <a:cubicBezTo>
                  <a:pt x="727934" y="3664772"/>
                  <a:pt x="727434" y="3639032"/>
                  <a:pt x="720762" y="3614570"/>
                </a:cubicBezTo>
                <a:cubicBezTo>
                  <a:pt x="716542" y="3599098"/>
                  <a:pt x="705564" y="3586279"/>
                  <a:pt x="699247" y="3571539"/>
                </a:cubicBezTo>
                <a:cubicBezTo>
                  <a:pt x="694780" y="3561116"/>
                  <a:pt x="693996" y="3549179"/>
                  <a:pt x="688489" y="3539266"/>
                </a:cubicBezTo>
                <a:cubicBezTo>
                  <a:pt x="669568" y="3505208"/>
                  <a:pt x="637360" y="3463923"/>
                  <a:pt x="613185" y="3431690"/>
                </a:cubicBezTo>
                <a:cubicBezTo>
                  <a:pt x="586148" y="3350574"/>
                  <a:pt x="622619" y="3450557"/>
                  <a:pt x="580912" y="3367144"/>
                </a:cubicBezTo>
                <a:cubicBezTo>
                  <a:pt x="572276" y="3349872"/>
                  <a:pt x="568033" y="3330628"/>
                  <a:pt x="559397" y="3313356"/>
                </a:cubicBezTo>
                <a:cubicBezTo>
                  <a:pt x="553615" y="3301792"/>
                  <a:pt x="543664" y="3292647"/>
                  <a:pt x="537882" y="3281083"/>
                </a:cubicBezTo>
                <a:cubicBezTo>
                  <a:pt x="516939" y="3239198"/>
                  <a:pt x="537057" y="3254056"/>
                  <a:pt x="516367" y="3205779"/>
                </a:cubicBezTo>
                <a:cubicBezTo>
                  <a:pt x="511274" y="3193895"/>
                  <a:pt x="502023" y="3184264"/>
                  <a:pt x="494851" y="3173506"/>
                </a:cubicBezTo>
                <a:lnTo>
                  <a:pt x="451821" y="3044415"/>
                </a:lnTo>
                <a:cubicBezTo>
                  <a:pt x="448235" y="3033657"/>
                  <a:pt x="447353" y="3021577"/>
                  <a:pt x="441063" y="3012142"/>
                </a:cubicBezTo>
                <a:cubicBezTo>
                  <a:pt x="399718" y="2950123"/>
                  <a:pt x="435512" y="3009948"/>
                  <a:pt x="408790" y="2947596"/>
                </a:cubicBezTo>
                <a:cubicBezTo>
                  <a:pt x="402473" y="2932856"/>
                  <a:pt x="393592" y="2919305"/>
                  <a:pt x="387275" y="2904565"/>
                </a:cubicBezTo>
                <a:cubicBezTo>
                  <a:pt x="382808" y="2894142"/>
                  <a:pt x="381588" y="2882434"/>
                  <a:pt x="376517" y="2872292"/>
                </a:cubicBezTo>
                <a:cubicBezTo>
                  <a:pt x="370735" y="2860728"/>
                  <a:pt x="360784" y="2851583"/>
                  <a:pt x="355002" y="2840019"/>
                </a:cubicBezTo>
                <a:cubicBezTo>
                  <a:pt x="349931" y="2829877"/>
                  <a:pt x="349751" y="2817659"/>
                  <a:pt x="344244" y="2807746"/>
                </a:cubicBezTo>
                <a:cubicBezTo>
                  <a:pt x="331686" y="2785142"/>
                  <a:pt x="309392" y="2767731"/>
                  <a:pt x="301214" y="2743200"/>
                </a:cubicBezTo>
                <a:cubicBezTo>
                  <a:pt x="287248" y="2701306"/>
                  <a:pt x="298474" y="2718946"/>
                  <a:pt x="268941" y="2689412"/>
                </a:cubicBezTo>
                <a:cubicBezTo>
                  <a:pt x="241900" y="2608293"/>
                  <a:pt x="278376" y="2708282"/>
                  <a:pt x="236668" y="2624866"/>
                </a:cubicBezTo>
                <a:cubicBezTo>
                  <a:pt x="231597" y="2614724"/>
                  <a:pt x="231417" y="2602506"/>
                  <a:pt x="225910" y="2592593"/>
                </a:cubicBezTo>
                <a:cubicBezTo>
                  <a:pt x="213352" y="2569989"/>
                  <a:pt x="197223" y="2549563"/>
                  <a:pt x="182880" y="2528048"/>
                </a:cubicBezTo>
                <a:lnTo>
                  <a:pt x="161364" y="2495775"/>
                </a:lnTo>
                <a:cubicBezTo>
                  <a:pt x="130892" y="2404353"/>
                  <a:pt x="173391" y="2515820"/>
                  <a:pt x="129091" y="2441986"/>
                </a:cubicBezTo>
                <a:cubicBezTo>
                  <a:pt x="123257" y="2432262"/>
                  <a:pt x="123405" y="2419855"/>
                  <a:pt x="118334" y="2409713"/>
                </a:cubicBezTo>
                <a:cubicBezTo>
                  <a:pt x="112552" y="2398149"/>
                  <a:pt x="103990" y="2388198"/>
                  <a:pt x="96818" y="2377440"/>
                </a:cubicBezTo>
                <a:cubicBezTo>
                  <a:pt x="89646" y="2355925"/>
                  <a:pt x="87883" y="2331765"/>
                  <a:pt x="75303" y="2312895"/>
                </a:cubicBezTo>
                <a:cubicBezTo>
                  <a:pt x="68131" y="2302137"/>
                  <a:pt x="59570" y="2292186"/>
                  <a:pt x="53788" y="2280622"/>
                </a:cubicBezTo>
                <a:cubicBezTo>
                  <a:pt x="25858" y="2224762"/>
                  <a:pt x="63539" y="2268859"/>
                  <a:pt x="21515" y="2226833"/>
                </a:cubicBezTo>
                <a:cubicBezTo>
                  <a:pt x="17929" y="2208904"/>
                  <a:pt x="14723" y="2190894"/>
                  <a:pt x="10757" y="2173045"/>
                </a:cubicBezTo>
                <a:cubicBezTo>
                  <a:pt x="7550" y="2158612"/>
                  <a:pt x="0" y="2144800"/>
                  <a:pt x="0" y="2130015"/>
                </a:cubicBezTo>
                <a:cubicBezTo>
                  <a:pt x="0" y="2068950"/>
                  <a:pt x="1233" y="2007453"/>
                  <a:pt x="10757" y="1947135"/>
                </a:cubicBezTo>
                <a:cubicBezTo>
                  <a:pt x="12339" y="1937117"/>
                  <a:pt x="25100" y="1932791"/>
                  <a:pt x="32272" y="1925619"/>
                </a:cubicBezTo>
                <a:cubicBezTo>
                  <a:pt x="37732" y="1903781"/>
                  <a:pt x="44528" y="1871924"/>
                  <a:pt x="53788" y="1850316"/>
                </a:cubicBezTo>
                <a:cubicBezTo>
                  <a:pt x="90265" y="1765202"/>
                  <a:pt x="59006" y="1845233"/>
                  <a:pt x="96818" y="1775012"/>
                </a:cubicBezTo>
                <a:cubicBezTo>
                  <a:pt x="196401" y="1590074"/>
                  <a:pt x="100846" y="1742076"/>
                  <a:pt x="215152" y="1570617"/>
                </a:cubicBezTo>
                <a:cubicBezTo>
                  <a:pt x="222324" y="1559859"/>
                  <a:pt x="227526" y="1547486"/>
                  <a:pt x="236668" y="1538344"/>
                </a:cubicBezTo>
                <a:lnTo>
                  <a:pt x="311971" y="1463040"/>
                </a:lnTo>
                <a:cubicBezTo>
                  <a:pt x="319143" y="1455868"/>
                  <a:pt x="325048" y="1447151"/>
                  <a:pt x="333487" y="1441525"/>
                </a:cubicBezTo>
                <a:lnTo>
                  <a:pt x="398032" y="1398495"/>
                </a:lnTo>
                <a:cubicBezTo>
                  <a:pt x="451457" y="1318360"/>
                  <a:pt x="382789" y="1416787"/>
                  <a:pt x="451821" y="1333949"/>
                </a:cubicBezTo>
                <a:cubicBezTo>
                  <a:pt x="479776" y="1300403"/>
                  <a:pt x="463556" y="1305197"/>
                  <a:pt x="494851" y="1280160"/>
                </a:cubicBezTo>
                <a:cubicBezTo>
                  <a:pt x="562717" y="1225867"/>
                  <a:pt x="496680" y="1289087"/>
                  <a:pt x="548640" y="1237130"/>
                </a:cubicBezTo>
                <a:cubicBezTo>
                  <a:pt x="587864" y="1119451"/>
                  <a:pt x="525311" y="1297685"/>
                  <a:pt x="580912" y="1172584"/>
                </a:cubicBezTo>
                <a:cubicBezTo>
                  <a:pt x="590123" y="1151859"/>
                  <a:pt x="588820" y="1126181"/>
                  <a:pt x="602428" y="1108038"/>
                </a:cubicBezTo>
                <a:cubicBezTo>
                  <a:pt x="616284" y="1089563"/>
                  <a:pt x="643630" y="1054760"/>
                  <a:pt x="656216" y="1032735"/>
                </a:cubicBezTo>
                <a:cubicBezTo>
                  <a:pt x="664172" y="1018811"/>
                  <a:pt x="668109" y="1002533"/>
                  <a:pt x="677731" y="989704"/>
                </a:cubicBezTo>
                <a:cubicBezTo>
                  <a:pt x="689902" y="973476"/>
                  <a:pt x="706418" y="961017"/>
                  <a:pt x="720762" y="946673"/>
                </a:cubicBezTo>
                <a:cubicBezTo>
                  <a:pt x="731520" y="935915"/>
                  <a:pt x="743907" y="926571"/>
                  <a:pt x="753035" y="914400"/>
                </a:cubicBezTo>
                <a:cubicBezTo>
                  <a:pt x="763793" y="900057"/>
                  <a:pt x="774887" y="885960"/>
                  <a:pt x="785308" y="871370"/>
                </a:cubicBezTo>
                <a:cubicBezTo>
                  <a:pt x="809636" y="837312"/>
                  <a:pt x="808957" y="831228"/>
                  <a:pt x="839096" y="796066"/>
                </a:cubicBezTo>
                <a:cubicBezTo>
                  <a:pt x="848997" y="784515"/>
                  <a:pt x="862526" y="776173"/>
                  <a:pt x="871369" y="763793"/>
                </a:cubicBezTo>
                <a:cubicBezTo>
                  <a:pt x="880690" y="750744"/>
                  <a:pt x="884928" y="734686"/>
                  <a:pt x="892884" y="720763"/>
                </a:cubicBezTo>
                <a:cubicBezTo>
                  <a:pt x="899299" y="709537"/>
                  <a:pt x="907228" y="699248"/>
                  <a:pt x="914400" y="688490"/>
                </a:cubicBezTo>
                <a:lnTo>
                  <a:pt x="946672" y="591671"/>
                </a:lnTo>
                <a:cubicBezTo>
                  <a:pt x="950258" y="580913"/>
                  <a:pt x="955206" y="570517"/>
                  <a:pt x="957430" y="559398"/>
                </a:cubicBezTo>
                <a:lnTo>
                  <a:pt x="968188" y="505610"/>
                </a:lnTo>
                <a:cubicBezTo>
                  <a:pt x="964602" y="473337"/>
                  <a:pt x="962768" y="440821"/>
                  <a:pt x="957430" y="408791"/>
                </a:cubicBezTo>
                <a:cubicBezTo>
                  <a:pt x="955566" y="397606"/>
                  <a:pt x="952962" y="385953"/>
                  <a:pt x="946672" y="376518"/>
                </a:cubicBezTo>
                <a:cubicBezTo>
                  <a:pt x="938233" y="363860"/>
                  <a:pt x="925157" y="355003"/>
                  <a:pt x="914400" y="344245"/>
                </a:cubicBezTo>
                <a:cubicBezTo>
                  <a:pt x="893456" y="281415"/>
                  <a:pt x="920029" y="339117"/>
                  <a:pt x="871369" y="290457"/>
                </a:cubicBezTo>
                <a:cubicBezTo>
                  <a:pt x="862227" y="281315"/>
                  <a:pt x="857931" y="268280"/>
                  <a:pt x="849854" y="258184"/>
                </a:cubicBezTo>
                <a:cubicBezTo>
                  <a:pt x="843518" y="250264"/>
                  <a:pt x="835510" y="243841"/>
                  <a:pt x="828338" y="236669"/>
                </a:cubicBezTo>
                <a:cubicBezTo>
                  <a:pt x="812079" y="171629"/>
                  <a:pt x="822259" y="207674"/>
                  <a:pt x="796065" y="129092"/>
                </a:cubicBezTo>
                <a:cubicBezTo>
                  <a:pt x="792479" y="118334"/>
                  <a:pt x="793326" y="104837"/>
                  <a:pt x="785308" y="96819"/>
                </a:cubicBezTo>
                <a:lnTo>
                  <a:pt x="763792" y="75304"/>
                </a:lnTo>
                <a:cubicBezTo>
                  <a:pt x="755043" y="49056"/>
                  <a:pt x="752374" y="31612"/>
                  <a:pt x="731520" y="10758"/>
                </a:cubicBezTo>
                <a:cubicBezTo>
                  <a:pt x="725850" y="5088"/>
                  <a:pt x="717176" y="3586"/>
                  <a:pt x="710004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FBE7C861-04BD-0B89-8980-9EF9F7E954C6}"/>
              </a:ext>
            </a:extLst>
          </p:cNvPr>
          <p:cNvSpPr/>
          <p:nvPr/>
        </p:nvSpPr>
        <p:spPr>
          <a:xfrm>
            <a:off x="11990629" y="11441438"/>
            <a:ext cx="385553" cy="693999"/>
          </a:xfrm>
          <a:custGeom>
            <a:avLst/>
            <a:gdLst>
              <a:gd name="connsiteX0" fmla="*/ 0 w 430306"/>
              <a:gd name="connsiteY0" fmla="*/ 774550 h 774550"/>
              <a:gd name="connsiteX1" fmla="*/ 32273 w 430306"/>
              <a:gd name="connsiteY1" fmla="*/ 656216 h 774550"/>
              <a:gd name="connsiteX2" fmla="*/ 43031 w 430306"/>
              <a:gd name="connsiteY2" fmla="*/ 613186 h 774550"/>
              <a:gd name="connsiteX3" fmla="*/ 107577 w 430306"/>
              <a:gd name="connsiteY3" fmla="*/ 527124 h 774550"/>
              <a:gd name="connsiteX4" fmla="*/ 150607 w 430306"/>
              <a:gd name="connsiteY4" fmla="*/ 462578 h 774550"/>
              <a:gd name="connsiteX5" fmla="*/ 172123 w 430306"/>
              <a:gd name="connsiteY5" fmla="*/ 430306 h 774550"/>
              <a:gd name="connsiteX6" fmla="*/ 182880 w 430306"/>
              <a:gd name="connsiteY6" fmla="*/ 398033 h 774550"/>
              <a:gd name="connsiteX7" fmla="*/ 204396 w 430306"/>
              <a:gd name="connsiteY7" fmla="*/ 311971 h 774550"/>
              <a:gd name="connsiteX8" fmla="*/ 215153 w 430306"/>
              <a:gd name="connsiteY8" fmla="*/ 279698 h 774550"/>
              <a:gd name="connsiteX9" fmla="*/ 236668 w 430306"/>
              <a:gd name="connsiteY9" fmla="*/ 247426 h 774550"/>
              <a:gd name="connsiteX10" fmla="*/ 290457 w 430306"/>
              <a:gd name="connsiteY10" fmla="*/ 204395 h 774550"/>
              <a:gd name="connsiteX11" fmla="*/ 355003 w 430306"/>
              <a:gd name="connsiteY11" fmla="*/ 107576 h 774550"/>
              <a:gd name="connsiteX12" fmla="*/ 376518 w 430306"/>
              <a:gd name="connsiteY12" fmla="*/ 75303 h 774550"/>
              <a:gd name="connsiteX13" fmla="*/ 387276 w 430306"/>
              <a:gd name="connsiteY13" fmla="*/ 43030 h 774550"/>
              <a:gd name="connsiteX14" fmla="*/ 430306 w 430306"/>
              <a:gd name="connsiteY14" fmla="*/ 0 h 77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30306" h="774550">
                <a:moveTo>
                  <a:pt x="0" y="774550"/>
                </a:moveTo>
                <a:cubicBezTo>
                  <a:pt x="21018" y="627433"/>
                  <a:pt x="-5636" y="757305"/>
                  <a:pt x="32273" y="656216"/>
                </a:cubicBezTo>
                <a:cubicBezTo>
                  <a:pt x="37464" y="642373"/>
                  <a:pt x="36419" y="626410"/>
                  <a:pt x="43031" y="613186"/>
                </a:cubicBezTo>
                <a:cubicBezTo>
                  <a:pt x="105932" y="487383"/>
                  <a:pt x="62189" y="587642"/>
                  <a:pt x="107577" y="527124"/>
                </a:cubicBezTo>
                <a:cubicBezTo>
                  <a:pt x="123092" y="506437"/>
                  <a:pt x="136263" y="484093"/>
                  <a:pt x="150607" y="462578"/>
                </a:cubicBezTo>
                <a:lnTo>
                  <a:pt x="172123" y="430306"/>
                </a:lnTo>
                <a:cubicBezTo>
                  <a:pt x="175709" y="419548"/>
                  <a:pt x="179896" y="408973"/>
                  <a:pt x="182880" y="398033"/>
                </a:cubicBezTo>
                <a:cubicBezTo>
                  <a:pt x="190660" y="369505"/>
                  <a:pt x="195046" y="340024"/>
                  <a:pt x="204396" y="311971"/>
                </a:cubicBezTo>
                <a:cubicBezTo>
                  <a:pt x="207982" y="301213"/>
                  <a:pt x="210082" y="289840"/>
                  <a:pt x="215153" y="279698"/>
                </a:cubicBezTo>
                <a:cubicBezTo>
                  <a:pt x="220935" y="268134"/>
                  <a:pt x="228591" y="257522"/>
                  <a:pt x="236668" y="247426"/>
                </a:cubicBezTo>
                <a:cubicBezTo>
                  <a:pt x="254188" y="225527"/>
                  <a:pt x="266492" y="220371"/>
                  <a:pt x="290457" y="204395"/>
                </a:cubicBezTo>
                <a:lnTo>
                  <a:pt x="355003" y="107576"/>
                </a:lnTo>
                <a:cubicBezTo>
                  <a:pt x="362175" y="96818"/>
                  <a:pt x="372429" y="87569"/>
                  <a:pt x="376518" y="75303"/>
                </a:cubicBezTo>
                <a:cubicBezTo>
                  <a:pt x="380104" y="64545"/>
                  <a:pt x="380192" y="51885"/>
                  <a:pt x="387276" y="43030"/>
                </a:cubicBezTo>
                <a:cubicBezTo>
                  <a:pt x="456513" y="-43517"/>
                  <a:pt x="394978" y="70652"/>
                  <a:pt x="430306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46E7C48-7005-4038-800A-AAD08E926DE9}"/>
              </a:ext>
            </a:extLst>
          </p:cNvPr>
          <p:cNvSpPr/>
          <p:nvPr/>
        </p:nvSpPr>
        <p:spPr>
          <a:xfrm>
            <a:off x="12405103" y="11451029"/>
            <a:ext cx="674718" cy="800081"/>
          </a:xfrm>
          <a:custGeom>
            <a:avLst/>
            <a:gdLst>
              <a:gd name="connsiteX0" fmla="*/ 753035 w 753035"/>
              <a:gd name="connsiteY0" fmla="*/ 892947 h 892947"/>
              <a:gd name="connsiteX1" fmla="*/ 688489 w 753035"/>
              <a:gd name="connsiteY1" fmla="*/ 817643 h 892947"/>
              <a:gd name="connsiteX2" fmla="*/ 666974 w 753035"/>
              <a:gd name="connsiteY2" fmla="*/ 785371 h 892947"/>
              <a:gd name="connsiteX3" fmla="*/ 602428 w 753035"/>
              <a:gd name="connsiteY3" fmla="*/ 720825 h 892947"/>
              <a:gd name="connsiteX4" fmla="*/ 548640 w 753035"/>
              <a:gd name="connsiteY4" fmla="*/ 645521 h 892947"/>
              <a:gd name="connsiteX5" fmla="*/ 516367 w 753035"/>
              <a:gd name="connsiteY5" fmla="*/ 613248 h 892947"/>
              <a:gd name="connsiteX6" fmla="*/ 473337 w 753035"/>
              <a:gd name="connsiteY6" fmla="*/ 559460 h 892947"/>
              <a:gd name="connsiteX7" fmla="*/ 430306 w 753035"/>
              <a:gd name="connsiteY7" fmla="*/ 516429 h 892947"/>
              <a:gd name="connsiteX8" fmla="*/ 387275 w 753035"/>
              <a:gd name="connsiteY8" fmla="*/ 462641 h 892947"/>
              <a:gd name="connsiteX9" fmla="*/ 333487 w 753035"/>
              <a:gd name="connsiteY9" fmla="*/ 398095 h 892947"/>
              <a:gd name="connsiteX10" fmla="*/ 322729 w 753035"/>
              <a:gd name="connsiteY10" fmla="*/ 365822 h 892947"/>
              <a:gd name="connsiteX11" fmla="*/ 279699 w 753035"/>
              <a:gd name="connsiteY11" fmla="*/ 301276 h 892947"/>
              <a:gd name="connsiteX12" fmla="*/ 268941 w 753035"/>
              <a:gd name="connsiteY12" fmla="*/ 269003 h 892947"/>
              <a:gd name="connsiteX13" fmla="*/ 247426 w 753035"/>
              <a:gd name="connsiteY13" fmla="*/ 236731 h 892947"/>
              <a:gd name="connsiteX14" fmla="*/ 204395 w 753035"/>
              <a:gd name="connsiteY14" fmla="*/ 193700 h 892947"/>
              <a:gd name="connsiteX15" fmla="*/ 193638 w 753035"/>
              <a:gd name="connsiteY15" fmla="*/ 161427 h 892947"/>
              <a:gd name="connsiteX16" fmla="*/ 86061 w 753035"/>
              <a:gd name="connsiteY16" fmla="*/ 75366 h 892947"/>
              <a:gd name="connsiteX17" fmla="*/ 53788 w 753035"/>
              <a:gd name="connsiteY17" fmla="*/ 53851 h 892947"/>
              <a:gd name="connsiteX18" fmla="*/ 32273 w 753035"/>
              <a:gd name="connsiteY18" fmla="*/ 32335 h 892947"/>
              <a:gd name="connsiteX19" fmla="*/ 0 w 753035"/>
              <a:gd name="connsiteY19" fmla="*/ 62 h 89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53035" h="892947">
                <a:moveTo>
                  <a:pt x="753035" y="892947"/>
                </a:moveTo>
                <a:cubicBezTo>
                  <a:pt x="731520" y="867846"/>
                  <a:pt x="709142" y="843459"/>
                  <a:pt x="688489" y="817643"/>
                </a:cubicBezTo>
                <a:cubicBezTo>
                  <a:pt x="680412" y="807547"/>
                  <a:pt x="675563" y="795034"/>
                  <a:pt x="666974" y="785371"/>
                </a:cubicBezTo>
                <a:cubicBezTo>
                  <a:pt x="646759" y="762629"/>
                  <a:pt x="619306" y="746142"/>
                  <a:pt x="602428" y="720825"/>
                </a:cubicBezTo>
                <a:cubicBezTo>
                  <a:pt x="585400" y="695283"/>
                  <a:pt x="568656" y="668873"/>
                  <a:pt x="548640" y="645521"/>
                </a:cubicBezTo>
                <a:cubicBezTo>
                  <a:pt x="538739" y="633970"/>
                  <a:pt x="526385" y="624697"/>
                  <a:pt x="516367" y="613248"/>
                </a:cubicBezTo>
                <a:cubicBezTo>
                  <a:pt x="501247" y="595968"/>
                  <a:pt x="488591" y="576621"/>
                  <a:pt x="473337" y="559460"/>
                </a:cubicBezTo>
                <a:cubicBezTo>
                  <a:pt x="459860" y="544299"/>
                  <a:pt x="441558" y="533307"/>
                  <a:pt x="430306" y="516429"/>
                </a:cubicBezTo>
                <a:cubicBezTo>
                  <a:pt x="364085" y="417096"/>
                  <a:pt x="448590" y="539284"/>
                  <a:pt x="387275" y="462641"/>
                </a:cubicBezTo>
                <a:cubicBezTo>
                  <a:pt x="327360" y="387749"/>
                  <a:pt x="410157" y="474765"/>
                  <a:pt x="333487" y="398095"/>
                </a:cubicBezTo>
                <a:cubicBezTo>
                  <a:pt x="329901" y="387337"/>
                  <a:pt x="328236" y="375735"/>
                  <a:pt x="322729" y="365822"/>
                </a:cubicBezTo>
                <a:cubicBezTo>
                  <a:pt x="310171" y="343218"/>
                  <a:pt x="287876" y="325807"/>
                  <a:pt x="279699" y="301276"/>
                </a:cubicBezTo>
                <a:cubicBezTo>
                  <a:pt x="276113" y="290518"/>
                  <a:pt x="274012" y="279145"/>
                  <a:pt x="268941" y="269003"/>
                </a:cubicBezTo>
                <a:cubicBezTo>
                  <a:pt x="263159" y="257439"/>
                  <a:pt x="255840" y="246547"/>
                  <a:pt x="247426" y="236731"/>
                </a:cubicBezTo>
                <a:cubicBezTo>
                  <a:pt x="234225" y="221330"/>
                  <a:pt x="204395" y="193700"/>
                  <a:pt x="204395" y="193700"/>
                </a:cubicBezTo>
                <a:cubicBezTo>
                  <a:pt x="200809" y="182942"/>
                  <a:pt x="200229" y="170654"/>
                  <a:pt x="193638" y="161427"/>
                </a:cubicBezTo>
                <a:cubicBezTo>
                  <a:pt x="165767" y="122408"/>
                  <a:pt x="124852" y="101226"/>
                  <a:pt x="86061" y="75366"/>
                </a:cubicBezTo>
                <a:cubicBezTo>
                  <a:pt x="75303" y="68194"/>
                  <a:pt x="62930" y="62993"/>
                  <a:pt x="53788" y="53851"/>
                </a:cubicBezTo>
                <a:cubicBezTo>
                  <a:pt x="46616" y="46679"/>
                  <a:pt x="38609" y="40255"/>
                  <a:pt x="32273" y="32335"/>
                </a:cubicBezTo>
                <a:cubicBezTo>
                  <a:pt x="4068" y="-2922"/>
                  <a:pt x="24991" y="62"/>
                  <a:pt x="0" y="62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D2A235FA-C1D3-53B4-E71F-6488700A9EEB}"/>
              </a:ext>
            </a:extLst>
          </p:cNvPr>
          <p:cNvSpPr/>
          <p:nvPr/>
        </p:nvSpPr>
        <p:spPr>
          <a:xfrm>
            <a:off x="12334505" y="1135236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DF84254-1CE4-2962-4690-0DE884898C02}"/>
                  </a:ext>
                </a:extLst>
              </p:cNvPr>
              <p:cNvSpPr txBox="1"/>
              <p:nvPr/>
            </p:nvSpPr>
            <p:spPr>
              <a:xfrm>
                <a:off x="9165302" y="10779201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DF84254-1CE4-2962-4690-0DE884898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5302" y="10779201"/>
                <a:ext cx="896111" cy="588751"/>
              </a:xfrm>
              <a:prstGeom prst="rect">
                <a:avLst/>
              </a:prstGeom>
              <a:blipFill>
                <a:blip r:embed="rId110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Oval 209">
            <a:extLst>
              <a:ext uri="{FF2B5EF4-FFF2-40B4-BE49-F238E27FC236}">
                <a16:creationId xmlns:a16="http://schemas.microsoft.com/office/drawing/2014/main" id="{F54AB591-CC8A-04BE-FB2C-BC663DF94A76}"/>
              </a:ext>
            </a:extLst>
          </p:cNvPr>
          <p:cNvSpPr/>
          <p:nvPr/>
        </p:nvSpPr>
        <p:spPr>
          <a:xfrm>
            <a:off x="19863811" y="1180560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62C0E37-1A07-D1F2-7C47-4A198C88C17E}"/>
              </a:ext>
            </a:extLst>
          </p:cNvPr>
          <p:cNvCxnSpPr>
            <a:cxnSpLocks/>
          </p:cNvCxnSpPr>
          <p:nvPr/>
        </p:nvCxnSpPr>
        <p:spPr>
          <a:xfrm>
            <a:off x="19935848" y="11873273"/>
            <a:ext cx="0" cy="74026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EDDB890-2371-2FAC-EDE0-7AB44971F180}"/>
              </a:ext>
            </a:extLst>
          </p:cNvPr>
          <p:cNvCxnSpPr>
            <a:cxnSpLocks/>
          </p:cNvCxnSpPr>
          <p:nvPr/>
        </p:nvCxnSpPr>
        <p:spPr>
          <a:xfrm>
            <a:off x="19601751" y="12150989"/>
            <a:ext cx="0" cy="462541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DA6551D3-3524-8E95-4A5C-9F402BFD116D}"/>
                  </a:ext>
                </a:extLst>
              </p:cNvPr>
              <p:cNvSpPr txBox="1"/>
              <p:nvPr/>
            </p:nvSpPr>
            <p:spPr>
              <a:xfrm>
                <a:off x="19191675" y="12207286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DA6551D3-3524-8E95-4A5C-9F402BFD1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1675" y="12207286"/>
                <a:ext cx="568909" cy="478464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81437C6D-9888-8667-E6A4-5939B62BA0B3}"/>
                  </a:ext>
                </a:extLst>
              </p:cNvPr>
              <p:cNvSpPr txBox="1"/>
              <p:nvPr/>
            </p:nvSpPr>
            <p:spPr>
              <a:xfrm>
                <a:off x="19688994" y="1209275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81437C6D-9888-8667-E6A4-5939B62BA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88994" y="12092756"/>
                <a:ext cx="896111" cy="478464"/>
              </a:xfrm>
              <a:prstGeom prst="rect">
                <a:avLst/>
              </a:prstGeom>
              <a:blipFill>
                <a:blip r:embed="rId1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3DD017F-CA8F-9AF1-0680-D33C010BA8BA}"/>
                  </a:ext>
                </a:extLst>
              </p:cNvPr>
              <p:cNvSpPr txBox="1"/>
              <p:nvPr/>
            </p:nvSpPr>
            <p:spPr>
              <a:xfrm>
                <a:off x="19092475" y="1162531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3DD017F-CA8F-9AF1-0680-D33C010B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2475" y="11625316"/>
                <a:ext cx="896111" cy="478464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7E7A607A-47ED-9921-575C-E4D0F34AC659}"/>
                  </a:ext>
                </a:extLst>
              </p:cNvPr>
              <p:cNvSpPr txBox="1"/>
              <p:nvPr/>
            </p:nvSpPr>
            <p:spPr>
              <a:xfrm>
                <a:off x="16999465" y="15879855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7E7A607A-47ED-9921-575C-E4D0F34AC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99465" y="15879855"/>
                <a:ext cx="5728691" cy="533544"/>
              </a:xfrm>
              <a:prstGeom prst="rect">
                <a:avLst/>
              </a:prstGeom>
              <a:blipFill>
                <a:blip r:embed="rId112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CD93A300-CC48-4DD7-16CC-26B48000EFC8}"/>
                  </a:ext>
                </a:extLst>
              </p:cNvPr>
              <p:cNvSpPr txBox="1"/>
              <p:nvPr/>
            </p:nvSpPr>
            <p:spPr>
              <a:xfrm>
                <a:off x="18086589" y="16505487"/>
                <a:ext cx="4172975" cy="718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CD93A300-CC48-4DD7-16CC-26B48000EF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86589" y="16505487"/>
                <a:ext cx="4172975" cy="718274"/>
              </a:xfrm>
              <a:prstGeom prst="rect">
                <a:avLst/>
              </a:prstGeom>
              <a:blipFill>
                <a:blip r:embed="rId113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6" name="Oval 225">
            <a:extLst>
              <a:ext uri="{FF2B5EF4-FFF2-40B4-BE49-F238E27FC236}">
                <a16:creationId xmlns:a16="http://schemas.microsoft.com/office/drawing/2014/main" id="{5E2D3145-128E-7EEF-7DF8-3F8CD63438B4}"/>
              </a:ext>
            </a:extLst>
          </p:cNvPr>
          <p:cNvSpPr/>
          <p:nvPr/>
        </p:nvSpPr>
        <p:spPr>
          <a:xfrm>
            <a:off x="19514511" y="1206686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593B1D40-F3D4-923B-FD91-240D5F61FAE6}"/>
              </a:ext>
            </a:extLst>
          </p:cNvPr>
          <p:cNvSpPr/>
          <p:nvPr/>
        </p:nvSpPr>
        <p:spPr>
          <a:xfrm>
            <a:off x="20734506" y="12287609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8" name="Freeform 227">
            <a:extLst>
              <a:ext uri="{FF2B5EF4-FFF2-40B4-BE49-F238E27FC236}">
                <a16:creationId xmlns:a16="http://schemas.microsoft.com/office/drawing/2014/main" id="{2BC1F5DD-2AE2-7932-C412-FF0455F1EEDE}"/>
              </a:ext>
            </a:extLst>
          </p:cNvPr>
          <p:cNvSpPr/>
          <p:nvPr/>
        </p:nvSpPr>
        <p:spPr>
          <a:xfrm>
            <a:off x="17527979" y="12175694"/>
            <a:ext cx="2033796" cy="3286848"/>
          </a:xfrm>
          <a:custGeom>
            <a:avLst/>
            <a:gdLst>
              <a:gd name="connsiteX0" fmla="*/ 0 w 2269863"/>
              <a:gd name="connsiteY0" fmla="*/ 3668357 h 3668357"/>
              <a:gd name="connsiteX1" fmla="*/ 645459 w 2269863"/>
              <a:gd name="connsiteY1" fmla="*/ 2377440 h 3668357"/>
              <a:gd name="connsiteX2" fmla="*/ 806823 w 2269863"/>
              <a:gd name="connsiteY2" fmla="*/ 1914861 h 3668357"/>
              <a:gd name="connsiteX3" fmla="*/ 892884 w 2269863"/>
              <a:gd name="connsiteY3" fmla="*/ 1775012 h 3668357"/>
              <a:gd name="connsiteX4" fmla="*/ 1054249 w 2269863"/>
              <a:gd name="connsiteY4" fmla="*/ 1645920 h 3668357"/>
              <a:gd name="connsiteX5" fmla="*/ 1323190 w 2269863"/>
              <a:gd name="connsiteY5" fmla="*/ 1301675 h 3668357"/>
              <a:gd name="connsiteX6" fmla="*/ 1355463 w 2269863"/>
              <a:gd name="connsiteY6" fmla="*/ 1280160 h 3668357"/>
              <a:gd name="connsiteX7" fmla="*/ 1409252 w 2269863"/>
              <a:gd name="connsiteY7" fmla="*/ 1226372 h 3668357"/>
              <a:gd name="connsiteX8" fmla="*/ 1473797 w 2269863"/>
              <a:gd name="connsiteY8" fmla="*/ 1161826 h 3668357"/>
              <a:gd name="connsiteX9" fmla="*/ 1549101 w 2269863"/>
              <a:gd name="connsiteY9" fmla="*/ 1086522 h 3668357"/>
              <a:gd name="connsiteX10" fmla="*/ 1645920 w 2269863"/>
              <a:gd name="connsiteY10" fmla="*/ 935915 h 3668357"/>
              <a:gd name="connsiteX11" fmla="*/ 1678193 w 2269863"/>
              <a:gd name="connsiteY11" fmla="*/ 871369 h 3668357"/>
              <a:gd name="connsiteX12" fmla="*/ 1710466 w 2269863"/>
              <a:gd name="connsiteY12" fmla="*/ 796066 h 3668357"/>
              <a:gd name="connsiteX13" fmla="*/ 1731981 w 2269863"/>
              <a:gd name="connsiteY13" fmla="*/ 731520 h 3668357"/>
              <a:gd name="connsiteX14" fmla="*/ 1742739 w 2269863"/>
              <a:gd name="connsiteY14" fmla="*/ 699247 h 3668357"/>
              <a:gd name="connsiteX15" fmla="*/ 1796527 w 2269863"/>
              <a:gd name="connsiteY15" fmla="*/ 634701 h 3668357"/>
              <a:gd name="connsiteX16" fmla="*/ 1807284 w 2269863"/>
              <a:gd name="connsiteY16" fmla="*/ 602428 h 3668357"/>
              <a:gd name="connsiteX17" fmla="*/ 1828800 w 2269863"/>
              <a:gd name="connsiteY17" fmla="*/ 580913 h 3668357"/>
              <a:gd name="connsiteX18" fmla="*/ 1850315 w 2269863"/>
              <a:gd name="connsiteY18" fmla="*/ 516367 h 3668357"/>
              <a:gd name="connsiteX19" fmla="*/ 1904103 w 2269863"/>
              <a:gd name="connsiteY19" fmla="*/ 419548 h 3668357"/>
              <a:gd name="connsiteX20" fmla="*/ 1947134 w 2269863"/>
              <a:gd name="connsiteY20" fmla="*/ 376517 h 3668357"/>
              <a:gd name="connsiteX21" fmla="*/ 1979407 w 2269863"/>
              <a:gd name="connsiteY21" fmla="*/ 344244 h 3668357"/>
              <a:gd name="connsiteX22" fmla="*/ 2022437 w 2269863"/>
              <a:gd name="connsiteY22" fmla="*/ 279699 h 3668357"/>
              <a:gd name="connsiteX23" fmla="*/ 2043953 w 2269863"/>
              <a:gd name="connsiteY23" fmla="*/ 247426 h 3668357"/>
              <a:gd name="connsiteX24" fmla="*/ 2086983 w 2269863"/>
              <a:gd name="connsiteY24" fmla="*/ 193637 h 3668357"/>
              <a:gd name="connsiteX25" fmla="*/ 2108499 w 2269863"/>
              <a:gd name="connsiteY25" fmla="*/ 172122 h 3668357"/>
              <a:gd name="connsiteX26" fmla="*/ 2151529 w 2269863"/>
              <a:gd name="connsiteY26" fmla="*/ 107576 h 3668357"/>
              <a:gd name="connsiteX27" fmla="*/ 2173044 w 2269863"/>
              <a:gd name="connsiteY27" fmla="*/ 75303 h 3668357"/>
              <a:gd name="connsiteX28" fmla="*/ 2226833 w 2269863"/>
              <a:gd name="connsiteY28" fmla="*/ 32273 h 3668357"/>
              <a:gd name="connsiteX29" fmla="*/ 2269863 w 2269863"/>
              <a:gd name="connsiteY29" fmla="*/ 0 h 3668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269863" h="3668357">
                <a:moveTo>
                  <a:pt x="0" y="3668357"/>
                </a:moveTo>
                <a:cubicBezTo>
                  <a:pt x="208213" y="3274563"/>
                  <a:pt x="483323" y="2818450"/>
                  <a:pt x="645459" y="2377440"/>
                </a:cubicBezTo>
                <a:cubicBezTo>
                  <a:pt x="726631" y="2156652"/>
                  <a:pt x="716363" y="2073166"/>
                  <a:pt x="806823" y="1914861"/>
                </a:cubicBezTo>
                <a:cubicBezTo>
                  <a:pt x="833980" y="1867337"/>
                  <a:pt x="855825" y="1815294"/>
                  <a:pt x="892884" y="1775012"/>
                </a:cubicBezTo>
                <a:cubicBezTo>
                  <a:pt x="939521" y="1724319"/>
                  <a:pt x="1007914" y="1696889"/>
                  <a:pt x="1054249" y="1645920"/>
                </a:cubicBezTo>
                <a:cubicBezTo>
                  <a:pt x="1152200" y="1538173"/>
                  <a:pt x="1230621" y="1414080"/>
                  <a:pt x="1323190" y="1301675"/>
                </a:cubicBezTo>
                <a:cubicBezTo>
                  <a:pt x="1331409" y="1291695"/>
                  <a:pt x="1345733" y="1288674"/>
                  <a:pt x="1355463" y="1280160"/>
                </a:cubicBezTo>
                <a:cubicBezTo>
                  <a:pt x="1374546" y="1263463"/>
                  <a:pt x="1391322" y="1244302"/>
                  <a:pt x="1409252" y="1226372"/>
                </a:cubicBezTo>
                <a:lnTo>
                  <a:pt x="1473797" y="1161826"/>
                </a:lnTo>
                <a:cubicBezTo>
                  <a:pt x="1498898" y="1136725"/>
                  <a:pt x="1529905" y="1116383"/>
                  <a:pt x="1549101" y="1086522"/>
                </a:cubicBezTo>
                <a:cubicBezTo>
                  <a:pt x="1581374" y="1036320"/>
                  <a:pt x="1615661" y="987356"/>
                  <a:pt x="1645920" y="935915"/>
                </a:cubicBezTo>
                <a:cubicBezTo>
                  <a:pt x="1757247" y="746658"/>
                  <a:pt x="1540379" y="1078084"/>
                  <a:pt x="1678193" y="871369"/>
                </a:cubicBezTo>
                <a:cubicBezTo>
                  <a:pt x="1712815" y="767497"/>
                  <a:pt x="1657300" y="928979"/>
                  <a:pt x="1710466" y="796066"/>
                </a:cubicBezTo>
                <a:cubicBezTo>
                  <a:pt x="1718889" y="775009"/>
                  <a:pt x="1724809" y="753035"/>
                  <a:pt x="1731981" y="731520"/>
                </a:cubicBezTo>
                <a:cubicBezTo>
                  <a:pt x="1735567" y="720762"/>
                  <a:pt x="1734721" y="707265"/>
                  <a:pt x="1742739" y="699247"/>
                </a:cubicBezTo>
                <a:cubicBezTo>
                  <a:pt x="1784154" y="657832"/>
                  <a:pt x="1766573" y="679633"/>
                  <a:pt x="1796527" y="634701"/>
                </a:cubicBezTo>
                <a:cubicBezTo>
                  <a:pt x="1800113" y="623943"/>
                  <a:pt x="1801450" y="612152"/>
                  <a:pt x="1807284" y="602428"/>
                </a:cubicBezTo>
                <a:cubicBezTo>
                  <a:pt x="1812502" y="593731"/>
                  <a:pt x="1824264" y="589985"/>
                  <a:pt x="1828800" y="580913"/>
                </a:cubicBezTo>
                <a:cubicBezTo>
                  <a:pt x="1838943" y="560628"/>
                  <a:pt x="1843143" y="537882"/>
                  <a:pt x="1850315" y="516367"/>
                </a:cubicBezTo>
                <a:cubicBezTo>
                  <a:pt x="1863842" y="475786"/>
                  <a:pt x="1867116" y="456535"/>
                  <a:pt x="1904103" y="419548"/>
                </a:cubicBezTo>
                <a:lnTo>
                  <a:pt x="1947134" y="376517"/>
                </a:lnTo>
                <a:cubicBezTo>
                  <a:pt x="1957892" y="365759"/>
                  <a:pt x="1970968" y="356903"/>
                  <a:pt x="1979407" y="344244"/>
                </a:cubicBezTo>
                <a:lnTo>
                  <a:pt x="2022437" y="279699"/>
                </a:lnTo>
                <a:cubicBezTo>
                  <a:pt x="2029609" y="268941"/>
                  <a:pt x="2034811" y="256569"/>
                  <a:pt x="2043953" y="247426"/>
                </a:cubicBezTo>
                <a:cubicBezTo>
                  <a:pt x="2095910" y="195466"/>
                  <a:pt x="2032690" y="261503"/>
                  <a:pt x="2086983" y="193637"/>
                </a:cubicBezTo>
                <a:cubicBezTo>
                  <a:pt x="2093319" y="185717"/>
                  <a:pt x="2102413" y="180236"/>
                  <a:pt x="2108499" y="172122"/>
                </a:cubicBezTo>
                <a:cubicBezTo>
                  <a:pt x="2124014" y="151436"/>
                  <a:pt x="2137186" y="129091"/>
                  <a:pt x="2151529" y="107576"/>
                </a:cubicBezTo>
                <a:cubicBezTo>
                  <a:pt x="2158701" y="96818"/>
                  <a:pt x="2163902" y="84445"/>
                  <a:pt x="2173044" y="75303"/>
                </a:cubicBezTo>
                <a:cubicBezTo>
                  <a:pt x="2193056" y="55292"/>
                  <a:pt x="2199692" y="45843"/>
                  <a:pt x="2226833" y="32273"/>
                </a:cubicBezTo>
                <a:cubicBezTo>
                  <a:pt x="2271143" y="10118"/>
                  <a:pt x="2250902" y="37923"/>
                  <a:pt x="226986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37C68BAA-6E19-7780-A26E-B87E832084BD}"/>
              </a:ext>
            </a:extLst>
          </p:cNvPr>
          <p:cNvSpPr/>
          <p:nvPr/>
        </p:nvSpPr>
        <p:spPr>
          <a:xfrm>
            <a:off x="18954525" y="12156414"/>
            <a:ext cx="867498" cy="3306125"/>
          </a:xfrm>
          <a:custGeom>
            <a:avLst/>
            <a:gdLst>
              <a:gd name="connsiteX0" fmla="*/ 731520 w 968188"/>
              <a:gd name="connsiteY0" fmla="*/ 3689873 h 3689873"/>
              <a:gd name="connsiteX1" fmla="*/ 720762 w 968188"/>
              <a:gd name="connsiteY1" fmla="*/ 3614570 h 3689873"/>
              <a:gd name="connsiteX2" fmla="*/ 699247 w 968188"/>
              <a:gd name="connsiteY2" fmla="*/ 3571539 h 3689873"/>
              <a:gd name="connsiteX3" fmla="*/ 688489 w 968188"/>
              <a:gd name="connsiteY3" fmla="*/ 3539266 h 3689873"/>
              <a:gd name="connsiteX4" fmla="*/ 613185 w 968188"/>
              <a:gd name="connsiteY4" fmla="*/ 3431690 h 3689873"/>
              <a:gd name="connsiteX5" fmla="*/ 580912 w 968188"/>
              <a:gd name="connsiteY5" fmla="*/ 3367144 h 3689873"/>
              <a:gd name="connsiteX6" fmla="*/ 559397 w 968188"/>
              <a:gd name="connsiteY6" fmla="*/ 3313356 h 3689873"/>
              <a:gd name="connsiteX7" fmla="*/ 537882 w 968188"/>
              <a:gd name="connsiteY7" fmla="*/ 3281083 h 3689873"/>
              <a:gd name="connsiteX8" fmla="*/ 516367 w 968188"/>
              <a:gd name="connsiteY8" fmla="*/ 3205779 h 3689873"/>
              <a:gd name="connsiteX9" fmla="*/ 494851 w 968188"/>
              <a:gd name="connsiteY9" fmla="*/ 3173506 h 3689873"/>
              <a:gd name="connsiteX10" fmla="*/ 451821 w 968188"/>
              <a:gd name="connsiteY10" fmla="*/ 3044415 h 3689873"/>
              <a:gd name="connsiteX11" fmla="*/ 441063 w 968188"/>
              <a:gd name="connsiteY11" fmla="*/ 3012142 h 3689873"/>
              <a:gd name="connsiteX12" fmla="*/ 408790 w 968188"/>
              <a:gd name="connsiteY12" fmla="*/ 2947596 h 3689873"/>
              <a:gd name="connsiteX13" fmla="*/ 387275 w 968188"/>
              <a:gd name="connsiteY13" fmla="*/ 2904565 h 3689873"/>
              <a:gd name="connsiteX14" fmla="*/ 376517 w 968188"/>
              <a:gd name="connsiteY14" fmla="*/ 2872292 h 3689873"/>
              <a:gd name="connsiteX15" fmla="*/ 355002 w 968188"/>
              <a:gd name="connsiteY15" fmla="*/ 2840019 h 3689873"/>
              <a:gd name="connsiteX16" fmla="*/ 344244 w 968188"/>
              <a:gd name="connsiteY16" fmla="*/ 2807746 h 3689873"/>
              <a:gd name="connsiteX17" fmla="*/ 301214 w 968188"/>
              <a:gd name="connsiteY17" fmla="*/ 2743200 h 3689873"/>
              <a:gd name="connsiteX18" fmla="*/ 268941 w 968188"/>
              <a:gd name="connsiteY18" fmla="*/ 2689412 h 3689873"/>
              <a:gd name="connsiteX19" fmla="*/ 236668 w 968188"/>
              <a:gd name="connsiteY19" fmla="*/ 2624866 h 3689873"/>
              <a:gd name="connsiteX20" fmla="*/ 225910 w 968188"/>
              <a:gd name="connsiteY20" fmla="*/ 2592593 h 3689873"/>
              <a:gd name="connsiteX21" fmla="*/ 182880 w 968188"/>
              <a:gd name="connsiteY21" fmla="*/ 2528048 h 3689873"/>
              <a:gd name="connsiteX22" fmla="*/ 161364 w 968188"/>
              <a:gd name="connsiteY22" fmla="*/ 2495775 h 3689873"/>
              <a:gd name="connsiteX23" fmla="*/ 129091 w 968188"/>
              <a:gd name="connsiteY23" fmla="*/ 2441986 h 3689873"/>
              <a:gd name="connsiteX24" fmla="*/ 118334 w 968188"/>
              <a:gd name="connsiteY24" fmla="*/ 2409713 h 3689873"/>
              <a:gd name="connsiteX25" fmla="*/ 96818 w 968188"/>
              <a:gd name="connsiteY25" fmla="*/ 2377440 h 3689873"/>
              <a:gd name="connsiteX26" fmla="*/ 75303 w 968188"/>
              <a:gd name="connsiteY26" fmla="*/ 2312895 h 3689873"/>
              <a:gd name="connsiteX27" fmla="*/ 53788 w 968188"/>
              <a:gd name="connsiteY27" fmla="*/ 2280622 h 3689873"/>
              <a:gd name="connsiteX28" fmla="*/ 21515 w 968188"/>
              <a:gd name="connsiteY28" fmla="*/ 2226833 h 3689873"/>
              <a:gd name="connsiteX29" fmla="*/ 10757 w 968188"/>
              <a:gd name="connsiteY29" fmla="*/ 2173045 h 3689873"/>
              <a:gd name="connsiteX30" fmla="*/ 0 w 968188"/>
              <a:gd name="connsiteY30" fmla="*/ 2130015 h 3689873"/>
              <a:gd name="connsiteX31" fmla="*/ 10757 w 968188"/>
              <a:gd name="connsiteY31" fmla="*/ 1947135 h 3689873"/>
              <a:gd name="connsiteX32" fmla="*/ 32272 w 968188"/>
              <a:gd name="connsiteY32" fmla="*/ 1925619 h 3689873"/>
              <a:gd name="connsiteX33" fmla="*/ 53788 w 968188"/>
              <a:gd name="connsiteY33" fmla="*/ 1850316 h 3689873"/>
              <a:gd name="connsiteX34" fmla="*/ 96818 w 968188"/>
              <a:gd name="connsiteY34" fmla="*/ 1775012 h 3689873"/>
              <a:gd name="connsiteX35" fmla="*/ 215152 w 968188"/>
              <a:gd name="connsiteY35" fmla="*/ 1570617 h 3689873"/>
              <a:gd name="connsiteX36" fmla="*/ 236668 w 968188"/>
              <a:gd name="connsiteY36" fmla="*/ 1538344 h 3689873"/>
              <a:gd name="connsiteX37" fmla="*/ 311971 w 968188"/>
              <a:gd name="connsiteY37" fmla="*/ 1463040 h 3689873"/>
              <a:gd name="connsiteX38" fmla="*/ 333487 w 968188"/>
              <a:gd name="connsiteY38" fmla="*/ 1441525 h 3689873"/>
              <a:gd name="connsiteX39" fmla="*/ 398032 w 968188"/>
              <a:gd name="connsiteY39" fmla="*/ 1398495 h 3689873"/>
              <a:gd name="connsiteX40" fmla="*/ 451821 w 968188"/>
              <a:gd name="connsiteY40" fmla="*/ 1333949 h 3689873"/>
              <a:gd name="connsiteX41" fmla="*/ 494851 w 968188"/>
              <a:gd name="connsiteY41" fmla="*/ 1280160 h 3689873"/>
              <a:gd name="connsiteX42" fmla="*/ 548640 w 968188"/>
              <a:gd name="connsiteY42" fmla="*/ 1237130 h 3689873"/>
              <a:gd name="connsiteX43" fmla="*/ 580912 w 968188"/>
              <a:gd name="connsiteY43" fmla="*/ 1172584 h 3689873"/>
              <a:gd name="connsiteX44" fmla="*/ 602428 w 968188"/>
              <a:gd name="connsiteY44" fmla="*/ 1108038 h 3689873"/>
              <a:gd name="connsiteX45" fmla="*/ 656216 w 968188"/>
              <a:gd name="connsiteY45" fmla="*/ 1032735 h 3689873"/>
              <a:gd name="connsiteX46" fmla="*/ 677731 w 968188"/>
              <a:gd name="connsiteY46" fmla="*/ 989704 h 3689873"/>
              <a:gd name="connsiteX47" fmla="*/ 720762 w 968188"/>
              <a:gd name="connsiteY47" fmla="*/ 946673 h 3689873"/>
              <a:gd name="connsiteX48" fmla="*/ 753035 w 968188"/>
              <a:gd name="connsiteY48" fmla="*/ 914400 h 3689873"/>
              <a:gd name="connsiteX49" fmla="*/ 785308 w 968188"/>
              <a:gd name="connsiteY49" fmla="*/ 871370 h 3689873"/>
              <a:gd name="connsiteX50" fmla="*/ 839096 w 968188"/>
              <a:gd name="connsiteY50" fmla="*/ 796066 h 3689873"/>
              <a:gd name="connsiteX51" fmla="*/ 871369 w 968188"/>
              <a:gd name="connsiteY51" fmla="*/ 763793 h 3689873"/>
              <a:gd name="connsiteX52" fmla="*/ 892884 w 968188"/>
              <a:gd name="connsiteY52" fmla="*/ 720763 h 3689873"/>
              <a:gd name="connsiteX53" fmla="*/ 914400 w 968188"/>
              <a:gd name="connsiteY53" fmla="*/ 688490 h 3689873"/>
              <a:gd name="connsiteX54" fmla="*/ 946672 w 968188"/>
              <a:gd name="connsiteY54" fmla="*/ 591671 h 3689873"/>
              <a:gd name="connsiteX55" fmla="*/ 957430 w 968188"/>
              <a:gd name="connsiteY55" fmla="*/ 559398 h 3689873"/>
              <a:gd name="connsiteX56" fmla="*/ 968188 w 968188"/>
              <a:gd name="connsiteY56" fmla="*/ 505610 h 3689873"/>
              <a:gd name="connsiteX57" fmla="*/ 957430 w 968188"/>
              <a:gd name="connsiteY57" fmla="*/ 408791 h 3689873"/>
              <a:gd name="connsiteX58" fmla="*/ 946672 w 968188"/>
              <a:gd name="connsiteY58" fmla="*/ 376518 h 3689873"/>
              <a:gd name="connsiteX59" fmla="*/ 914400 w 968188"/>
              <a:gd name="connsiteY59" fmla="*/ 344245 h 3689873"/>
              <a:gd name="connsiteX60" fmla="*/ 871369 w 968188"/>
              <a:gd name="connsiteY60" fmla="*/ 290457 h 3689873"/>
              <a:gd name="connsiteX61" fmla="*/ 849854 w 968188"/>
              <a:gd name="connsiteY61" fmla="*/ 258184 h 3689873"/>
              <a:gd name="connsiteX62" fmla="*/ 828338 w 968188"/>
              <a:gd name="connsiteY62" fmla="*/ 236669 h 3689873"/>
              <a:gd name="connsiteX63" fmla="*/ 796065 w 968188"/>
              <a:gd name="connsiteY63" fmla="*/ 129092 h 3689873"/>
              <a:gd name="connsiteX64" fmla="*/ 785308 w 968188"/>
              <a:gd name="connsiteY64" fmla="*/ 96819 h 3689873"/>
              <a:gd name="connsiteX65" fmla="*/ 763792 w 968188"/>
              <a:gd name="connsiteY65" fmla="*/ 75304 h 3689873"/>
              <a:gd name="connsiteX66" fmla="*/ 731520 w 968188"/>
              <a:gd name="connsiteY66" fmla="*/ 10758 h 3689873"/>
              <a:gd name="connsiteX67" fmla="*/ 710004 w 968188"/>
              <a:gd name="connsiteY67" fmla="*/ 0 h 3689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968188" h="3689873">
                <a:moveTo>
                  <a:pt x="731520" y="3689873"/>
                </a:moveTo>
                <a:cubicBezTo>
                  <a:pt x="727934" y="3664772"/>
                  <a:pt x="727434" y="3639032"/>
                  <a:pt x="720762" y="3614570"/>
                </a:cubicBezTo>
                <a:cubicBezTo>
                  <a:pt x="716542" y="3599098"/>
                  <a:pt x="705564" y="3586279"/>
                  <a:pt x="699247" y="3571539"/>
                </a:cubicBezTo>
                <a:cubicBezTo>
                  <a:pt x="694780" y="3561116"/>
                  <a:pt x="693996" y="3549179"/>
                  <a:pt x="688489" y="3539266"/>
                </a:cubicBezTo>
                <a:cubicBezTo>
                  <a:pt x="669568" y="3505208"/>
                  <a:pt x="637360" y="3463923"/>
                  <a:pt x="613185" y="3431690"/>
                </a:cubicBezTo>
                <a:cubicBezTo>
                  <a:pt x="586148" y="3350574"/>
                  <a:pt x="622619" y="3450557"/>
                  <a:pt x="580912" y="3367144"/>
                </a:cubicBezTo>
                <a:cubicBezTo>
                  <a:pt x="572276" y="3349872"/>
                  <a:pt x="568033" y="3330628"/>
                  <a:pt x="559397" y="3313356"/>
                </a:cubicBezTo>
                <a:cubicBezTo>
                  <a:pt x="553615" y="3301792"/>
                  <a:pt x="543664" y="3292647"/>
                  <a:pt x="537882" y="3281083"/>
                </a:cubicBezTo>
                <a:cubicBezTo>
                  <a:pt x="516939" y="3239198"/>
                  <a:pt x="537057" y="3254056"/>
                  <a:pt x="516367" y="3205779"/>
                </a:cubicBezTo>
                <a:cubicBezTo>
                  <a:pt x="511274" y="3193895"/>
                  <a:pt x="502023" y="3184264"/>
                  <a:pt x="494851" y="3173506"/>
                </a:cubicBezTo>
                <a:lnTo>
                  <a:pt x="451821" y="3044415"/>
                </a:lnTo>
                <a:cubicBezTo>
                  <a:pt x="448235" y="3033657"/>
                  <a:pt x="447353" y="3021577"/>
                  <a:pt x="441063" y="3012142"/>
                </a:cubicBezTo>
                <a:cubicBezTo>
                  <a:pt x="399718" y="2950123"/>
                  <a:pt x="435512" y="3009948"/>
                  <a:pt x="408790" y="2947596"/>
                </a:cubicBezTo>
                <a:cubicBezTo>
                  <a:pt x="402473" y="2932856"/>
                  <a:pt x="393592" y="2919305"/>
                  <a:pt x="387275" y="2904565"/>
                </a:cubicBezTo>
                <a:cubicBezTo>
                  <a:pt x="382808" y="2894142"/>
                  <a:pt x="381588" y="2882434"/>
                  <a:pt x="376517" y="2872292"/>
                </a:cubicBezTo>
                <a:cubicBezTo>
                  <a:pt x="370735" y="2860728"/>
                  <a:pt x="360784" y="2851583"/>
                  <a:pt x="355002" y="2840019"/>
                </a:cubicBezTo>
                <a:cubicBezTo>
                  <a:pt x="349931" y="2829877"/>
                  <a:pt x="349751" y="2817659"/>
                  <a:pt x="344244" y="2807746"/>
                </a:cubicBezTo>
                <a:cubicBezTo>
                  <a:pt x="331686" y="2785142"/>
                  <a:pt x="309392" y="2767731"/>
                  <a:pt x="301214" y="2743200"/>
                </a:cubicBezTo>
                <a:cubicBezTo>
                  <a:pt x="287248" y="2701306"/>
                  <a:pt x="298474" y="2718946"/>
                  <a:pt x="268941" y="2689412"/>
                </a:cubicBezTo>
                <a:cubicBezTo>
                  <a:pt x="241900" y="2608293"/>
                  <a:pt x="278376" y="2708282"/>
                  <a:pt x="236668" y="2624866"/>
                </a:cubicBezTo>
                <a:cubicBezTo>
                  <a:pt x="231597" y="2614724"/>
                  <a:pt x="231417" y="2602506"/>
                  <a:pt x="225910" y="2592593"/>
                </a:cubicBezTo>
                <a:cubicBezTo>
                  <a:pt x="213352" y="2569989"/>
                  <a:pt x="197223" y="2549563"/>
                  <a:pt x="182880" y="2528048"/>
                </a:cubicBezTo>
                <a:lnTo>
                  <a:pt x="161364" y="2495775"/>
                </a:lnTo>
                <a:cubicBezTo>
                  <a:pt x="130892" y="2404353"/>
                  <a:pt x="173391" y="2515820"/>
                  <a:pt x="129091" y="2441986"/>
                </a:cubicBezTo>
                <a:cubicBezTo>
                  <a:pt x="123257" y="2432262"/>
                  <a:pt x="123405" y="2419855"/>
                  <a:pt x="118334" y="2409713"/>
                </a:cubicBezTo>
                <a:cubicBezTo>
                  <a:pt x="112552" y="2398149"/>
                  <a:pt x="103990" y="2388198"/>
                  <a:pt x="96818" y="2377440"/>
                </a:cubicBezTo>
                <a:cubicBezTo>
                  <a:pt x="89646" y="2355925"/>
                  <a:pt x="87883" y="2331765"/>
                  <a:pt x="75303" y="2312895"/>
                </a:cubicBezTo>
                <a:cubicBezTo>
                  <a:pt x="68131" y="2302137"/>
                  <a:pt x="59570" y="2292186"/>
                  <a:pt x="53788" y="2280622"/>
                </a:cubicBezTo>
                <a:cubicBezTo>
                  <a:pt x="25858" y="2224762"/>
                  <a:pt x="63539" y="2268859"/>
                  <a:pt x="21515" y="2226833"/>
                </a:cubicBezTo>
                <a:cubicBezTo>
                  <a:pt x="17929" y="2208904"/>
                  <a:pt x="14723" y="2190894"/>
                  <a:pt x="10757" y="2173045"/>
                </a:cubicBezTo>
                <a:cubicBezTo>
                  <a:pt x="7550" y="2158612"/>
                  <a:pt x="0" y="2144800"/>
                  <a:pt x="0" y="2130015"/>
                </a:cubicBezTo>
                <a:cubicBezTo>
                  <a:pt x="0" y="2068950"/>
                  <a:pt x="1233" y="2007453"/>
                  <a:pt x="10757" y="1947135"/>
                </a:cubicBezTo>
                <a:cubicBezTo>
                  <a:pt x="12339" y="1937117"/>
                  <a:pt x="25100" y="1932791"/>
                  <a:pt x="32272" y="1925619"/>
                </a:cubicBezTo>
                <a:cubicBezTo>
                  <a:pt x="37732" y="1903781"/>
                  <a:pt x="44528" y="1871924"/>
                  <a:pt x="53788" y="1850316"/>
                </a:cubicBezTo>
                <a:cubicBezTo>
                  <a:pt x="90265" y="1765202"/>
                  <a:pt x="59006" y="1845233"/>
                  <a:pt x="96818" y="1775012"/>
                </a:cubicBezTo>
                <a:cubicBezTo>
                  <a:pt x="196401" y="1590074"/>
                  <a:pt x="100846" y="1742076"/>
                  <a:pt x="215152" y="1570617"/>
                </a:cubicBezTo>
                <a:cubicBezTo>
                  <a:pt x="222324" y="1559859"/>
                  <a:pt x="227526" y="1547486"/>
                  <a:pt x="236668" y="1538344"/>
                </a:cubicBezTo>
                <a:lnTo>
                  <a:pt x="311971" y="1463040"/>
                </a:lnTo>
                <a:cubicBezTo>
                  <a:pt x="319143" y="1455868"/>
                  <a:pt x="325048" y="1447151"/>
                  <a:pt x="333487" y="1441525"/>
                </a:cubicBezTo>
                <a:lnTo>
                  <a:pt x="398032" y="1398495"/>
                </a:lnTo>
                <a:cubicBezTo>
                  <a:pt x="451457" y="1318360"/>
                  <a:pt x="382789" y="1416787"/>
                  <a:pt x="451821" y="1333949"/>
                </a:cubicBezTo>
                <a:cubicBezTo>
                  <a:pt x="479776" y="1300403"/>
                  <a:pt x="463556" y="1305197"/>
                  <a:pt x="494851" y="1280160"/>
                </a:cubicBezTo>
                <a:cubicBezTo>
                  <a:pt x="562717" y="1225867"/>
                  <a:pt x="496680" y="1289087"/>
                  <a:pt x="548640" y="1237130"/>
                </a:cubicBezTo>
                <a:cubicBezTo>
                  <a:pt x="587864" y="1119451"/>
                  <a:pt x="525311" y="1297685"/>
                  <a:pt x="580912" y="1172584"/>
                </a:cubicBezTo>
                <a:cubicBezTo>
                  <a:pt x="590123" y="1151859"/>
                  <a:pt x="588820" y="1126181"/>
                  <a:pt x="602428" y="1108038"/>
                </a:cubicBezTo>
                <a:cubicBezTo>
                  <a:pt x="616284" y="1089563"/>
                  <a:pt x="643630" y="1054760"/>
                  <a:pt x="656216" y="1032735"/>
                </a:cubicBezTo>
                <a:cubicBezTo>
                  <a:pt x="664172" y="1018811"/>
                  <a:pt x="668109" y="1002533"/>
                  <a:pt x="677731" y="989704"/>
                </a:cubicBezTo>
                <a:cubicBezTo>
                  <a:pt x="689902" y="973476"/>
                  <a:pt x="706418" y="961017"/>
                  <a:pt x="720762" y="946673"/>
                </a:cubicBezTo>
                <a:cubicBezTo>
                  <a:pt x="731520" y="935915"/>
                  <a:pt x="743907" y="926571"/>
                  <a:pt x="753035" y="914400"/>
                </a:cubicBezTo>
                <a:cubicBezTo>
                  <a:pt x="763793" y="900057"/>
                  <a:pt x="774887" y="885960"/>
                  <a:pt x="785308" y="871370"/>
                </a:cubicBezTo>
                <a:cubicBezTo>
                  <a:pt x="809636" y="837312"/>
                  <a:pt x="808957" y="831228"/>
                  <a:pt x="839096" y="796066"/>
                </a:cubicBezTo>
                <a:cubicBezTo>
                  <a:pt x="848997" y="784515"/>
                  <a:pt x="862526" y="776173"/>
                  <a:pt x="871369" y="763793"/>
                </a:cubicBezTo>
                <a:cubicBezTo>
                  <a:pt x="880690" y="750744"/>
                  <a:pt x="884928" y="734686"/>
                  <a:pt x="892884" y="720763"/>
                </a:cubicBezTo>
                <a:cubicBezTo>
                  <a:pt x="899299" y="709537"/>
                  <a:pt x="907228" y="699248"/>
                  <a:pt x="914400" y="688490"/>
                </a:cubicBezTo>
                <a:lnTo>
                  <a:pt x="946672" y="591671"/>
                </a:lnTo>
                <a:cubicBezTo>
                  <a:pt x="950258" y="580913"/>
                  <a:pt x="955206" y="570517"/>
                  <a:pt x="957430" y="559398"/>
                </a:cubicBezTo>
                <a:lnTo>
                  <a:pt x="968188" y="505610"/>
                </a:lnTo>
                <a:cubicBezTo>
                  <a:pt x="964602" y="473337"/>
                  <a:pt x="962768" y="440821"/>
                  <a:pt x="957430" y="408791"/>
                </a:cubicBezTo>
                <a:cubicBezTo>
                  <a:pt x="955566" y="397606"/>
                  <a:pt x="952962" y="385953"/>
                  <a:pt x="946672" y="376518"/>
                </a:cubicBezTo>
                <a:cubicBezTo>
                  <a:pt x="938233" y="363860"/>
                  <a:pt x="925157" y="355003"/>
                  <a:pt x="914400" y="344245"/>
                </a:cubicBezTo>
                <a:cubicBezTo>
                  <a:pt x="893456" y="281415"/>
                  <a:pt x="920029" y="339117"/>
                  <a:pt x="871369" y="290457"/>
                </a:cubicBezTo>
                <a:cubicBezTo>
                  <a:pt x="862227" y="281315"/>
                  <a:pt x="857931" y="268280"/>
                  <a:pt x="849854" y="258184"/>
                </a:cubicBezTo>
                <a:cubicBezTo>
                  <a:pt x="843518" y="250264"/>
                  <a:pt x="835510" y="243841"/>
                  <a:pt x="828338" y="236669"/>
                </a:cubicBezTo>
                <a:cubicBezTo>
                  <a:pt x="812079" y="171629"/>
                  <a:pt x="822259" y="207674"/>
                  <a:pt x="796065" y="129092"/>
                </a:cubicBezTo>
                <a:cubicBezTo>
                  <a:pt x="792479" y="118334"/>
                  <a:pt x="793326" y="104837"/>
                  <a:pt x="785308" y="96819"/>
                </a:cubicBezTo>
                <a:lnTo>
                  <a:pt x="763792" y="75304"/>
                </a:lnTo>
                <a:cubicBezTo>
                  <a:pt x="755043" y="49056"/>
                  <a:pt x="752374" y="31612"/>
                  <a:pt x="731520" y="10758"/>
                </a:cubicBezTo>
                <a:cubicBezTo>
                  <a:pt x="725850" y="5088"/>
                  <a:pt x="717176" y="3586"/>
                  <a:pt x="710004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7D98430C-9D3E-C4B4-F7AF-C072AE53FE80}"/>
              </a:ext>
            </a:extLst>
          </p:cNvPr>
          <p:cNvSpPr/>
          <p:nvPr/>
        </p:nvSpPr>
        <p:spPr>
          <a:xfrm>
            <a:off x="20058281" y="1134162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1" name="Freeform 230">
            <a:extLst>
              <a:ext uri="{FF2B5EF4-FFF2-40B4-BE49-F238E27FC236}">
                <a16:creationId xmlns:a16="http://schemas.microsoft.com/office/drawing/2014/main" id="{9B7D225E-5477-B137-8E6A-3A53C4BF87AB}"/>
              </a:ext>
            </a:extLst>
          </p:cNvPr>
          <p:cNvSpPr/>
          <p:nvPr/>
        </p:nvSpPr>
        <p:spPr>
          <a:xfrm>
            <a:off x="19995502" y="11886525"/>
            <a:ext cx="1330185" cy="3566374"/>
          </a:xfrm>
          <a:custGeom>
            <a:avLst/>
            <a:gdLst>
              <a:gd name="connsiteX0" fmla="*/ 1043517 w 1484581"/>
              <a:gd name="connsiteY0" fmla="*/ 3980330 h 3980330"/>
              <a:gd name="connsiteX1" fmla="*/ 1065032 w 1484581"/>
              <a:gd name="connsiteY1" fmla="*/ 3905026 h 3980330"/>
              <a:gd name="connsiteX2" fmla="*/ 1075790 w 1484581"/>
              <a:gd name="connsiteY2" fmla="*/ 3872753 h 3980330"/>
              <a:gd name="connsiteX3" fmla="*/ 1086548 w 1484581"/>
              <a:gd name="connsiteY3" fmla="*/ 3829723 h 3980330"/>
              <a:gd name="connsiteX4" fmla="*/ 1108063 w 1484581"/>
              <a:gd name="connsiteY4" fmla="*/ 3797450 h 3980330"/>
              <a:gd name="connsiteX5" fmla="*/ 1151094 w 1484581"/>
              <a:gd name="connsiteY5" fmla="*/ 3700631 h 3980330"/>
              <a:gd name="connsiteX6" fmla="*/ 1161851 w 1484581"/>
              <a:gd name="connsiteY6" fmla="*/ 3668358 h 3980330"/>
              <a:gd name="connsiteX7" fmla="*/ 1237155 w 1484581"/>
              <a:gd name="connsiteY7" fmla="*/ 3603812 h 3980330"/>
              <a:gd name="connsiteX8" fmla="*/ 1301701 w 1484581"/>
              <a:gd name="connsiteY8" fmla="*/ 3539266 h 3980330"/>
              <a:gd name="connsiteX9" fmla="*/ 1344731 w 1484581"/>
              <a:gd name="connsiteY9" fmla="*/ 3463963 h 3980330"/>
              <a:gd name="connsiteX10" fmla="*/ 1355489 w 1484581"/>
              <a:gd name="connsiteY10" fmla="*/ 3431690 h 3980330"/>
              <a:gd name="connsiteX11" fmla="*/ 1366247 w 1484581"/>
              <a:gd name="connsiteY11" fmla="*/ 3388659 h 3980330"/>
              <a:gd name="connsiteX12" fmla="*/ 1387762 w 1484581"/>
              <a:gd name="connsiteY12" fmla="*/ 3356386 h 3980330"/>
              <a:gd name="connsiteX13" fmla="*/ 1420035 w 1484581"/>
              <a:gd name="connsiteY13" fmla="*/ 3291840 h 3980330"/>
              <a:gd name="connsiteX14" fmla="*/ 1430792 w 1484581"/>
              <a:gd name="connsiteY14" fmla="*/ 3248810 h 3980330"/>
              <a:gd name="connsiteX15" fmla="*/ 1452308 w 1484581"/>
              <a:gd name="connsiteY15" fmla="*/ 3184264 h 3980330"/>
              <a:gd name="connsiteX16" fmla="*/ 1463065 w 1484581"/>
              <a:gd name="connsiteY16" fmla="*/ 3151991 h 3980330"/>
              <a:gd name="connsiteX17" fmla="*/ 1473823 w 1484581"/>
              <a:gd name="connsiteY17" fmla="*/ 3119718 h 3980330"/>
              <a:gd name="connsiteX18" fmla="*/ 1484581 w 1484581"/>
              <a:gd name="connsiteY18" fmla="*/ 3076687 h 3980330"/>
              <a:gd name="connsiteX19" fmla="*/ 1473823 w 1484581"/>
              <a:gd name="connsiteY19" fmla="*/ 2506532 h 3980330"/>
              <a:gd name="connsiteX20" fmla="*/ 1452308 w 1484581"/>
              <a:gd name="connsiteY20" fmla="*/ 2441986 h 3980330"/>
              <a:gd name="connsiteX21" fmla="*/ 1441550 w 1484581"/>
              <a:gd name="connsiteY21" fmla="*/ 2409713 h 3980330"/>
              <a:gd name="connsiteX22" fmla="*/ 1430792 w 1484581"/>
              <a:gd name="connsiteY22" fmla="*/ 2377440 h 3980330"/>
              <a:gd name="connsiteX23" fmla="*/ 1387762 w 1484581"/>
              <a:gd name="connsiteY23" fmla="*/ 2312894 h 3980330"/>
              <a:gd name="connsiteX24" fmla="*/ 1366247 w 1484581"/>
              <a:gd name="connsiteY24" fmla="*/ 2280622 h 3980330"/>
              <a:gd name="connsiteX25" fmla="*/ 1290943 w 1484581"/>
              <a:gd name="connsiteY25" fmla="*/ 2194560 h 3980330"/>
              <a:gd name="connsiteX26" fmla="*/ 1280185 w 1484581"/>
              <a:gd name="connsiteY26" fmla="*/ 2162287 h 3980330"/>
              <a:gd name="connsiteX27" fmla="*/ 1258670 w 1484581"/>
              <a:gd name="connsiteY27" fmla="*/ 2130014 h 3980330"/>
              <a:gd name="connsiteX28" fmla="*/ 1237155 w 1484581"/>
              <a:gd name="connsiteY28" fmla="*/ 2065469 h 3980330"/>
              <a:gd name="connsiteX29" fmla="*/ 1172609 w 1484581"/>
              <a:gd name="connsiteY29" fmla="*/ 1957892 h 3980330"/>
              <a:gd name="connsiteX30" fmla="*/ 1129578 w 1484581"/>
              <a:gd name="connsiteY30" fmla="*/ 1904104 h 3980330"/>
              <a:gd name="connsiteX31" fmla="*/ 1097305 w 1484581"/>
              <a:gd name="connsiteY31" fmla="*/ 1850316 h 3980330"/>
              <a:gd name="connsiteX32" fmla="*/ 1032760 w 1484581"/>
              <a:gd name="connsiteY32" fmla="*/ 1764254 h 3980330"/>
              <a:gd name="connsiteX33" fmla="*/ 1000487 w 1484581"/>
              <a:gd name="connsiteY33" fmla="*/ 1699709 h 3980330"/>
              <a:gd name="connsiteX34" fmla="*/ 989729 w 1484581"/>
              <a:gd name="connsiteY34" fmla="*/ 1667436 h 3980330"/>
              <a:gd name="connsiteX35" fmla="*/ 968214 w 1484581"/>
              <a:gd name="connsiteY35" fmla="*/ 1635163 h 3980330"/>
              <a:gd name="connsiteX36" fmla="*/ 957456 w 1484581"/>
              <a:gd name="connsiteY36" fmla="*/ 1602890 h 3980330"/>
              <a:gd name="connsiteX37" fmla="*/ 935941 w 1484581"/>
              <a:gd name="connsiteY37" fmla="*/ 1516829 h 3980330"/>
              <a:gd name="connsiteX38" fmla="*/ 925183 w 1484581"/>
              <a:gd name="connsiteY38" fmla="*/ 1430767 h 3980330"/>
              <a:gd name="connsiteX39" fmla="*/ 903668 w 1484581"/>
              <a:gd name="connsiteY39" fmla="*/ 1333949 h 3980330"/>
              <a:gd name="connsiteX40" fmla="*/ 882152 w 1484581"/>
              <a:gd name="connsiteY40" fmla="*/ 1269403 h 3980330"/>
              <a:gd name="connsiteX41" fmla="*/ 871395 w 1484581"/>
              <a:gd name="connsiteY41" fmla="*/ 1237130 h 3980330"/>
              <a:gd name="connsiteX42" fmla="*/ 828364 w 1484581"/>
              <a:gd name="connsiteY42" fmla="*/ 1183342 h 3980330"/>
              <a:gd name="connsiteX43" fmla="*/ 806849 w 1484581"/>
              <a:gd name="connsiteY43" fmla="*/ 1161826 h 3980330"/>
              <a:gd name="connsiteX44" fmla="*/ 785334 w 1484581"/>
              <a:gd name="connsiteY44" fmla="*/ 1129553 h 3980330"/>
              <a:gd name="connsiteX45" fmla="*/ 763818 w 1484581"/>
              <a:gd name="connsiteY45" fmla="*/ 1108038 h 3980330"/>
              <a:gd name="connsiteX46" fmla="*/ 720788 w 1484581"/>
              <a:gd name="connsiteY46" fmla="*/ 1043492 h 3980330"/>
              <a:gd name="connsiteX47" fmla="*/ 656242 w 1484581"/>
              <a:gd name="connsiteY47" fmla="*/ 957431 h 3980330"/>
              <a:gd name="connsiteX48" fmla="*/ 613211 w 1484581"/>
              <a:gd name="connsiteY48" fmla="*/ 860612 h 3980330"/>
              <a:gd name="connsiteX49" fmla="*/ 570181 w 1484581"/>
              <a:gd name="connsiteY49" fmla="*/ 731520 h 3980330"/>
              <a:gd name="connsiteX50" fmla="*/ 559423 w 1484581"/>
              <a:gd name="connsiteY50" fmla="*/ 699247 h 3980330"/>
              <a:gd name="connsiteX51" fmla="*/ 505635 w 1484581"/>
              <a:gd name="connsiteY51" fmla="*/ 602429 h 3980330"/>
              <a:gd name="connsiteX52" fmla="*/ 462604 w 1484581"/>
              <a:gd name="connsiteY52" fmla="*/ 559398 h 3980330"/>
              <a:gd name="connsiteX53" fmla="*/ 408816 w 1484581"/>
              <a:gd name="connsiteY53" fmla="*/ 516367 h 3980330"/>
              <a:gd name="connsiteX54" fmla="*/ 387301 w 1484581"/>
              <a:gd name="connsiteY54" fmla="*/ 484094 h 3980330"/>
              <a:gd name="connsiteX55" fmla="*/ 344270 w 1484581"/>
              <a:gd name="connsiteY55" fmla="*/ 430306 h 3980330"/>
              <a:gd name="connsiteX56" fmla="*/ 333512 w 1484581"/>
              <a:gd name="connsiteY56" fmla="*/ 398033 h 3980330"/>
              <a:gd name="connsiteX57" fmla="*/ 290482 w 1484581"/>
              <a:gd name="connsiteY57" fmla="*/ 333487 h 3980330"/>
              <a:gd name="connsiteX58" fmla="*/ 236694 w 1484581"/>
              <a:gd name="connsiteY58" fmla="*/ 236669 h 3980330"/>
              <a:gd name="connsiteX59" fmla="*/ 215178 w 1484581"/>
              <a:gd name="connsiteY59" fmla="*/ 204396 h 3980330"/>
              <a:gd name="connsiteX60" fmla="*/ 193663 w 1484581"/>
              <a:gd name="connsiteY60" fmla="*/ 182880 h 3980330"/>
              <a:gd name="connsiteX61" fmla="*/ 172148 w 1484581"/>
              <a:gd name="connsiteY61" fmla="*/ 150607 h 3980330"/>
              <a:gd name="connsiteX62" fmla="*/ 118360 w 1484581"/>
              <a:gd name="connsiteY62" fmla="*/ 107577 h 3980330"/>
              <a:gd name="connsiteX63" fmla="*/ 43056 w 1484581"/>
              <a:gd name="connsiteY63" fmla="*/ 53789 h 3980330"/>
              <a:gd name="connsiteX64" fmla="*/ 25 w 1484581"/>
              <a:gd name="connsiteY64" fmla="*/ 0 h 3980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484581" h="3980330">
                <a:moveTo>
                  <a:pt x="1043517" y="3980330"/>
                </a:moveTo>
                <a:cubicBezTo>
                  <a:pt x="1050689" y="3955229"/>
                  <a:pt x="1057531" y="3930031"/>
                  <a:pt x="1065032" y="3905026"/>
                </a:cubicBezTo>
                <a:cubicBezTo>
                  <a:pt x="1068290" y="3894165"/>
                  <a:pt x="1072675" y="3883656"/>
                  <a:pt x="1075790" y="3872753"/>
                </a:cubicBezTo>
                <a:cubicBezTo>
                  <a:pt x="1079852" y="3858537"/>
                  <a:pt x="1080724" y="3843312"/>
                  <a:pt x="1086548" y="3829723"/>
                </a:cubicBezTo>
                <a:cubicBezTo>
                  <a:pt x="1091641" y="3817839"/>
                  <a:pt x="1102812" y="3809265"/>
                  <a:pt x="1108063" y="3797450"/>
                </a:cubicBezTo>
                <a:cubicBezTo>
                  <a:pt x="1159268" y="3682238"/>
                  <a:pt x="1102403" y="3773666"/>
                  <a:pt x="1151094" y="3700631"/>
                </a:cubicBezTo>
                <a:cubicBezTo>
                  <a:pt x="1154680" y="3689873"/>
                  <a:pt x="1155260" y="3677585"/>
                  <a:pt x="1161851" y="3668358"/>
                </a:cubicBezTo>
                <a:cubicBezTo>
                  <a:pt x="1206721" y="3605539"/>
                  <a:pt x="1192658" y="3643364"/>
                  <a:pt x="1237155" y="3603812"/>
                </a:cubicBezTo>
                <a:cubicBezTo>
                  <a:pt x="1259897" y="3583597"/>
                  <a:pt x="1284823" y="3564583"/>
                  <a:pt x="1301701" y="3539266"/>
                </a:cubicBezTo>
                <a:cubicBezTo>
                  <a:pt x="1323308" y="3506855"/>
                  <a:pt x="1328353" y="3502179"/>
                  <a:pt x="1344731" y="3463963"/>
                </a:cubicBezTo>
                <a:cubicBezTo>
                  <a:pt x="1349198" y="3453540"/>
                  <a:pt x="1352374" y="3442593"/>
                  <a:pt x="1355489" y="3431690"/>
                </a:cubicBezTo>
                <a:cubicBezTo>
                  <a:pt x="1359551" y="3417474"/>
                  <a:pt x="1360423" y="3402249"/>
                  <a:pt x="1366247" y="3388659"/>
                </a:cubicBezTo>
                <a:cubicBezTo>
                  <a:pt x="1371340" y="3376775"/>
                  <a:pt x="1381980" y="3367950"/>
                  <a:pt x="1387762" y="3356386"/>
                </a:cubicBezTo>
                <a:cubicBezTo>
                  <a:pt x="1432301" y="3267309"/>
                  <a:pt x="1358376" y="3384330"/>
                  <a:pt x="1420035" y="3291840"/>
                </a:cubicBezTo>
                <a:cubicBezTo>
                  <a:pt x="1423621" y="3277497"/>
                  <a:pt x="1426544" y="3262971"/>
                  <a:pt x="1430792" y="3248810"/>
                </a:cubicBezTo>
                <a:cubicBezTo>
                  <a:pt x="1437309" y="3227087"/>
                  <a:pt x="1445136" y="3205779"/>
                  <a:pt x="1452308" y="3184264"/>
                </a:cubicBezTo>
                <a:lnTo>
                  <a:pt x="1463065" y="3151991"/>
                </a:lnTo>
                <a:cubicBezTo>
                  <a:pt x="1466651" y="3141233"/>
                  <a:pt x="1471073" y="3130719"/>
                  <a:pt x="1473823" y="3119718"/>
                </a:cubicBezTo>
                <a:lnTo>
                  <a:pt x="1484581" y="3076687"/>
                </a:lnTo>
                <a:cubicBezTo>
                  <a:pt x="1480995" y="2886635"/>
                  <a:pt x="1483476" y="2696372"/>
                  <a:pt x="1473823" y="2506532"/>
                </a:cubicBezTo>
                <a:cubicBezTo>
                  <a:pt x="1472671" y="2483882"/>
                  <a:pt x="1459480" y="2463501"/>
                  <a:pt x="1452308" y="2441986"/>
                </a:cubicBezTo>
                <a:lnTo>
                  <a:pt x="1441550" y="2409713"/>
                </a:lnTo>
                <a:cubicBezTo>
                  <a:pt x="1437964" y="2398955"/>
                  <a:pt x="1437082" y="2386875"/>
                  <a:pt x="1430792" y="2377440"/>
                </a:cubicBezTo>
                <a:lnTo>
                  <a:pt x="1387762" y="2312894"/>
                </a:lnTo>
                <a:cubicBezTo>
                  <a:pt x="1380590" y="2302137"/>
                  <a:pt x="1375389" y="2289764"/>
                  <a:pt x="1366247" y="2280622"/>
                </a:cubicBezTo>
                <a:cubicBezTo>
                  <a:pt x="1338204" y="2252579"/>
                  <a:pt x="1308734" y="2230142"/>
                  <a:pt x="1290943" y="2194560"/>
                </a:cubicBezTo>
                <a:cubicBezTo>
                  <a:pt x="1285872" y="2184418"/>
                  <a:pt x="1285256" y="2172429"/>
                  <a:pt x="1280185" y="2162287"/>
                </a:cubicBezTo>
                <a:cubicBezTo>
                  <a:pt x="1274403" y="2150723"/>
                  <a:pt x="1263921" y="2141829"/>
                  <a:pt x="1258670" y="2130014"/>
                </a:cubicBezTo>
                <a:cubicBezTo>
                  <a:pt x="1249459" y="2109290"/>
                  <a:pt x="1247297" y="2085754"/>
                  <a:pt x="1237155" y="2065469"/>
                </a:cubicBezTo>
                <a:cubicBezTo>
                  <a:pt x="1204075" y="1999308"/>
                  <a:pt x="1224537" y="2035784"/>
                  <a:pt x="1172609" y="1957892"/>
                </a:cubicBezTo>
                <a:cubicBezTo>
                  <a:pt x="1145467" y="1917179"/>
                  <a:pt x="1160237" y="1934762"/>
                  <a:pt x="1129578" y="1904104"/>
                </a:cubicBezTo>
                <a:cubicBezTo>
                  <a:pt x="1109010" y="1842395"/>
                  <a:pt x="1132746" y="1897571"/>
                  <a:pt x="1097305" y="1850316"/>
                </a:cubicBezTo>
                <a:cubicBezTo>
                  <a:pt x="1024313" y="1752994"/>
                  <a:pt x="1082104" y="1813601"/>
                  <a:pt x="1032760" y="1764254"/>
                </a:cubicBezTo>
                <a:cubicBezTo>
                  <a:pt x="1005719" y="1683135"/>
                  <a:pt x="1042196" y="1783127"/>
                  <a:pt x="1000487" y="1699709"/>
                </a:cubicBezTo>
                <a:cubicBezTo>
                  <a:pt x="995416" y="1689567"/>
                  <a:pt x="994800" y="1677578"/>
                  <a:pt x="989729" y="1667436"/>
                </a:cubicBezTo>
                <a:cubicBezTo>
                  <a:pt x="983947" y="1655872"/>
                  <a:pt x="973996" y="1646727"/>
                  <a:pt x="968214" y="1635163"/>
                </a:cubicBezTo>
                <a:cubicBezTo>
                  <a:pt x="963143" y="1625021"/>
                  <a:pt x="960440" y="1613830"/>
                  <a:pt x="957456" y="1602890"/>
                </a:cubicBezTo>
                <a:cubicBezTo>
                  <a:pt x="949676" y="1574362"/>
                  <a:pt x="939609" y="1546171"/>
                  <a:pt x="935941" y="1516829"/>
                </a:cubicBezTo>
                <a:cubicBezTo>
                  <a:pt x="932355" y="1488142"/>
                  <a:pt x="929579" y="1459341"/>
                  <a:pt x="925183" y="1430767"/>
                </a:cubicBezTo>
                <a:cubicBezTo>
                  <a:pt x="921952" y="1409765"/>
                  <a:pt x="910429" y="1356484"/>
                  <a:pt x="903668" y="1333949"/>
                </a:cubicBezTo>
                <a:cubicBezTo>
                  <a:pt x="897151" y="1312226"/>
                  <a:pt x="889324" y="1290918"/>
                  <a:pt x="882152" y="1269403"/>
                </a:cubicBezTo>
                <a:cubicBezTo>
                  <a:pt x="878566" y="1258645"/>
                  <a:pt x="879413" y="1245148"/>
                  <a:pt x="871395" y="1237130"/>
                </a:cubicBezTo>
                <a:cubicBezTo>
                  <a:pt x="819446" y="1185179"/>
                  <a:pt x="882647" y="1251195"/>
                  <a:pt x="828364" y="1183342"/>
                </a:cubicBezTo>
                <a:cubicBezTo>
                  <a:pt x="822028" y="1175422"/>
                  <a:pt x="813185" y="1169746"/>
                  <a:pt x="806849" y="1161826"/>
                </a:cubicBezTo>
                <a:cubicBezTo>
                  <a:pt x="798772" y="1151730"/>
                  <a:pt x="793411" y="1139649"/>
                  <a:pt x="785334" y="1129553"/>
                </a:cubicBezTo>
                <a:cubicBezTo>
                  <a:pt x="778998" y="1121633"/>
                  <a:pt x="769904" y="1116152"/>
                  <a:pt x="763818" y="1108038"/>
                </a:cubicBezTo>
                <a:cubicBezTo>
                  <a:pt x="748303" y="1087352"/>
                  <a:pt x="739073" y="1061776"/>
                  <a:pt x="720788" y="1043492"/>
                </a:cubicBezTo>
                <a:cubicBezTo>
                  <a:pt x="695300" y="1018005"/>
                  <a:pt x="668407" y="993927"/>
                  <a:pt x="656242" y="957431"/>
                </a:cubicBezTo>
                <a:cubicBezTo>
                  <a:pt x="630638" y="880619"/>
                  <a:pt x="647307" y="911755"/>
                  <a:pt x="613211" y="860612"/>
                </a:cubicBezTo>
                <a:lnTo>
                  <a:pt x="570181" y="731520"/>
                </a:lnTo>
                <a:lnTo>
                  <a:pt x="559423" y="699247"/>
                </a:lnTo>
                <a:cubicBezTo>
                  <a:pt x="545895" y="658665"/>
                  <a:pt x="542624" y="639418"/>
                  <a:pt x="505635" y="602429"/>
                </a:cubicBezTo>
                <a:cubicBezTo>
                  <a:pt x="491291" y="588085"/>
                  <a:pt x="479482" y="570650"/>
                  <a:pt x="462604" y="559398"/>
                </a:cubicBezTo>
                <a:cubicBezTo>
                  <a:pt x="438638" y="543421"/>
                  <a:pt x="426336" y="538268"/>
                  <a:pt x="408816" y="516367"/>
                </a:cubicBezTo>
                <a:cubicBezTo>
                  <a:pt x="400739" y="506271"/>
                  <a:pt x="395378" y="494190"/>
                  <a:pt x="387301" y="484094"/>
                </a:cubicBezTo>
                <a:cubicBezTo>
                  <a:pt x="360615" y="450738"/>
                  <a:pt x="366347" y="474459"/>
                  <a:pt x="344270" y="430306"/>
                </a:cubicBezTo>
                <a:cubicBezTo>
                  <a:pt x="339199" y="420164"/>
                  <a:pt x="339019" y="407946"/>
                  <a:pt x="333512" y="398033"/>
                </a:cubicBezTo>
                <a:cubicBezTo>
                  <a:pt x="320954" y="375429"/>
                  <a:pt x="298659" y="358018"/>
                  <a:pt x="290482" y="333487"/>
                </a:cubicBezTo>
                <a:cubicBezTo>
                  <a:pt x="271547" y="276684"/>
                  <a:pt x="286014" y="310648"/>
                  <a:pt x="236694" y="236669"/>
                </a:cubicBezTo>
                <a:cubicBezTo>
                  <a:pt x="229522" y="225911"/>
                  <a:pt x="224320" y="213539"/>
                  <a:pt x="215178" y="204396"/>
                </a:cubicBezTo>
                <a:cubicBezTo>
                  <a:pt x="208006" y="197224"/>
                  <a:pt x="199999" y="190800"/>
                  <a:pt x="193663" y="182880"/>
                </a:cubicBezTo>
                <a:cubicBezTo>
                  <a:pt x="185586" y="172784"/>
                  <a:pt x="180225" y="160703"/>
                  <a:pt x="172148" y="150607"/>
                </a:cubicBezTo>
                <a:cubicBezTo>
                  <a:pt x="145517" y="117319"/>
                  <a:pt x="153937" y="138072"/>
                  <a:pt x="118360" y="107577"/>
                </a:cubicBezTo>
                <a:cubicBezTo>
                  <a:pt x="53390" y="51888"/>
                  <a:pt x="102355" y="73554"/>
                  <a:pt x="43056" y="53789"/>
                </a:cubicBezTo>
                <a:cubicBezTo>
                  <a:pt x="-2511" y="8222"/>
                  <a:pt x="25" y="31043"/>
                  <a:pt x="25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C403130E-0ED3-CCB0-DC07-4B3433181545}"/>
              </a:ext>
            </a:extLst>
          </p:cNvPr>
          <p:cNvSpPr/>
          <p:nvPr/>
        </p:nvSpPr>
        <p:spPr>
          <a:xfrm>
            <a:off x="19581051" y="11896164"/>
            <a:ext cx="327722" cy="231334"/>
          </a:xfrm>
          <a:custGeom>
            <a:avLst/>
            <a:gdLst>
              <a:gd name="connsiteX0" fmla="*/ 0 w 365760"/>
              <a:gd name="connsiteY0" fmla="*/ 258184 h 258184"/>
              <a:gd name="connsiteX1" fmla="*/ 75303 w 365760"/>
              <a:gd name="connsiteY1" fmla="*/ 204395 h 258184"/>
              <a:gd name="connsiteX2" fmla="*/ 139849 w 365760"/>
              <a:gd name="connsiteY2" fmla="*/ 161365 h 258184"/>
              <a:gd name="connsiteX3" fmla="*/ 225910 w 365760"/>
              <a:gd name="connsiteY3" fmla="*/ 96819 h 258184"/>
              <a:gd name="connsiteX4" fmla="*/ 258183 w 365760"/>
              <a:gd name="connsiteY4" fmla="*/ 86061 h 258184"/>
              <a:gd name="connsiteX5" fmla="*/ 290456 w 365760"/>
              <a:gd name="connsiteY5" fmla="*/ 64546 h 258184"/>
              <a:gd name="connsiteX6" fmla="*/ 355002 w 365760"/>
              <a:gd name="connsiteY6" fmla="*/ 32273 h 258184"/>
              <a:gd name="connsiteX7" fmla="*/ 365760 w 365760"/>
              <a:gd name="connsiteY7" fmla="*/ 0 h 258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760" h="258184">
                <a:moveTo>
                  <a:pt x="0" y="258184"/>
                </a:moveTo>
                <a:cubicBezTo>
                  <a:pt x="25101" y="240254"/>
                  <a:pt x="51216" y="223665"/>
                  <a:pt x="75303" y="204395"/>
                </a:cubicBezTo>
                <a:cubicBezTo>
                  <a:pt x="132860" y="158349"/>
                  <a:pt x="80274" y="181222"/>
                  <a:pt x="139849" y="161365"/>
                </a:cubicBezTo>
                <a:cubicBezTo>
                  <a:pt x="165336" y="135877"/>
                  <a:pt x="189413" y="108985"/>
                  <a:pt x="225910" y="96819"/>
                </a:cubicBezTo>
                <a:cubicBezTo>
                  <a:pt x="236668" y="93233"/>
                  <a:pt x="248041" y="91132"/>
                  <a:pt x="258183" y="86061"/>
                </a:cubicBezTo>
                <a:cubicBezTo>
                  <a:pt x="269747" y="80279"/>
                  <a:pt x="278892" y="70328"/>
                  <a:pt x="290456" y="64546"/>
                </a:cubicBezTo>
                <a:cubicBezTo>
                  <a:pt x="379533" y="20007"/>
                  <a:pt x="262512" y="93932"/>
                  <a:pt x="355002" y="32273"/>
                </a:cubicBezTo>
                <a:lnTo>
                  <a:pt x="365760" y="0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30745B3F-E644-6F0A-E6AB-18060C53F0A3}"/>
              </a:ext>
            </a:extLst>
          </p:cNvPr>
          <p:cNvSpPr/>
          <p:nvPr/>
        </p:nvSpPr>
        <p:spPr>
          <a:xfrm>
            <a:off x="19947328" y="11404589"/>
            <a:ext cx="154662" cy="462665"/>
          </a:xfrm>
          <a:custGeom>
            <a:avLst/>
            <a:gdLst>
              <a:gd name="connsiteX0" fmla="*/ 0 w 172614"/>
              <a:gd name="connsiteY0" fmla="*/ 516367 h 516367"/>
              <a:gd name="connsiteX1" fmla="*/ 10758 w 172614"/>
              <a:gd name="connsiteY1" fmla="*/ 441064 h 516367"/>
              <a:gd name="connsiteX2" fmla="*/ 21515 w 172614"/>
              <a:gd name="connsiteY2" fmla="*/ 408791 h 516367"/>
              <a:gd name="connsiteX3" fmla="*/ 32273 w 172614"/>
              <a:gd name="connsiteY3" fmla="*/ 365760 h 516367"/>
              <a:gd name="connsiteX4" fmla="*/ 53788 w 172614"/>
              <a:gd name="connsiteY4" fmla="*/ 236668 h 516367"/>
              <a:gd name="connsiteX5" fmla="*/ 75304 w 172614"/>
              <a:gd name="connsiteY5" fmla="*/ 215153 h 516367"/>
              <a:gd name="connsiteX6" fmla="*/ 96819 w 172614"/>
              <a:gd name="connsiteY6" fmla="*/ 182880 h 516367"/>
              <a:gd name="connsiteX7" fmla="*/ 150607 w 172614"/>
              <a:gd name="connsiteY7" fmla="*/ 118334 h 516367"/>
              <a:gd name="connsiteX8" fmla="*/ 172123 w 172614"/>
              <a:gd name="connsiteY8" fmla="*/ 0 h 516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2614" h="516367">
                <a:moveTo>
                  <a:pt x="0" y="516367"/>
                </a:moveTo>
                <a:cubicBezTo>
                  <a:pt x="3586" y="491266"/>
                  <a:pt x="5785" y="465927"/>
                  <a:pt x="10758" y="441064"/>
                </a:cubicBezTo>
                <a:cubicBezTo>
                  <a:pt x="12982" y="429945"/>
                  <a:pt x="18400" y="419694"/>
                  <a:pt x="21515" y="408791"/>
                </a:cubicBezTo>
                <a:cubicBezTo>
                  <a:pt x="25577" y="394575"/>
                  <a:pt x="28687" y="380104"/>
                  <a:pt x="32273" y="365760"/>
                </a:cubicBezTo>
                <a:cubicBezTo>
                  <a:pt x="33335" y="356205"/>
                  <a:pt x="36587" y="265337"/>
                  <a:pt x="53788" y="236668"/>
                </a:cubicBezTo>
                <a:cubicBezTo>
                  <a:pt x="59006" y="227971"/>
                  <a:pt x="68968" y="223073"/>
                  <a:pt x="75304" y="215153"/>
                </a:cubicBezTo>
                <a:cubicBezTo>
                  <a:pt x="83381" y="205057"/>
                  <a:pt x="88542" y="192812"/>
                  <a:pt x="96819" y="182880"/>
                </a:cubicBezTo>
                <a:cubicBezTo>
                  <a:pt x="120948" y="153925"/>
                  <a:pt x="135344" y="152676"/>
                  <a:pt x="150607" y="118334"/>
                </a:cubicBezTo>
                <a:cubicBezTo>
                  <a:pt x="177793" y="57166"/>
                  <a:pt x="172123" y="60350"/>
                  <a:pt x="17212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682F6E3E-2775-A7C0-10B9-1F948B148BA0}"/>
              </a:ext>
            </a:extLst>
          </p:cNvPr>
          <p:cNvSpPr/>
          <p:nvPr/>
        </p:nvSpPr>
        <p:spPr>
          <a:xfrm>
            <a:off x="20140107" y="11433503"/>
            <a:ext cx="578330" cy="886775"/>
          </a:xfrm>
          <a:custGeom>
            <a:avLst/>
            <a:gdLst>
              <a:gd name="connsiteX0" fmla="*/ 0 w 645459"/>
              <a:gd name="connsiteY0" fmla="*/ 0 h 989703"/>
              <a:gd name="connsiteX1" fmla="*/ 75304 w 645459"/>
              <a:gd name="connsiteY1" fmla="*/ 107576 h 989703"/>
              <a:gd name="connsiteX2" fmla="*/ 107577 w 645459"/>
              <a:gd name="connsiteY2" fmla="*/ 150607 h 989703"/>
              <a:gd name="connsiteX3" fmla="*/ 139850 w 645459"/>
              <a:gd name="connsiteY3" fmla="*/ 204395 h 989703"/>
              <a:gd name="connsiteX4" fmla="*/ 150607 w 645459"/>
              <a:gd name="connsiteY4" fmla="*/ 236668 h 989703"/>
              <a:gd name="connsiteX5" fmla="*/ 193638 w 645459"/>
              <a:gd name="connsiteY5" fmla="*/ 279699 h 989703"/>
              <a:gd name="connsiteX6" fmla="*/ 236668 w 645459"/>
              <a:gd name="connsiteY6" fmla="*/ 344245 h 989703"/>
              <a:gd name="connsiteX7" fmla="*/ 279699 w 645459"/>
              <a:gd name="connsiteY7" fmla="*/ 430306 h 989703"/>
              <a:gd name="connsiteX8" fmla="*/ 333487 w 645459"/>
              <a:gd name="connsiteY8" fmla="*/ 505609 h 989703"/>
              <a:gd name="connsiteX9" fmla="*/ 365760 w 645459"/>
              <a:gd name="connsiteY9" fmla="*/ 580913 h 989703"/>
              <a:gd name="connsiteX10" fmla="*/ 387275 w 645459"/>
              <a:gd name="connsiteY10" fmla="*/ 613186 h 989703"/>
              <a:gd name="connsiteX11" fmla="*/ 398033 w 645459"/>
              <a:gd name="connsiteY11" fmla="*/ 645459 h 989703"/>
              <a:gd name="connsiteX12" fmla="*/ 419548 w 645459"/>
              <a:gd name="connsiteY12" fmla="*/ 677732 h 989703"/>
              <a:gd name="connsiteX13" fmla="*/ 430306 w 645459"/>
              <a:gd name="connsiteY13" fmla="*/ 710005 h 989703"/>
              <a:gd name="connsiteX14" fmla="*/ 451821 w 645459"/>
              <a:gd name="connsiteY14" fmla="*/ 742278 h 989703"/>
              <a:gd name="connsiteX15" fmla="*/ 473337 w 645459"/>
              <a:gd name="connsiteY15" fmla="*/ 806823 h 989703"/>
              <a:gd name="connsiteX16" fmla="*/ 494852 w 645459"/>
              <a:gd name="connsiteY16" fmla="*/ 828339 h 989703"/>
              <a:gd name="connsiteX17" fmla="*/ 516367 w 645459"/>
              <a:gd name="connsiteY17" fmla="*/ 860612 h 989703"/>
              <a:gd name="connsiteX18" fmla="*/ 548640 w 645459"/>
              <a:gd name="connsiteY18" fmla="*/ 882127 h 989703"/>
              <a:gd name="connsiteX19" fmla="*/ 591671 w 645459"/>
              <a:gd name="connsiteY19" fmla="*/ 935915 h 989703"/>
              <a:gd name="connsiteX20" fmla="*/ 623944 w 645459"/>
              <a:gd name="connsiteY20" fmla="*/ 946673 h 989703"/>
              <a:gd name="connsiteX21" fmla="*/ 645459 w 645459"/>
              <a:gd name="connsiteY21" fmla="*/ 989703 h 989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45459" h="989703">
                <a:moveTo>
                  <a:pt x="0" y="0"/>
                </a:moveTo>
                <a:cubicBezTo>
                  <a:pt x="25101" y="35859"/>
                  <a:pt x="49041" y="72559"/>
                  <a:pt x="75304" y="107576"/>
                </a:cubicBezTo>
                <a:cubicBezTo>
                  <a:pt x="86062" y="121920"/>
                  <a:pt x="97631" y="135689"/>
                  <a:pt x="107577" y="150607"/>
                </a:cubicBezTo>
                <a:cubicBezTo>
                  <a:pt x="119175" y="168004"/>
                  <a:pt x="130499" y="185693"/>
                  <a:pt x="139850" y="204395"/>
                </a:cubicBezTo>
                <a:cubicBezTo>
                  <a:pt x="144921" y="214537"/>
                  <a:pt x="144016" y="227441"/>
                  <a:pt x="150607" y="236668"/>
                </a:cubicBezTo>
                <a:cubicBezTo>
                  <a:pt x="162397" y="253175"/>
                  <a:pt x="180966" y="263859"/>
                  <a:pt x="193638" y="279699"/>
                </a:cubicBezTo>
                <a:cubicBezTo>
                  <a:pt x="209791" y="299891"/>
                  <a:pt x="223839" y="321794"/>
                  <a:pt x="236668" y="344245"/>
                </a:cubicBezTo>
                <a:cubicBezTo>
                  <a:pt x="252581" y="372092"/>
                  <a:pt x="260455" y="404648"/>
                  <a:pt x="279699" y="430306"/>
                </a:cubicBezTo>
                <a:cubicBezTo>
                  <a:pt x="293555" y="448781"/>
                  <a:pt x="320901" y="483584"/>
                  <a:pt x="333487" y="505609"/>
                </a:cubicBezTo>
                <a:cubicBezTo>
                  <a:pt x="423031" y="662314"/>
                  <a:pt x="305413" y="460219"/>
                  <a:pt x="365760" y="580913"/>
                </a:cubicBezTo>
                <a:cubicBezTo>
                  <a:pt x="371542" y="592477"/>
                  <a:pt x="381493" y="601622"/>
                  <a:pt x="387275" y="613186"/>
                </a:cubicBezTo>
                <a:cubicBezTo>
                  <a:pt x="392346" y="623328"/>
                  <a:pt x="392962" y="635317"/>
                  <a:pt x="398033" y="645459"/>
                </a:cubicBezTo>
                <a:cubicBezTo>
                  <a:pt x="403815" y="657023"/>
                  <a:pt x="413766" y="666168"/>
                  <a:pt x="419548" y="677732"/>
                </a:cubicBezTo>
                <a:cubicBezTo>
                  <a:pt x="424619" y="687874"/>
                  <a:pt x="425235" y="699863"/>
                  <a:pt x="430306" y="710005"/>
                </a:cubicBezTo>
                <a:cubicBezTo>
                  <a:pt x="436088" y="721569"/>
                  <a:pt x="446570" y="730463"/>
                  <a:pt x="451821" y="742278"/>
                </a:cubicBezTo>
                <a:cubicBezTo>
                  <a:pt x="461032" y="763002"/>
                  <a:pt x="457301" y="790786"/>
                  <a:pt x="473337" y="806823"/>
                </a:cubicBezTo>
                <a:cubicBezTo>
                  <a:pt x="480509" y="813995"/>
                  <a:pt x="488516" y="820419"/>
                  <a:pt x="494852" y="828339"/>
                </a:cubicBezTo>
                <a:cubicBezTo>
                  <a:pt x="502929" y="838435"/>
                  <a:pt x="507225" y="851470"/>
                  <a:pt x="516367" y="860612"/>
                </a:cubicBezTo>
                <a:cubicBezTo>
                  <a:pt x="525509" y="869754"/>
                  <a:pt x="537882" y="874955"/>
                  <a:pt x="548640" y="882127"/>
                </a:cubicBezTo>
                <a:cubicBezTo>
                  <a:pt x="558414" y="896788"/>
                  <a:pt x="574637" y="925695"/>
                  <a:pt x="591671" y="935915"/>
                </a:cubicBezTo>
                <a:cubicBezTo>
                  <a:pt x="601395" y="941749"/>
                  <a:pt x="613186" y="943087"/>
                  <a:pt x="623944" y="946673"/>
                </a:cubicBezTo>
                <a:cubicBezTo>
                  <a:pt x="636305" y="983757"/>
                  <a:pt x="626682" y="970928"/>
                  <a:pt x="645459" y="98970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51FD5B6A-BA1A-8A3D-7BBF-F0D1B3F4D64E}"/>
                  </a:ext>
                </a:extLst>
              </p:cNvPr>
              <p:cNvSpPr txBox="1"/>
              <p:nvPr/>
            </p:nvSpPr>
            <p:spPr>
              <a:xfrm>
                <a:off x="16803477" y="1071387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51FD5B6A-BA1A-8A3D-7BBF-F0D1B3F4D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3477" y="10713873"/>
                <a:ext cx="896111" cy="588751"/>
              </a:xfrm>
              <a:prstGeom prst="rect">
                <a:avLst/>
              </a:prstGeom>
              <a:blipFill>
                <a:blip r:embed="rId114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7EDBFCE2-6A76-60E2-BB8B-9EDFA82AB840}"/>
                  </a:ext>
                </a:extLst>
              </p:cNvPr>
              <p:cNvSpPr txBox="1"/>
              <p:nvPr/>
            </p:nvSpPr>
            <p:spPr>
              <a:xfrm>
                <a:off x="18664633" y="5856854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7EDBFCE2-6A76-60E2-BB8B-9EDFA82AB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4633" y="5856854"/>
                <a:ext cx="896111" cy="478464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236">
            <a:extLst>
              <a:ext uri="{FF2B5EF4-FFF2-40B4-BE49-F238E27FC236}">
                <a16:creationId xmlns:a16="http://schemas.microsoft.com/office/drawing/2014/main" id="{1D876DE3-6864-ABA6-1B59-BBC4075F89D3}"/>
              </a:ext>
            </a:extLst>
          </p:cNvPr>
          <p:cNvSpPr/>
          <p:nvPr/>
        </p:nvSpPr>
        <p:spPr>
          <a:xfrm>
            <a:off x="4903216" y="419717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8BDAF9C-9E7A-C10D-E40C-9BC99FA695F9}"/>
                  </a:ext>
                </a:extLst>
              </p:cNvPr>
              <p:cNvSpPr txBox="1"/>
              <p:nvPr/>
            </p:nvSpPr>
            <p:spPr>
              <a:xfrm>
                <a:off x="1702090" y="3536708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8BDAF9C-9E7A-C10D-E40C-9BC99FA69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2090" y="3536708"/>
                <a:ext cx="896111" cy="588751"/>
              </a:xfrm>
              <a:prstGeom prst="rect">
                <a:avLst/>
              </a:prstGeom>
              <a:blipFill>
                <a:blip r:embed="rId116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0F68FFA7-2ADC-814C-9750-D48011D2CB3E}"/>
                  </a:ext>
                </a:extLst>
              </p:cNvPr>
              <p:cNvSpPr txBox="1"/>
              <p:nvPr/>
            </p:nvSpPr>
            <p:spPr>
              <a:xfrm>
                <a:off x="16633431" y="360379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0F68FFA7-2ADC-814C-9750-D48011D2CB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3431" y="3603793"/>
                <a:ext cx="896111" cy="588751"/>
              </a:xfrm>
              <a:prstGeom prst="rect">
                <a:avLst/>
              </a:prstGeom>
              <a:blipFill>
                <a:blip r:embed="rId117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1739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CC9EBB0-F0AE-10EE-2641-69F32CEE7255}"/>
              </a:ext>
            </a:extLst>
          </p:cNvPr>
          <p:cNvGrpSpPr/>
          <p:nvPr/>
        </p:nvGrpSpPr>
        <p:grpSpPr>
          <a:xfrm>
            <a:off x="4244865" y="7112464"/>
            <a:ext cx="5810131" cy="5288630"/>
            <a:chOff x="17170225" y="9281963"/>
            <a:chExt cx="7262663" cy="661078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8F3420E-977C-F96A-7CD7-8D2711B653F0}"/>
                </a:ext>
              </a:extLst>
            </p:cNvPr>
            <p:cNvCxnSpPr>
              <a:cxnSpLocks/>
            </p:cNvCxnSpPr>
            <p:nvPr/>
          </p:nvCxnSpPr>
          <p:spPr>
            <a:xfrm>
              <a:off x="20866887" y="12317752"/>
              <a:ext cx="1116890" cy="215886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13577C-9381-F5C9-7D0E-31347538D47F}"/>
                </a:ext>
              </a:extLst>
            </p:cNvPr>
            <p:cNvGrpSpPr/>
            <p:nvPr/>
          </p:nvGrpSpPr>
          <p:grpSpPr>
            <a:xfrm>
              <a:off x="17170225" y="9281963"/>
              <a:ext cx="7262663" cy="6610784"/>
              <a:chOff x="17170225" y="9281963"/>
              <a:chExt cx="7262663" cy="661078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76F6149-9C5F-C3EE-F058-05C027ECAFAB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5" y="15092830"/>
                    <a:ext cx="1120137" cy="7925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520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76F6149-9C5F-C3EE-F058-05C027ECAF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5" y="15092830"/>
                    <a:ext cx="1120137" cy="79252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E5453C9-588F-C106-C3EF-14DAD34BDF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3" y="15135139"/>
                    <a:ext cx="1120137" cy="7309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E5453C9-588F-C106-C3EF-14DAD34BDF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3" y="15135139"/>
                    <a:ext cx="1120137" cy="73096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0E303B4-E552-CEDE-DED1-C1DE5B70B1B1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7" cy="7309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0E303B4-E552-CEDE-DED1-C1DE5B70B1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7" cy="73096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2DFBAC-1A54-9E29-CD7A-06EAAAF1FF7B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49" y="15161779"/>
                    <a:ext cx="1120137" cy="7309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2DFBAC-1A54-9E29-CD7A-06EAAAF1FF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49" y="15161779"/>
                    <a:ext cx="1120137" cy="73096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936D5C9-5DC3-8AB3-9F08-79CD562AE4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99858A2-734B-3FC1-7356-BE34531AE3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C0E1923-A352-34C5-5D84-CEF41ED2EA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8BB66BC5-E7EA-8C2A-2CFE-D31897482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70B79EA5-44B8-12F4-6F96-3F3CF6CBE0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AF7173B-5EF5-363C-D333-BA72BA7AA6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0812AD5-C351-09EE-CBE5-9D06A96C46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597CE5F-A33B-4B11-E7E0-DE6E6F93E3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C67C550-1D53-80DA-E977-7068CE545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915289C-37AE-88CC-982D-1875495412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4866DDA-982C-CB1F-7968-2C5833D74BF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DDC476E-AE61-3F96-6F58-C2C80022DD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2317752"/>
                <a:ext cx="863147" cy="109372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1B2B648-A9B4-5C87-4042-D89F96F8B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5A0210C-1029-9BEF-E5E7-47403C4294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6292F838-32C4-FD87-3F90-A03716F9DB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A155C24-4BE7-7D4B-E15B-C8251E9E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4A48CCD7-A255-2F0A-5D59-B06F4D8C02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1656E56-D13F-3A5E-E2C9-530172E5A3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D1F7C63-0372-92CE-C7C3-45D0E837E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C5E413F-6500-A94B-200E-012751169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4B683E1-9BF0-BDDA-D299-DFAA4D188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20550DC6-72B0-F5C2-DF27-AB11DFF826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703E14-C73F-96CF-ED89-ED1EAF3F53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4415831"/>
                <a:ext cx="328618" cy="723496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729341DD-5E75-76DD-1265-642C377FE9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013927E-6876-E98A-2FF0-BFEDF9B361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B370D450-680D-F446-1E79-44E0F69989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53" name="Picture 152">
            <a:extLst>
              <a:ext uri="{FF2B5EF4-FFF2-40B4-BE49-F238E27FC236}">
                <a16:creationId xmlns:a16="http://schemas.microsoft.com/office/drawing/2014/main" id="{F35A3B71-A01E-2BFB-72D1-2D818551BD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79104" y="7112463"/>
            <a:ext cx="7464343" cy="5497534"/>
          </a:xfrm>
          <a:prstGeom prst="rect">
            <a:avLst/>
          </a:prstGeom>
        </p:spPr>
      </p:pic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365C6131-24E7-A47F-3741-C42CB50BCFB7}"/>
              </a:ext>
            </a:extLst>
          </p:cNvPr>
          <p:cNvCxnSpPr>
            <a:cxnSpLocks/>
          </p:cNvCxnSpPr>
          <p:nvPr/>
        </p:nvCxnSpPr>
        <p:spPr>
          <a:xfrm>
            <a:off x="21655843" y="18982297"/>
            <a:ext cx="1187533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082F341C-2F72-8FA7-BE9B-A0FDE61E3F1F}"/>
              </a:ext>
            </a:extLst>
          </p:cNvPr>
          <p:cNvCxnSpPr>
            <a:cxnSpLocks/>
          </p:cNvCxnSpPr>
          <p:nvPr/>
        </p:nvCxnSpPr>
        <p:spPr>
          <a:xfrm flipV="1">
            <a:off x="21655842" y="15109727"/>
            <a:ext cx="3154086" cy="3872571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10A29CF8-D7E4-B801-3917-C58EB1E1C704}"/>
              </a:ext>
            </a:extLst>
          </p:cNvPr>
          <p:cNvCxnSpPr>
            <a:cxnSpLocks/>
          </p:cNvCxnSpPr>
          <p:nvPr/>
        </p:nvCxnSpPr>
        <p:spPr>
          <a:xfrm flipV="1">
            <a:off x="24809928" y="14204773"/>
            <a:ext cx="0" cy="912054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D77A7D96-773E-F56D-C40A-FA6520E09F91}"/>
              </a:ext>
            </a:extLst>
          </p:cNvPr>
          <p:cNvCxnSpPr>
            <a:cxnSpLocks/>
          </p:cNvCxnSpPr>
          <p:nvPr/>
        </p:nvCxnSpPr>
        <p:spPr>
          <a:xfrm flipV="1">
            <a:off x="22814875" y="17484858"/>
            <a:ext cx="1261551" cy="150604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A140EF42-94A0-148D-7CA2-144513A250F7}"/>
              </a:ext>
            </a:extLst>
          </p:cNvPr>
          <p:cNvCxnSpPr>
            <a:cxnSpLocks/>
          </p:cNvCxnSpPr>
          <p:nvPr/>
        </p:nvCxnSpPr>
        <p:spPr>
          <a:xfrm flipH="1" flipV="1">
            <a:off x="24076426" y="17484858"/>
            <a:ext cx="981518" cy="151625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2832F4A4-CDD6-E60C-4411-2AE14D43AADB}"/>
              </a:ext>
            </a:extLst>
          </p:cNvPr>
          <p:cNvCxnSpPr>
            <a:cxnSpLocks/>
          </p:cNvCxnSpPr>
          <p:nvPr/>
        </p:nvCxnSpPr>
        <p:spPr>
          <a:xfrm flipV="1">
            <a:off x="25057944" y="18982297"/>
            <a:ext cx="1067590" cy="860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FA397020-DA8E-2F7C-6EB3-2449964A2BBD}"/>
              </a:ext>
            </a:extLst>
          </p:cNvPr>
          <p:cNvCxnSpPr>
            <a:cxnSpLocks/>
          </p:cNvCxnSpPr>
          <p:nvPr/>
        </p:nvCxnSpPr>
        <p:spPr>
          <a:xfrm flipH="1" flipV="1">
            <a:off x="24999282" y="17321360"/>
            <a:ext cx="1132930" cy="1669545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C2B7400-B8B9-7483-AF95-F203C2BB8FA7}"/>
              </a:ext>
            </a:extLst>
          </p:cNvPr>
          <p:cNvCxnSpPr>
            <a:cxnSpLocks/>
          </p:cNvCxnSpPr>
          <p:nvPr/>
        </p:nvCxnSpPr>
        <p:spPr>
          <a:xfrm flipV="1">
            <a:off x="27187439" y="18197775"/>
            <a:ext cx="544326" cy="777564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20D937DD-4CB3-1AFB-CD01-84905C06BE78}"/>
              </a:ext>
            </a:extLst>
          </p:cNvPr>
          <p:cNvCxnSpPr>
            <a:cxnSpLocks/>
          </p:cNvCxnSpPr>
          <p:nvPr/>
        </p:nvCxnSpPr>
        <p:spPr>
          <a:xfrm flipV="1">
            <a:off x="26282239" y="18162471"/>
            <a:ext cx="555726" cy="82033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C2616349-3434-6EF6-C75B-DAAB882F238D}"/>
              </a:ext>
            </a:extLst>
          </p:cNvPr>
          <p:cNvCxnSpPr>
            <a:cxnSpLocks/>
          </p:cNvCxnSpPr>
          <p:nvPr/>
        </p:nvCxnSpPr>
        <p:spPr>
          <a:xfrm>
            <a:off x="26298878" y="18968023"/>
            <a:ext cx="88856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3B146D29-B8DD-EFE1-D8A0-40B892B76E6A}"/>
              </a:ext>
            </a:extLst>
          </p:cNvPr>
          <p:cNvCxnSpPr>
            <a:cxnSpLocks/>
          </p:cNvCxnSpPr>
          <p:nvPr/>
        </p:nvCxnSpPr>
        <p:spPr>
          <a:xfrm flipH="1" flipV="1">
            <a:off x="25561653" y="16562731"/>
            <a:ext cx="1276312" cy="161825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90D3CEEB-9371-EFD7-08C7-7A6C6C24B63C}"/>
              </a:ext>
            </a:extLst>
          </p:cNvPr>
          <p:cNvCxnSpPr>
            <a:cxnSpLocks/>
          </p:cNvCxnSpPr>
          <p:nvPr/>
        </p:nvCxnSpPr>
        <p:spPr>
          <a:xfrm flipH="1" flipV="1">
            <a:off x="26287477" y="15134985"/>
            <a:ext cx="3036954" cy="383303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1965EE9-DDD6-6D0E-3CDE-6C09A851A34B}"/>
              </a:ext>
            </a:extLst>
          </p:cNvPr>
          <p:cNvCxnSpPr>
            <a:cxnSpLocks/>
          </p:cNvCxnSpPr>
          <p:nvPr/>
        </p:nvCxnSpPr>
        <p:spPr>
          <a:xfrm flipV="1">
            <a:off x="28393509" y="18968023"/>
            <a:ext cx="930922" cy="2288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DAF85AA-AD42-14D9-E62A-52DA049F044D}"/>
              </a:ext>
            </a:extLst>
          </p:cNvPr>
          <p:cNvCxnSpPr>
            <a:cxnSpLocks/>
          </p:cNvCxnSpPr>
          <p:nvPr/>
        </p:nvCxnSpPr>
        <p:spPr>
          <a:xfrm flipH="1" flipV="1">
            <a:off x="27736457" y="18191185"/>
            <a:ext cx="657052" cy="809922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AA40546-3D17-1BD0-4AD8-B71F11A101D9}"/>
              </a:ext>
            </a:extLst>
          </p:cNvPr>
          <p:cNvCxnSpPr>
            <a:cxnSpLocks/>
          </p:cNvCxnSpPr>
          <p:nvPr/>
        </p:nvCxnSpPr>
        <p:spPr>
          <a:xfrm flipV="1">
            <a:off x="25022358" y="16555576"/>
            <a:ext cx="549242" cy="765782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CDCBE90-DB47-B008-E4FA-D2EF9592C7B3}"/>
              </a:ext>
            </a:extLst>
          </p:cNvPr>
          <p:cNvCxnSpPr>
            <a:cxnSpLocks/>
          </p:cNvCxnSpPr>
          <p:nvPr/>
        </p:nvCxnSpPr>
        <p:spPr>
          <a:xfrm flipV="1">
            <a:off x="26298877" y="14222931"/>
            <a:ext cx="0" cy="912054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8F6F424B-2B17-88D1-2D19-D5F38E42F90B}"/>
              </a:ext>
            </a:extLst>
          </p:cNvPr>
          <p:cNvCxnSpPr>
            <a:cxnSpLocks/>
          </p:cNvCxnSpPr>
          <p:nvPr/>
        </p:nvCxnSpPr>
        <p:spPr>
          <a:xfrm>
            <a:off x="24809929" y="14222930"/>
            <a:ext cx="1488949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7" name="Left Bracket 246">
            <a:extLst>
              <a:ext uri="{FF2B5EF4-FFF2-40B4-BE49-F238E27FC236}">
                <a16:creationId xmlns:a16="http://schemas.microsoft.com/office/drawing/2014/main" id="{FB2244E1-EC69-D3B2-B4B6-631B0D4F94EA}"/>
              </a:ext>
            </a:extLst>
          </p:cNvPr>
          <p:cNvSpPr/>
          <p:nvPr/>
        </p:nvSpPr>
        <p:spPr>
          <a:xfrm rot="16200000">
            <a:off x="5689203" y="11254937"/>
            <a:ext cx="349421" cy="2275102"/>
          </a:xfrm>
          <a:prstGeom prst="leftBracket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48" name="Left Bracket 247">
            <a:extLst>
              <a:ext uri="{FF2B5EF4-FFF2-40B4-BE49-F238E27FC236}">
                <a16:creationId xmlns:a16="http://schemas.microsoft.com/office/drawing/2014/main" id="{0F6B21F7-4892-B825-8F37-7CE0FAED4B3F}"/>
              </a:ext>
            </a:extLst>
          </p:cNvPr>
          <p:cNvSpPr/>
          <p:nvPr/>
        </p:nvSpPr>
        <p:spPr>
          <a:xfrm rot="16200000">
            <a:off x="6330301" y="10785173"/>
            <a:ext cx="376979" cy="3595062"/>
          </a:xfrm>
          <a:prstGeom prst="leftBracket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49" name="Left Bracket 248">
            <a:extLst>
              <a:ext uri="{FF2B5EF4-FFF2-40B4-BE49-F238E27FC236}">
                <a16:creationId xmlns:a16="http://schemas.microsoft.com/office/drawing/2014/main" id="{A7BA802D-7BAA-BBCA-18C6-74562AA9FCBD}"/>
              </a:ext>
            </a:extLst>
          </p:cNvPr>
          <p:cNvSpPr/>
          <p:nvPr/>
        </p:nvSpPr>
        <p:spPr>
          <a:xfrm rot="16200000">
            <a:off x="7001640" y="9962165"/>
            <a:ext cx="142639" cy="4687665"/>
          </a:xfrm>
          <a:prstGeom prst="leftBracket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EFD694F7-3F22-515A-DEB1-883C27FAF250}"/>
              </a:ext>
            </a:extLst>
          </p:cNvPr>
          <p:cNvSpPr/>
          <p:nvPr/>
        </p:nvSpPr>
        <p:spPr>
          <a:xfrm>
            <a:off x="3572239" y="8547169"/>
            <a:ext cx="1139483" cy="19940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753B642-0644-14A6-0AAC-6448A45DECB7}"/>
              </a:ext>
            </a:extLst>
          </p:cNvPr>
          <p:cNvSpPr/>
          <p:nvPr/>
        </p:nvSpPr>
        <p:spPr>
          <a:xfrm>
            <a:off x="9623372" y="8434689"/>
            <a:ext cx="995139" cy="290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028465A5-9B74-72B9-3427-399AE5575D20}"/>
              </a:ext>
            </a:extLst>
          </p:cNvPr>
          <p:cNvCxnSpPr>
            <a:cxnSpLocks/>
          </p:cNvCxnSpPr>
          <p:nvPr/>
        </p:nvCxnSpPr>
        <p:spPr>
          <a:xfrm flipV="1">
            <a:off x="9671538" y="12050815"/>
            <a:ext cx="0" cy="463812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88AE271-0DE8-DD7C-AD8E-C59B59C24087}"/>
              </a:ext>
            </a:extLst>
          </p:cNvPr>
          <p:cNvCxnSpPr>
            <a:cxnSpLocks/>
          </p:cNvCxnSpPr>
          <p:nvPr/>
        </p:nvCxnSpPr>
        <p:spPr>
          <a:xfrm flipV="1">
            <a:off x="8552594" y="12392487"/>
            <a:ext cx="0" cy="463812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AD1BB04E-EAFC-9170-CAC9-88A7DC081C55}"/>
              </a:ext>
            </a:extLst>
          </p:cNvPr>
          <p:cNvCxnSpPr>
            <a:cxnSpLocks/>
          </p:cNvCxnSpPr>
          <p:nvPr/>
        </p:nvCxnSpPr>
        <p:spPr>
          <a:xfrm>
            <a:off x="7255700" y="12148249"/>
            <a:ext cx="0" cy="488474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27D8A0BF-3734-EF11-CBC0-764558A27BCB}"/>
              </a:ext>
            </a:extLst>
          </p:cNvPr>
          <p:cNvCxnSpPr>
            <a:cxnSpLocks/>
          </p:cNvCxnSpPr>
          <p:nvPr/>
        </p:nvCxnSpPr>
        <p:spPr>
          <a:xfrm>
            <a:off x="4636681" y="10218856"/>
            <a:ext cx="0" cy="488474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0D3BC324-9427-F330-4218-A199494AFECE}"/>
              </a:ext>
            </a:extLst>
          </p:cNvPr>
          <p:cNvCxnSpPr>
            <a:cxnSpLocks/>
          </p:cNvCxnSpPr>
          <p:nvPr/>
        </p:nvCxnSpPr>
        <p:spPr>
          <a:xfrm flipV="1">
            <a:off x="7963911" y="9313055"/>
            <a:ext cx="0" cy="463812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reeform 296">
            <a:extLst>
              <a:ext uri="{FF2B5EF4-FFF2-40B4-BE49-F238E27FC236}">
                <a16:creationId xmlns:a16="http://schemas.microsoft.com/office/drawing/2014/main" id="{E9D9A81C-F5EF-95F4-2661-F54761D5D0E5}"/>
              </a:ext>
            </a:extLst>
          </p:cNvPr>
          <p:cNvSpPr/>
          <p:nvPr/>
        </p:nvSpPr>
        <p:spPr>
          <a:xfrm flipH="1">
            <a:off x="4792724" y="10430693"/>
            <a:ext cx="990522" cy="1347637"/>
          </a:xfrm>
          <a:custGeom>
            <a:avLst/>
            <a:gdLst>
              <a:gd name="connsiteX0" fmla="*/ 1768642 w 1768642"/>
              <a:gd name="connsiteY0" fmla="*/ 3320716 h 3320716"/>
              <a:gd name="connsiteX1" fmla="*/ 1118937 w 1768642"/>
              <a:gd name="connsiteY1" fmla="*/ 2466474 h 3320716"/>
              <a:gd name="connsiteX2" fmla="*/ 1058779 w 1768642"/>
              <a:gd name="connsiteY2" fmla="*/ 2358190 h 3320716"/>
              <a:gd name="connsiteX3" fmla="*/ 1022684 w 1768642"/>
              <a:gd name="connsiteY3" fmla="*/ 2237874 h 3320716"/>
              <a:gd name="connsiteX4" fmla="*/ 1010653 w 1768642"/>
              <a:gd name="connsiteY4" fmla="*/ 2201779 h 3320716"/>
              <a:gd name="connsiteX5" fmla="*/ 986590 w 1768642"/>
              <a:gd name="connsiteY5" fmla="*/ 1864895 h 3320716"/>
              <a:gd name="connsiteX6" fmla="*/ 974558 w 1768642"/>
              <a:gd name="connsiteY6" fmla="*/ 1804737 h 3320716"/>
              <a:gd name="connsiteX7" fmla="*/ 938463 w 1768642"/>
              <a:gd name="connsiteY7" fmla="*/ 1684421 h 3320716"/>
              <a:gd name="connsiteX8" fmla="*/ 914400 w 1768642"/>
              <a:gd name="connsiteY8" fmla="*/ 1612232 h 3320716"/>
              <a:gd name="connsiteX9" fmla="*/ 890337 w 1768642"/>
              <a:gd name="connsiteY9" fmla="*/ 1564106 h 3320716"/>
              <a:gd name="connsiteX10" fmla="*/ 866274 w 1768642"/>
              <a:gd name="connsiteY10" fmla="*/ 1491916 h 3320716"/>
              <a:gd name="connsiteX11" fmla="*/ 854242 w 1768642"/>
              <a:gd name="connsiteY11" fmla="*/ 1455821 h 3320716"/>
              <a:gd name="connsiteX12" fmla="*/ 830179 w 1768642"/>
              <a:gd name="connsiteY12" fmla="*/ 1419727 h 3320716"/>
              <a:gd name="connsiteX13" fmla="*/ 770021 w 1768642"/>
              <a:gd name="connsiteY13" fmla="*/ 1311442 h 3320716"/>
              <a:gd name="connsiteX14" fmla="*/ 745958 w 1768642"/>
              <a:gd name="connsiteY14" fmla="*/ 1275348 h 3320716"/>
              <a:gd name="connsiteX15" fmla="*/ 721895 w 1768642"/>
              <a:gd name="connsiteY15" fmla="*/ 1239253 h 3320716"/>
              <a:gd name="connsiteX16" fmla="*/ 613611 w 1768642"/>
              <a:gd name="connsiteY16" fmla="*/ 1143000 h 3320716"/>
              <a:gd name="connsiteX17" fmla="*/ 589548 w 1768642"/>
              <a:gd name="connsiteY17" fmla="*/ 1106906 h 3320716"/>
              <a:gd name="connsiteX18" fmla="*/ 529390 w 1768642"/>
              <a:gd name="connsiteY18" fmla="*/ 1046748 h 3320716"/>
              <a:gd name="connsiteX19" fmla="*/ 505326 w 1768642"/>
              <a:gd name="connsiteY19" fmla="*/ 1010653 h 3320716"/>
              <a:gd name="connsiteX20" fmla="*/ 469232 w 1768642"/>
              <a:gd name="connsiteY20" fmla="*/ 974558 h 3320716"/>
              <a:gd name="connsiteX21" fmla="*/ 421105 w 1768642"/>
              <a:gd name="connsiteY21" fmla="*/ 902369 h 3320716"/>
              <a:gd name="connsiteX22" fmla="*/ 397042 w 1768642"/>
              <a:gd name="connsiteY22" fmla="*/ 866274 h 3320716"/>
              <a:gd name="connsiteX23" fmla="*/ 360948 w 1768642"/>
              <a:gd name="connsiteY23" fmla="*/ 830179 h 3320716"/>
              <a:gd name="connsiteX24" fmla="*/ 312821 w 1768642"/>
              <a:gd name="connsiteY24" fmla="*/ 757990 h 3320716"/>
              <a:gd name="connsiteX25" fmla="*/ 276726 w 1768642"/>
              <a:gd name="connsiteY25" fmla="*/ 697832 h 3320716"/>
              <a:gd name="connsiteX26" fmla="*/ 240632 w 1768642"/>
              <a:gd name="connsiteY26" fmla="*/ 625642 h 3320716"/>
              <a:gd name="connsiteX27" fmla="*/ 216569 w 1768642"/>
              <a:gd name="connsiteY27" fmla="*/ 553453 h 3320716"/>
              <a:gd name="connsiteX28" fmla="*/ 192505 w 1768642"/>
              <a:gd name="connsiteY28" fmla="*/ 481263 h 3320716"/>
              <a:gd name="connsiteX29" fmla="*/ 168442 w 1768642"/>
              <a:gd name="connsiteY29" fmla="*/ 409074 h 3320716"/>
              <a:gd name="connsiteX30" fmla="*/ 156411 w 1768642"/>
              <a:gd name="connsiteY30" fmla="*/ 372979 h 3320716"/>
              <a:gd name="connsiteX31" fmla="*/ 108284 w 1768642"/>
              <a:gd name="connsiteY31" fmla="*/ 180474 h 3320716"/>
              <a:gd name="connsiteX32" fmla="*/ 36095 w 1768642"/>
              <a:gd name="connsiteY32" fmla="*/ 72190 h 3320716"/>
              <a:gd name="connsiteX33" fmla="*/ 12032 w 1768642"/>
              <a:gd name="connsiteY33" fmla="*/ 36095 h 3320716"/>
              <a:gd name="connsiteX34" fmla="*/ 0 w 1768642"/>
              <a:gd name="connsiteY34" fmla="*/ 0 h 3320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768642" h="3320716">
                <a:moveTo>
                  <a:pt x="1768642" y="3320716"/>
                </a:moveTo>
                <a:cubicBezTo>
                  <a:pt x="1552074" y="3035969"/>
                  <a:pt x="1292675" y="2779201"/>
                  <a:pt x="1118937" y="2466474"/>
                </a:cubicBezTo>
                <a:cubicBezTo>
                  <a:pt x="1098884" y="2430379"/>
                  <a:pt x="1076240" y="2395607"/>
                  <a:pt x="1058779" y="2358190"/>
                </a:cubicBezTo>
                <a:cubicBezTo>
                  <a:pt x="1037715" y="2313053"/>
                  <a:pt x="1035504" y="2282745"/>
                  <a:pt x="1022684" y="2237874"/>
                </a:cubicBezTo>
                <a:cubicBezTo>
                  <a:pt x="1019200" y="2225680"/>
                  <a:pt x="1014663" y="2213811"/>
                  <a:pt x="1010653" y="2201779"/>
                </a:cubicBezTo>
                <a:cubicBezTo>
                  <a:pt x="1007948" y="2161202"/>
                  <a:pt x="992139" y="1914835"/>
                  <a:pt x="986590" y="1864895"/>
                </a:cubicBezTo>
                <a:cubicBezTo>
                  <a:pt x="984332" y="1844570"/>
                  <a:pt x="978994" y="1824700"/>
                  <a:pt x="974558" y="1804737"/>
                </a:cubicBezTo>
                <a:cubicBezTo>
                  <a:pt x="962436" y="1750190"/>
                  <a:pt x="958456" y="1744401"/>
                  <a:pt x="938463" y="1684421"/>
                </a:cubicBezTo>
                <a:lnTo>
                  <a:pt x="914400" y="1612232"/>
                </a:lnTo>
                <a:cubicBezTo>
                  <a:pt x="906379" y="1596190"/>
                  <a:pt x="896998" y="1580759"/>
                  <a:pt x="890337" y="1564106"/>
                </a:cubicBezTo>
                <a:cubicBezTo>
                  <a:pt x="880917" y="1540555"/>
                  <a:pt x="874295" y="1515979"/>
                  <a:pt x="866274" y="1491916"/>
                </a:cubicBezTo>
                <a:cubicBezTo>
                  <a:pt x="862263" y="1479884"/>
                  <a:pt x="861277" y="1466373"/>
                  <a:pt x="854242" y="1455821"/>
                </a:cubicBezTo>
                <a:lnTo>
                  <a:pt x="830179" y="1419727"/>
                </a:lnTo>
                <a:cubicBezTo>
                  <a:pt x="809003" y="1356196"/>
                  <a:pt x="825183" y="1394184"/>
                  <a:pt x="770021" y="1311442"/>
                </a:cubicBezTo>
                <a:lnTo>
                  <a:pt x="745958" y="1275348"/>
                </a:lnTo>
                <a:cubicBezTo>
                  <a:pt x="737937" y="1263316"/>
                  <a:pt x="732120" y="1249478"/>
                  <a:pt x="721895" y="1239253"/>
                </a:cubicBezTo>
                <a:cubicBezTo>
                  <a:pt x="639480" y="1156838"/>
                  <a:pt x="678020" y="1185940"/>
                  <a:pt x="613611" y="1143000"/>
                </a:cubicBezTo>
                <a:cubicBezTo>
                  <a:pt x="605590" y="1130969"/>
                  <a:pt x="599070" y="1117788"/>
                  <a:pt x="589548" y="1106906"/>
                </a:cubicBezTo>
                <a:cubicBezTo>
                  <a:pt x="570874" y="1085564"/>
                  <a:pt x="545121" y="1070344"/>
                  <a:pt x="529390" y="1046748"/>
                </a:cubicBezTo>
                <a:cubicBezTo>
                  <a:pt x="521369" y="1034716"/>
                  <a:pt x="514583" y="1021762"/>
                  <a:pt x="505326" y="1010653"/>
                </a:cubicBezTo>
                <a:cubicBezTo>
                  <a:pt x="494433" y="997582"/>
                  <a:pt x="479678" y="987989"/>
                  <a:pt x="469232" y="974558"/>
                </a:cubicBezTo>
                <a:cubicBezTo>
                  <a:pt x="451477" y="951730"/>
                  <a:pt x="437147" y="926432"/>
                  <a:pt x="421105" y="902369"/>
                </a:cubicBezTo>
                <a:cubicBezTo>
                  <a:pt x="413084" y="890337"/>
                  <a:pt x="407267" y="876499"/>
                  <a:pt x="397042" y="866274"/>
                </a:cubicBezTo>
                <a:lnTo>
                  <a:pt x="360948" y="830179"/>
                </a:lnTo>
                <a:cubicBezTo>
                  <a:pt x="332338" y="744351"/>
                  <a:pt x="372907" y="848119"/>
                  <a:pt x="312821" y="757990"/>
                </a:cubicBezTo>
                <a:cubicBezTo>
                  <a:pt x="250348" y="664280"/>
                  <a:pt x="351667" y="772770"/>
                  <a:pt x="276726" y="697832"/>
                </a:cubicBezTo>
                <a:cubicBezTo>
                  <a:pt x="232854" y="566209"/>
                  <a:pt x="302821" y="765568"/>
                  <a:pt x="240632" y="625642"/>
                </a:cubicBezTo>
                <a:cubicBezTo>
                  <a:pt x="230330" y="602463"/>
                  <a:pt x="224590" y="577516"/>
                  <a:pt x="216569" y="553453"/>
                </a:cubicBezTo>
                <a:lnTo>
                  <a:pt x="192505" y="481263"/>
                </a:lnTo>
                <a:lnTo>
                  <a:pt x="168442" y="409074"/>
                </a:lnTo>
                <a:cubicBezTo>
                  <a:pt x="164432" y="397042"/>
                  <a:pt x="158898" y="385415"/>
                  <a:pt x="156411" y="372979"/>
                </a:cubicBezTo>
                <a:cubicBezTo>
                  <a:pt x="152939" y="355617"/>
                  <a:pt x="129427" y="212190"/>
                  <a:pt x="108284" y="180474"/>
                </a:cubicBezTo>
                <a:lnTo>
                  <a:pt x="36095" y="72190"/>
                </a:lnTo>
                <a:cubicBezTo>
                  <a:pt x="28074" y="60158"/>
                  <a:pt x="16605" y="49813"/>
                  <a:pt x="12032" y="36095"/>
                </a:cubicBezTo>
                <a:lnTo>
                  <a:pt x="0" y="0"/>
                </a:lnTo>
              </a:path>
            </a:pathLst>
          </a:cu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99" name="Freeform 298">
            <a:extLst>
              <a:ext uri="{FF2B5EF4-FFF2-40B4-BE49-F238E27FC236}">
                <a16:creationId xmlns:a16="http://schemas.microsoft.com/office/drawing/2014/main" id="{D66CB7FC-02D7-E418-5FD3-61D3B4519EC7}"/>
              </a:ext>
            </a:extLst>
          </p:cNvPr>
          <p:cNvSpPr/>
          <p:nvPr/>
        </p:nvSpPr>
        <p:spPr>
          <a:xfrm flipH="1">
            <a:off x="5824083" y="10399732"/>
            <a:ext cx="1031317" cy="1384795"/>
          </a:xfrm>
          <a:custGeom>
            <a:avLst/>
            <a:gdLst>
              <a:gd name="connsiteX0" fmla="*/ 0 w 1961965"/>
              <a:gd name="connsiteY0" fmla="*/ 2911876 h 2911876"/>
              <a:gd name="connsiteX1" fmla="*/ 8878 w 1961965"/>
              <a:gd name="connsiteY1" fmla="*/ 2840854 h 2911876"/>
              <a:gd name="connsiteX2" fmla="*/ 44389 w 1961965"/>
              <a:gd name="connsiteY2" fmla="*/ 2752078 h 2911876"/>
              <a:gd name="connsiteX3" fmla="*/ 62144 w 1961965"/>
              <a:gd name="connsiteY3" fmla="*/ 2698812 h 2911876"/>
              <a:gd name="connsiteX4" fmla="*/ 71022 w 1961965"/>
              <a:gd name="connsiteY4" fmla="*/ 2672179 h 2911876"/>
              <a:gd name="connsiteX5" fmla="*/ 88777 w 1961965"/>
              <a:gd name="connsiteY5" fmla="*/ 2636668 h 2911876"/>
              <a:gd name="connsiteX6" fmla="*/ 115410 w 1961965"/>
              <a:gd name="connsiteY6" fmla="*/ 2592279 h 2911876"/>
              <a:gd name="connsiteX7" fmla="*/ 124288 w 1961965"/>
              <a:gd name="connsiteY7" fmla="*/ 2556769 h 2911876"/>
              <a:gd name="connsiteX8" fmla="*/ 142043 w 1961965"/>
              <a:gd name="connsiteY8" fmla="*/ 2539013 h 2911876"/>
              <a:gd name="connsiteX9" fmla="*/ 177554 w 1961965"/>
              <a:gd name="connsiteY9" fmla="*/ 2485747 h 2911876"/>
              <a:gd name="connsiteX10" fmla="*/ 195309 w 1961965"/>
              <a:gd name="connsiteY10" fmla="*/ 2459114 h 2911876"/>
              <a:gd name="connsiteX11" fmla="*/ 213064 w 1961965"/>
              <a:gd name="connsiteY11" fmla="*/ 2432481 h 2911876"/>
              <a:gd name="connsiteX12" fmla="*/ 239698 w 1961965"/>
              <a:gd name="connsiteY12" fmla="*/ 2405848 h 2911876"/>
              <a:gd name="connsiteX13" fmla="*/ 257453 w 1961965"/>
              <a:gd name="connsiteY13" fmla="*/ 2370338 h 2911876"/>
              <a:gd name="connsiteX14" fmla="*/ 275208 w 1961965"/>
              <a:gd name="connsiteY14" fmla="*/ 2352582 h 2911876"/>
              <a:gd name="connsiteX15" fmla="*/ 292964 w 1961965"/>
              <a:gd name="connsiteY15" fmla="*/ 2325949 h 2911876"/>
              <a:gd name="connsiteX16" fmla="*/ 319597 w 1961965"/>
              <a:gd name="connsiteY16" fmla="*/ 2299316 h 2911876"/>
              <a:gd name="connsiteX17" fmla="*/ 408373 w 1961965"/>
              <a:gd name="connsiteY17" fmla="*/ 2175029 h 2911876"/>
              <a:gd name="connsiteX18" fmla="*/ 426129 w 1961965"/>
              <a:gd name="connsiteY18" fmla="*/ 2139518 h 2911876"/>
              <a:gd name="connsiteX19" fmla="*/ 461639 w 1961965"/>
              <a:gd name="connsiteY19" fmla="*/ 2086252 h 2911876"/>
              <a:gd name="connsiteX20" fmla="*/ 470517 w 1961965"/>
              <a:gd name="connsiteY20" fmla="*/ 2059619 h 2911876"/>
              <a:gd name="connsiteX21" fmla="*/ 497150 w 1961965"/>
              <a:gd name="connsiteY21" fmla="*/ 2024109 h 2911876"/>
              <a:gd name="connsiteX22" fmla="*/ 523783 w 1961965"/>
              <a:gd name="connsiteY22" fmla="*/ 1953087 h 2911876"/>
              <a:gd name="connsiteX23" fmla="*/ 559294 w 1961965"/>
              <a:gd name="connsiteY23" fmla="*/ 1882066 h 2911876"/>
              <a:gd name="connsiteX24" fmla="*/ 577049 w 1961965"/>
              <a:gd name="connsiteY24" fmla="*/ 1855433 h 2911876"/>
              <a:gd name="connsiteX25" fmla="*/ 594804 w 1961965"/>
              <a:gd name="connsiteY25" fmla="*/ 1802167 h 2911876"/>
              <a:gd name="connsiteX26" fmla="*/ 612560 w 1961965"/>
              <a:gd name="connsiteY26" fmla="*/ 1766656 h 2911876"/>
              <a:gd name="connsiteX27" fmla="*/ 648070 w 1961965"/>
              <a:gd name="connsiteY27" fmla="*/ 1660124 h 2911876"/>
              <a:gd name="connsiteX28" fmla="*/ 656948 w 1961965"/>
              <a:gd name="connsiteY28" fmla="*/ 1633491 h 2911876"/>
              <a:gd name="connsiteX29" fmla="*/ 674703 w 1961965"/>
              <a:gd name="connsiteY29" fmla="*/ 1606858 h 2911876"/>
              <a:gd name="connsiteX30" fmla="*/ 692459 w 1961965"/>
              <a:gd name="connsiteY30" fmla="*/ 1571347 h 2911876"/>
              <a:gd name="connsiteX31" fmla="*/ 719092 w 1961965"/>
              <a:gd name="connsiteY31" fmla="*/ 1535837 h 2911876"/>
              <a:gd name="connsiteX32" fmla="*/ 736847 w 1961965"/>
              <a:gd name="connsiteY32" fmla="*/ 1500326 h 2911876"/>
              <a:gd name="connsiteX33" fmla="*/ 790113 w 1961965"/>
              <a:gd name="connsiteY33" fmla="*/ 1420427 h 2911876"/>
              <a:gd name="connsiteX34" fmla="*/ 843379 w 1961965"/>
              <a:gd name="connsiteY34" fmla="*/ 1322773 h 2911876"/>
              <a:gd name="connsiteX35" fmla="*/ 861134 w 1961965"/>
              <a:gd name="connsiteY35" fmla="*/ 1287262 h 2911876"/>
              <a:gd name="connsiteX36" fmla="*/ 878890 w 1961965"/>
              <a:gd name="connsiteY36" fmla="*/ 1269507 h 2911876"/>
              <a:gd name="connsiteX37" fmla="*/ 914400 w 1961965"/>
              <a:gd name="connsiteY37" fmla="*/ 1216241 h 2911876"/>
              <a:gd name="connsiteX38" fmla="*/ 967666 w 1961965"/>
              <a:gd name="connsiteY38" fmla="*/ 1145219 h 2911876"/>
              <a:gd name="connsiteX39" fmla="*/ 985422 w 1961965"/>
              <a:gd name="connsiteY39" fmla="*/ 1118586 h 2911876"/>
              <a:gd name="connsiteX40" fmla="*/ 1012055 w 1961965"/>
              <a:gd name="connsiteY40" fmla="*/ 1100831 h 2911876"/>
              <a:gd name="connsiteX41" fmla="*/ 1065321 w 1961965"/>
              <a:gd name="connsiteY41" fmla="*/ 1056443 h 2911876"/>
              <a:gd name="connsiteX42" fmla="*/ 1109709 w 1961965"/>
              <a:gd name="connsiteY42" fmla="*/ 941033 h 2911876"/>
              <a:gd name="connsiteX43" fmla="*/ 1109709 w 1961965"/>
              <a:gd name="connsiteY43" fmla="*/ 941033 h 2911876"/>
              <a:gd name="connsiteX44" fmla="*/ 1118587 w 1961965"/>
              <a:gd name="connsiteY44" fmla="*/ 914400 h 2911876"/>
              <a:gd name="connsiteX45" fmla="*/ 1154098 w 1961965"/>
              <a:gd name="connsiteY45" fmla="*/ 870012 h 2911876"/>
              <a:gd name="connsiteX46" fmla="*/ 1180731 w 1961965"/>
              <a:gd name="connsiteY46" fmla="*/ 816746 h 2911876"/>
              <a:gd name="connsiteX47" fmla="*/ 1189608 w 1961965"/>
              <a:gd name="connsiteY47" fmla="*/ 790113 h 2911876"/>
              <a:gd name="connsiteX48" fmla="*/ 1233997 w 1961965"/>
              <a:gd name="connsiteY48" fmla="*/ 719091 h 2911876"/>
              <a:gd name="connsiteX49" fmla="*/ 1260630 w 1961965"/>
              <a:gd name="connsiteY49" fmla="*/ 665825 h 2911876"/>
              <a:gd name="connsiteX50" fmla="*/ 1278385 w 1961965"/>
              <a:gd name="connsiteY50" fmla="*/ 639192 h 2911876"/>
              <a:gd name="connsiteX51" fmla="*/ 1305018 w 1961965"/>
              <a:gd name="connsiteY51" fmla="*/ 630314 h 2911876"/>
              <a:gd name="connsiteX52" fmla="*/ 1331651 w 1961965"/>
              <a:gd name="connsiteY52" fmla="*/ 603681 h 2911876"/>
              <a:gd name="connsiteX53" fmla="*/ 1358284 w 1961965"/>
              <a:gd name="connsiteY53" fmla="*/ 585926 h 2911876"/>
              <a:gd name="connsiteX54" fmla="*/ 1411550 w 1961965"/>
              <a:gd name="connsiteY54" fmla="*/ 532660 h 2911876"/>
              <a:gd name="connsiteX55" fmla="*/ 1464816 w 1961965"/>
              <a:gd name="connsiteY55" fmla="*/ 426128 h 2911876"/>
              <a:gd name="connsiteX56" fmla="*/ 1482571 w 1961965"/>
              <a:gd name="connsiteY56" fmla="*/ 399495 h 2911876"/>
              <a:gd name="connsiteX57" fmla="*/ 1518082 w 1961965"/>
              <a:gd name="connsiteY57" fmla="*/ 363984 h 2911876"/>
              <a:gd name="connsiteX58" fmla="*/ 1553593 w 1961965"/>
              <a:gd name="connsiteY58" fmla="*/ 319596 h 2911876"/>
              <a:gd name="connsiteX59" fmla="*/ 1606859 w 1961965"/>
              <a:gd name="connsiteY59" fmla="*/ 248575 h 2911876"/>
              <a:gd name="connsiteX60" fmla="*/ 1633492 w 1961965"/>
              <a:gd name="connsiteY60" fmla="*/ 230819 h 2911876"/>
              <a:gd name="connsiteX61" fmla="*/ 1713391 w 1961965"/>
              <a:gd name="connsiteY61" fmla="*/ 159798 h 2911876"/>
              <a:gd name="connsiteX62" fmla="*/ 1740024 w 1961965"/>
              <a:gd name="connsiteY62" fmla="*/ 150920 h 2911876"/>
              <a:gd name="connsiteX63" fmla="*/ 1828800 w 1961965"/>
              <a:gd name="connsiteY63" fmla="*/ 106532 h 2911876"/>
              <a:gd name="connsiteX64" fmla="*/ 1846556 w 1961965"/>
              <a:gd name="connsiteY64" fmla="*/ 88777 h 2911876"/>
              <a:gd name="connsiteX65" fmla="*/ 1899822 w 1961965"/>
              <a:gd name="connsiteY65" fmla="*/ 62144 h 2911876"/>
              <a:gd name="connsiteX66" fmla="*/ 1961965 w 1961965"/>
              <a:gd name="connsiteY66" fmla="*/ 0 h 29118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961965" h="2911876">
                <a:moveTo>
                  <a:pt x="0" y="2911876"/>
                </a:moveTo>
                <a:cubicBezTo>
                  <a:pt x="2959" y="2888202"/>
                  <a:pt x="2492" y="2863842"/>
                  <a:pt x="8878" y="2840854"/>
                </a:cubicBezTo>
                <a:cubicBezTo>
                  <a:pt x="17408" y="2810145"/>
                  <a:pt x="34310" y="2782314"/>
                  <a:pt x="44389" y="2752078"/>
                </a:cubicBezTo>
                <a:lnTo>
                  <a:pt x="62144" y="2698812"/>
                </a:lnTo>
                <a:cubicBezTo>
                  <a:pt x="65103" y="2689934"/>
                  <a:pt x="66837" y="2680549"/>
                  <a:pt x="71022" y="2672179"/>
                </a:cubicBezTo>
                <a:cubicBezTo>
                  <a:pt x="76940" y="2660342"/>
                  <a:pt x="83564" y="2648832"/>
                  <a:pt x="88777" y="2636668"/>
                </a:cubicBezTo>
                <a:cubicBezTo>
                  <a:pt x="106063" y="2596333"/>
                  <a:pt x="85885" y="2621806"/>
                  <a:pt x="115410" y="2592279"/>
                </a:cubicBezTo>
                <a:cubicBezTo>
                  <a:pt x="118369" y="2580442"/>
                  <a:pt x="118832" y="2567682"/>
                  <a:pt x="124288" y="2556769"/>
                </a:cubicBezTo>
                <a:cubicBezTo>
                  <a:pt x="128031" y="2549283"/>
                  <a:pt x="137021" y="2545709"/>
                  <a:pt x="142043" y="2539013"/>
                </a:cubicBezTo>
                <a:cubicBezTo>
                  <a:pt x="154847" y="2521941"/>
                  <a:pt x="165717" y="2503502"/>
                  <a:pt x="177554" y="2485747"/>
                </a:cubicBezTo>
                <a:lnTo>
                  <a:pt x="195309" y="2459114"/>
                </a:lnTo>
                <a:cubicBezTo>
                  <a:pt x="201227" y="2450236"/>
                  <a:pt x="205519" y="2440025"/>
                  <a:pt x="213064" y="2432481"/>
                </a:cubicBezTo>
                <a:lnTo>
                  <a:pt x="239698" y="2405848"/>
                </a:lnTo>
                <a:cubicBezTo>
                  <a:pt x="245616" y="2394011"/>
                  <a:pt x="250112" y="2381349"/>
                  <a:pt x="257453" y="2370338"/>
                </a:cubicBezTo>
                <a:cubicBezTo>
                  <a:pt x="262096" y="2363374"/>
                  <a:pt x="269979" y="2359118"/>
                  <a:pt x="275208" y="2352582"/>
                </a:cubicBezTo>
                <a:cubicBezTo>
                  <a:pt x="281873" y="2344250"/>
                  <a:pt x="286133" y="2334146"/>
                  <a:pt x="292964" y="2325949"/>
                </a:cubicBezTo>
                <a:cubicBezTo>
                  <a:pt x="301002" y="2316304"/>
                  <a:pt x="311647" y="2309033"/>
                  <a:pt x="319597" y="2299316"/>
                </a:cubicBezTo>
                <a:cubicBezTo>
                  <a:pt x="329942" y="2286672"/>
                  <a:pt x="396632" y="2198511"/>
                  <a:pt x="408373" y="2175029"/>
                </a:cubicBezTo>
                <a:cubicBezTo>
                  <a:pt x="414292" y="2163192"/>
                  <a:pt x="419320" y="2150866"/>
                  <a:pt x="426129" y="2139518"/>
                </a:cubicBezTo>
                <a:cubicBezTo>
                  <a:pt x="437108" y="2121220"/>
                  <a:pt x="454891" y="2106496"/>
                  <a:pt x="461639" y="2086252"/>
                </a:cubicBezTo>
                <a:cubicBezTo>
                  <a:pt x="464598" y="2077374"/>
                  <a:pt x="465874" y="2067744"/>
                  <a:pt x="470517" y="2059619"/>
                </a:cubicBezTo>
                <a:cubicBezTo>
                  <a:pt x="477858" y="2046773"/>
                  <a:pt x="489308" y="2036656"/>
                  <a:pt x="497150" y="2024109"/>
                </a:cubicBezTo>
                <a:cubicBezTo>
                  <a:pt x="534976" y="1963588"/>
                  <a:pt x="498221" y="2014434"/>
                  <a:pt x="523783" y="1953087"/>
                </a:cubicBezTo>
                <a:cubicBezTo>
                  <a:pt x="533963" y="1928655"/>
                  <a:pt x="544612" y="1904089"/>
                  <a:pt x="559294" y="1882066"/>
                </a:cubicBezTo>
                <a:cubicBezTo>
                  <a:pt x="565212" y="1873188"/>
                  <a:pt x="572716" y="1865183"/>
                  <a:pt x="577049" y="1855433"/>
                </a:cubicBezTo>
                <a:cubicBezTo>
                  <a:pt x="584650" y="1838330"/>
                  <a:pt x="586434" y="1818907"/>
                  <a:pt x="594804" y="1802167"/>
                </a:cubicBezTo>
                <a:lnTo>
                  <a:pt x="612560" y="1766656"/>
                </a:lnTo>
                <a:cubicBezTo>
                  <a:pt x="644095" y="1640514"/>
                  <a:pt x="613670" y="1740392"/>
                  <a:pt x="648070" y="1660124"/>
                </a:cubicBezTo>
                <a:cubicBezTo>
                  <a:pt x="651756" y="1651523"/>
                  <a:pt x="652763" y="1641861"/>
                  <a:pt x="656948" y="1633491"/>
                </a:cubicBezTo>
                <a:cubicBezTo>
                  <a:pt x="661720" y="1623948"/>
                  <a:pt x="669409" y="1616122"/>
                  <a:pt x="674703" y="1606858"/>
                </a:cubicBezTo>
                <a:cubicBezTo>
                  <a:pt x="681269" y="1595367"/>
                  <a:pt x="685445" y="1582570"/>
                  <a:pt x="692459" y="1571347"/>
                </a:cubicBezTo>
                <a:cubicBezTo>
                  <a:pt x="700301" y="1558800"/>
                  <a:pt x="711250" y="1548384"/>
                  <a:pt x="719092" y="1535837"/>
                </a:cubicBezTo>
                <a:cubicBezTo>
                  <a:pt x="726106" y="1524615"/>
                  <a:pt x="730420" y="1511895"/>
                  <a:pt x="736847" y="1500326"/>
                </a:cubicBezTo>
                <a:cubicBezTo>
                  <a:pt x="761306" y="1456299"/>
                  <a:pt x="761519" y="1458553"/>
                  <a:pt x="790113" y="1420427"/>
                </a:cubicBezTo>
                <a:cubicBezTo>
                  <a:pt x="814438" y="1347455"/>
                  <a:pt x="774286" y="1460962"/>
                  <a:pt x="843379" y="1322773"/>
                </a:cubicBezTo>
                <a:cubicBezTo>
                  <a:pt x="849297" y="1310936"/>
                  <a:pt x="853793" y="1298273"/>
                  <a:pt x="861134" y="1287262"/>
                </a:cubicBezTo>
                <a:cubicBezTo>
                  <a:pt x="865777" y="1280298"/>
                  <a:pt x="873868" y="1276203"/>
                  <a:pt x="878890" y="1269507"/>
                </a:cubicBezTo>
                <a:cubicBezTo>
                  <a:pt x="891694" y="1252436"/>
                  <a:pt x="901597" y="1233312"/>
                  <a:pt x="914400" y="1216241"/>
                </a:cubicBezTo>
                <a:cubicBezTo>
                  <a:pt x="932155" y="1192567"/>
                  <a:pt x="951251" y="1169841"/>
                  <a:pt x="967666" y="1145219"/>
                </a:cubicBezTo>
                <a:cubicBezTo>
                  <a:pt x="973585" y="1136341"/>
                  <a:pt x="977877" y="1126131"/>
                  <a:pt x="985422" y="1118586"/>
                </a:cubicBezTo>
                <a:cubicBezTo>
                  <a:pt x="992967" y="1111042"/>
                  <a:pt x="1003858" y="1107661"/>
                  <a:pt x="1012055" y="1100831"/>
                </a:cubicBezTo>
                <a:cubicBezTo>
                  <a:pt x="1080410" y="1043869"/>
                  <a:pt x="999196" y="1100525"/>
                  <a:pt x="1065321" y="1056443"/>
                </a:cubicBezTo>
                <a:cubicBezTo>
                  <a:pt x="1079388" y="986100"/>
                  <a:pt x="1067450" y="1025550"/>
                  <a:pt x="1109709" y="941033"/>
                </a:cubicBezTo>
                <a:lnTo>
                  <a:pt x="1109709" y="941033"/>
                </a:lnTo>
                <a:cubicBezTo>
                  <a:pt x="1112668" y="932155"/>
                  <a:pt x="1113627" y="922335"/>
                  <a:pt x="1118587" y="914400"/>
                </a:cubicBezTo>
                <a:cubicBezTo>
                  <a:pt x="1128630" y="898332"/>
                  <a:pt x="1142261" y="884808"/>
                  <a:pt x="1154098" y="870012"/>
                </a:cubicBezTo>
                <a:cubicBezTo>
                  <a:pt x="1176410" y="803070"/>
                  <a:pt x="1146312" y="885584"/>
                  <a:pt x="1180731" y="816746"/>
                </a:cubicBezTo>
                <a:cubicBezTo>
                  <a:pt x="1184916" y="808376"/>
                  <a:pt x="1185922" y="798714"/>
                  <a:pt x="1189608" y="790113"/>
                </a:cubicBezTo>
                <a:cubicBezTo>
                  <a:pt x="1205855" y="752203"/>
                  <a:pt x="1208509" y="753076"/>
                  <a:pt x="1233997" y="719091"/>
                </a:cubicBezTo>
                <a:cubicBezTo>
                  <a:pt x="1248400" y="661473"/>
                  <a:pt x="1231848" y="701802"/>
                  <a:pt x="1260630" y="665825"/>
                </a:cubicBezTo>
                <a:cubicBezTo>
                  <a:pt x="1267295" y="657494"/>
                  <a:pt x="1270054" y="645857"/>
                  <a:pt x="1278385" y="639192"/>
                </a:cubicBezTo>
                <a:cubicBezTo>
                  <a:pt x="1285692" y="633346"/>
                  <a:pt x="1296140" y="633273"/>
                  <a:pt x="1305018" y="630314"/>
                </a:cubicBezTo>
                <a:cubicBezTo>
                  <a:pt x="1313896" y="621436"/>
                  <a:pt x="1322006" y="611718"/>
                  <a:pt x="1331651" y="603681"/>
                </a:cubicBezTo>
                <a:cubicBezTo>
                  <a:pt x="1339848" y="596851"/>
                  <a:pt x="1350309" y="593014"/>
                  <a:pt x="1358284" y="585926"/>
                </a:cubicBezTo>
                <a:cubicBezTo>
                  <a:pt x="1377051" y="569244"/>
                  <a:pt x="1411550" y="532660"/>
                  <a:pt x="1411550" y="532660"/>
                </a:cubicBezTo>
                <a:cubicBezTo>
                  <a:pt x="1436053" y="459149"/>
                  <a:pt x="1418923" y="494968"/>
                  <a:pt x="1464816" y="426128"/>
                </a:cubicBezTo>
                <a:cubicBezTo>
                  <a:pt x="1470734" y="417250"/>
                  <a:pt x="1475026" y="407040"/>
                  <a:pt x="1482571" y="399495"/>
                </a:cubicBezTo>
                <a:cubicBezTo>
                  <a:pt x="1494408" y="387658"/>
                  <a:pt x="1508796" y="377913"/>
                  <a:pt x="1518082" y="363984"/>
                </a:cubicBezTo>
                <a:cubicBezTo>
                  <a:pt x="1572730" y="282011"/>
                  <a:pt x="1502993" y="382845"/>
                  <a:pt x="1553593" y="319596"/>
                </a:cubicBezTo>
                <a:cubicBezTo>
                  <a:pt x="1572079" y="296489"/>
                  <a:pt x="1582237" y="264990"/>
                  <a:pt x="1606859" y="248575"/>
                </a:cubicBezTo>
                <a:cubicBezTo>
                  <a:pt x="1615737" y="242656"/>
                  <a:pt x="1625517" y="237908"/>
                  <a:pt x="1633492" y="230819"/>
                </a:cubicBezTo>
                <a:cubicBezTo>
                  <a:pt x="1663745" y="203927"/>
                  <a:pt x="1678849" y="177069"/>
                  <a:pt x="1713391" y="159798"/>
                </a:cubicBezTo>
                <a:cubicBezTo>
                  <a:pt x="1721761" y="155613"/>
                  <a:pt x="1731844" y="155465"/>
                  <a:pt x="1740024" y="150920"/>
                </a:cubicBezTo>
                <a:cubicBezTo>
                  <a:pt x="1826503" y="102877"/>
                  <a:pt x="1759403" y="123882"/>
                  <a:pt x="1828800" y="106532"/>
                </a:cubicBezTo>
                <a:cubicBezTo>
                  <a:pt x="1834719" y="100614"/>
                  <a:pt x="1839379" y="93083"/>
                  <a:pt x="1846556" y="88777"/>
                </a:cubicBezTo>
                <a:cubicBezTo>
                  <a:pt x="1892497" y="61213"/>
                  <a:pt x="1854929" y="102548"/>
                  <a:pt x="1899822" y="62144"/>
                </a:cubicBezTo>
                <a:cubicBezTo>
                  <a:pt x="1921597" y="42547"/>
                  <a:pt x="1961965" y="0"/>
                  <a:pt x="1961965" y="0"/>
                </a:cubicBezTo>
              </a:path>
            </a:pathLst>
          </a:cu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52138ABA-C36E-C694-63B2-FB238CF8CABB}"/>
              </a:ext>
            </a:extLst>
          </p:cNvPr>
          <p:cNvCxnSpPr>
            <a:cxnSpLocks/>
          </p:cNvCxnSpPr>
          <p:nvPr/>
        </p:nvCxnSpPr>
        <p:spPr>
          <a:xfrm>
            <a:off x="4726362" y="11534360"/>
            <a:ext cx="4655396" cy="0"/>
          </a:xfrm>
          <a:prstGeom prst="straightConnector1">
            <a:avLst/>
          </a:prstGeom>
          <a:ln w="101600">
            <a:solidFill>
              <a:schemeClr val="accent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63DE7C02-679F-1A34-F1A7-19C870EE83DE}"/>
              </a:ext>
            </a:extLst>
          </p:cNvPr>
          <p:cNvSpPr txBox="1"/>
          <p:nvPr/>
        </p:nvSpPr>
        <p:spPr>
          <a:xfrm>
            <a:off x="9568827" y="8582737"/>
            <a:ext cx="2009333" cy="634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Gene tree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5DA31A2C-6A59-AF66-4B63-852B3ABBFE91}"/>
              </a:ext>
            </a:extLst>
          </p:cNvPr>
          <p:cNvSpPr txBox="1"/>
          <p:nvPr/>
        </p:nvSpPr>
        <p:spPr>
          <a:xfrm>
            <a:off x="3473780" y="8410804"/>
            <a:ext cx="2402068" cy="634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Species tree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CB22C0B-3630-1084-B019-EE07490DE5FF}"/>
              </a:ext>
            </a:extLst>
          </p:cNvPr>
          <p:cNvSpPr txBox="1"/>
          <p:nvPr/>
        </p:nvSpPr>
        <p:spPr>
          <a:xfrm>
            <a:off x="2314847" y="11125370"/>
            <a:ext cx="2100127" cy="6340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520" dirty="0">
                <a:solidFill>
                  <a:schemeClr val="accent1"/>
                </a:solidFill>
              </a:rPr>
              <a:t>HGT event</a:t>
            </a: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4EEEBC0A-5F82-5DDE-D243-A56B71919F5C}"/>
              </a:ext>
            </a:extLst>
          </p:cNvPr>
          <p:cNvGrpSpPr/>
          <p:nvPr/>
        </p:nvGrpSpPr>
        <p:grpSpPr>
          <a:xfrm>
            <a:off x="10245877" y="7688290"/>
            <a:ext cx="5807169" cy="4416389"/>
            <a:chOff x="12807345" y="6169891"/>
            <a:chExt cx="7258961" cy="5532007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1367A319-6B57-8CA8-6F9D-79C38ED4F4F2}"/>
                </a:ext>
              </a:extLst>
            </p:cNvPr>
            <p:cNvGrpSpPr/>
            <p:nvPr/>
          </p:nvGrpSpPr>
          <p:grpSpPr>
            <a:xfrm flipH="1">
              <a:off x="13367414" y="6196757"/>
              <a:ext cx="6151874" cy="4733790"/>
              <a:chOff x="13102556" y="17323601"/>
              <a:chExt cx="6478323" cy="5485319"/>
            </a:xfrm>
          </p:grpSpPr>
          <p:sp>
            <p:nvSpPr>
              <p:cNvPr id="252" name="Freeform 251">
                <a:extLst>
                  <a:ext uri="{FF2B5EF4-FFF2-40B4-BE49-F238E27FC236}">
                    <a16:creationId xmlns:a16="http://schemas.microsoft.com/office/drawing/2014/main" id="{CBBBF23F-C326-D666-2F8F-84A450E011EB}"/>
                  </a:ext>
                </a:extLst>
              </p:cNvPr>
              <p:cNvSpPr/>
              <p:nvPr/>
            </p:nvSpPr>
            <p:spPr>
              <a:xfrm>
                <a:off x="15950674" y="18851291"/>
                <a:ext cx="1928659" cy="3955902"/>
              </a:xfrm>
              <a:custGeom>
                <a:avLst/>
                <a:gdLst>
                  <a:gd name="connsiteX0" fmla="*/ 1768642 w 1768642"/>
                  <a:gd name="connsiteY0" fmla="*/ 3320716 h 3320716"/>
                  <a:gd name="connsiteX1" fmla="*/ 1118937 w 1768642"/>
                  <a:gd name="connsiteY1" fmla="*/ 2466474 h 3320716"/>
                  <a:gd name="connsiteX2" fmla="*/ 1058779 w 1768642"/>
                  <a:gd name="connsiteY2" fmla="*/ 2358190 h 3320716"/>
                  <a:gd name="connsiteX3" fmla="*/ 1022684 w 1768642"/>
                  <a:gd name="connsiteY3" fmla="*/ 2237874 h 3320716"/>
                  <a:gd name="connsiteX4" fmla="*/ 1010653 w 1768642"/>
                  <a:gd name="connsiteY4" fmla="*/ 2201779 h 3320716"/>
                  <a:gd name="connsiteX5" fmla="*/ 986590 w 1768642"/>
                  <a:gd name="connsiteY5" fmla="*/ 1864895 h 3320716"/>
                  <a:gd name="connsiteX6" fmla="*/ 974558 w 1768642"/>
                  <a:gd name="connsiteY6" fmla="*/ 1804737 h 3320716"/>
                  <a:gd name="connsiteX7" fmla="*/ 938463 w 1768642"/>
                  <a:gd name="connsiteY7" fmla="*/ 1684421 h 3320716"/>
                  <a:gd name="connsiteX8" fmla="*/ 914400 w 1768642"/>
                  <a:gd name="connsiteY8" fmla="*/ 1612232 h 3320716"/>
                  <a:gd name="connsiteX9" fmla="*/ 890337 w 1768642"/>
                  <a:gd name="connsiteY9" fmla="*/ 1564106 h 3320716"/>
                  <a:gd name="connsiteX10" fmla="*/ 866274 w 1768642"/>
                  <a:gd name="connsiteY10" fmla="*/ 1491916 h 3320716"/>
                  <a:gd name="connsiteX11" fmla="*/ 854242 w 1768642"/>
                  <a:gd name="connsiteY11" fmla="*/ 1455821 h 3320716"/>
                  <a:gd name="connsiteX12" fmla="*/ 830179 w 1768642"/>
                  <a:gd name="connsiteY12" fmla="*/ 1419727 h 3320716"/>
                  <a:gd name="connsiteX13" fmla="*/ 770021 w 1768642"/>
                  <a:gd name="connsiteY13" fmla="*/ 1311442 h 3320716"/>
                  <a:gd name="connsiteX14" fmla="*/ 745958 w 1768642"/>
                  <a:gd name="connsiteY14" fmla="*/ 1275348 h 3320716"/>
                  <a:gd name="connsiteX15" fmla="*/ 721895 w 1768642"/>
                  <a:gd name="connsiteY15" fmla="*/ 1239253 h 3320716"/>
                  <a:gd name="connsiteX16" fmla="*/ 613611 w 1768642"/>
                  <a:gd name="connsiteY16" fmla="*/ 1143000 h 3320716"/>
                  <a:gd name="connsiteX17" fmla="*/ 589548 w 1768642"/>
                  <a:gd name="connsiteY17" fmla="*/ 1106906 h 3320716"/>
                  <a:gd name="connsiteX18" fmla="*/ 529390 w 1768642"/>
                  <a:gd name="connsiteY18" fmla="*/ 1046748 h 3320716"/>
                  <a:gd name="connsiteX19" fmla="*/ 505326 w 1768642"/>
                  <a:gd name="connsiteY19" fmla="*/ 1010653 h 3320716"/>
                  <a:gd name="connsiteX20" fmla="*/ 469232 w 1768642"/>
                  <a:gd name="connsiteY20" fmla="*/ 974558 h 3320716"/>
                  <a:gd name="connsiteX21" fmla="*/ 421105 w 1768642"/>
                  <a:gd name="connsiteY21" fmla="*/ 902369 h 3320716"/>
                  <a:gd name="connsiteX22" fmla="*/ 397042 w 1768642"/>
                  <a:gd name="connsiteY22" fmla="*/ 866274 h 3320716"/>
                  <a:gd name="connsiteX23" fmla="*/ 360948 w 1768642"/>
                  <a:gd name="connsiteY23" fmla="*/ 830179 h 3320716"/>
                  <a:gd name="connsiteX24" fmla="*/ 312821 w 1768642"/>
                  <a:gd name="connsiteY24" fmla="*/ 757990 h 3320716"/>
                  <a:gd name="connsiteX25" fmla="*/ 276726 w 1768642"/>
                  <a:gd name="connsiteY25" fmla="*/ 697832 h 3320716"/>
                  <a:gd name="connsiteX26" fmla="*/ 240632 w 1768642"/>
                  <a:gd name="connsiteY26" fmla="*/ 625642 h 3320716"/>
                  <a:gd name="connsiteX27" fmla="*/ 216569 w 1768642"/>
                  <a:gd name="connsiteY27" fmla="*/ 553453 h 3320716"/>
                  <a:gd name="connsiteX28" fmla="*/ 192505 w 1768642"/>
                  <a:gd name="connsiteY28" fmla="*/ 481263 h 3320716"/>
                  <a:gd name="connsiteX29" fmla="*/ 168442 w 1768642"/>
                  <a:gd name="connsiteY29" fmla="*/ 409074 h 3320716"/>
                  <a:gd name="connsiteX30" fmla="*/ 156411 w 1768642"/>
                  <a:gd name="connsiteY30" fmla="*/ 372979 h 3320716"/>
                  <a:gd name="connsiteX31" fmla="*/ 108284 w 1768642"/>
                  <a:gd name="connsiteY31" fmla="*/ 180474 h 3320716"/>
                  <a:gd name="connsiteX32" fmla="*/ 36095 w 1768642"/>
                  <a:gd name="connsiteY32" fmla="*/ 72190 h 3320716"/>
                  <a:gd name="connsiteX33" fmla="*/ 12032 w 1768642"/>
                  <a:gd name="connsiteY33" fmla="*/ 36095 h 3320716"/>
                  <a:gd name="connsiteX34" fmla="*/ 0 w 1768642"/>
                  <a:gd name="connsiteY34" fmla="*/ 0 h 332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768642" h="3320716">
                    <a:moveTo>
                      <a:pt x="1768642" y="3320716"/>
                    </a:moveTo>
                    <a:cubicBezTo>
                      <a:pt x="1552074" y="3035969"/>
                      <a:pt x="1292675" y="2779201"/>
                      <a:pt x="1118937" y="2466474"/>
                    </a:cubicBezTo>
                    <a:cubicBezTo>
                      <a:pt x="1098884" y="2430379"/>
                      <a:pt x="1076240" y="2395607"/>
                      <a:pt x="1058779" y="2358190"/>
                    </a:cubicBezTo>
                    <a:cubicBezTo>
                      <a:pt x="1037715" y="2313053"/>
                      <a:pt x="1035504" y="2282745"/>
                      <a:pt x="1022684" y="2237874"/>
                    </a:cubicBezTo>
                    <a:cubicBezTo>
                      <a:pt x="1019200" y="2225680"/>
                      <a:pt x="1014663" y="2213811"/>
                      <a:pt x="1010653" y="2201779"/>
                    </a:cubicBezTo>
                    <a:cubicBezTo>
                      <a:pt x="1007948" y="2161202"/>
                      <a:pt x="992139" y="1914835"/>
                      <a:pt x="986590" y="1864895"/>
                    </a:cubicBezTo>
                    <a:cubicBezTo>
                      <a:pt x="984332" y="1844570"/>
                      <a:pt x="978994" y="1824700"/>
                      <a:pt x="974558" y="1804737"/>
                    </a:cubicBezTo>
                    <a:cubicBezTo>
                      <a:pt x="962436" y="1750190"/>
                      <a:pt x="958456" y="1744401"/>
                      <a:pt x="938463" y="1684421"/>
                    </a:cubicBezTo>
                    <a:lnTo>
                      <a:pt x="914400" y="1612232"/>
                    </a:lnTo>
                    <a:cubicBezTo>
                      <a:pt x="906379" y="1596190"/>
                      <a:pt x="896998" y="1580759"/>
                      <a:pt x="890337" y="1564106"/>
                    </a:cubicBezTo>
                    <a:cubicBezTo>
                      <a:pt x="880917" y="1540555"/>
                      <a:pt x="874295" y="1515979"/>
                      <a:pt x="866274" y="1491916"/>
                    </a:cubicBezTo>
                    <a:cubicBezTo>
                      <a:pt x="862263" y="1479884"/>
                      <a:pt x="861277" y="1466373"/>
                      <a:pt x="854242" y="1455821"/>
                    </a:cubicBezTo>
                    <a:lnTo>
                      <a:pt x="830179" y="1419727"/>
                    </a:lnTo>
                    <a:cubicBezTo>
                      <a:pt x="809003" y="1356196"/>
                      <a:pt x="825183" y="1394184"/>
                      <a:pt x="770021" y="1311442"/>
                    </a:cubicBezTo>
                    <a:lnTo>
                      <a:pt x="745958" y="1275348"/>
                    </a:lnTo>
                    <a:cubicBezTo>
                      <a:pt x="737937" y="1263316"/>
                      <a:pt x="732120" y="1249478"/>
                      <a:pt x="721895" y="1239253"/>
                    </a:cubicBezTo>
                    <a:cubicBezTo>
                      <a:pt x="639480" y="1156838"/>
                      <a:pt x="678020" y="1185940"/>
                      <a:pt x="613611" y="1143000"/>
                    </a:cubicBezTo>
                    <a:cubicBezTo>
                      <a:pt x="605590" y="1130969"/>
                      <a:pt x="599070" y="1117788"/>
                      <a:pt x="589548" y="1106906"/>
                    </a:cubicBezTo>
                    <a:cubicBezTo>
                      <a:pt x="570874" y="1085564"/>
                      <a:pt x="545121" y="1070344"/>
                      <a:pt x="529390" y="1046748"/>
                    </a:cubicBezTo>
                    <a:cubicBezTo>
                      <a:pt x="521369" y="1034716"/>
                      <a:pt x="514583" y="1021762"/>
                      <a:pt x="505326" y="1010653"/>
                    </a:cubicBezTo>
                    <a:cubicBezTo>
                      <a:pt x="494433" y="997582"/>
                      <a:pt x="479678" y="987989"/>
                      <a:pt x="469232" y="974558"/>
                    </a:cubicBezTo>
                    <a:cubicBezTo>
                      <a:pt x="451477" y="951730"/>
                      <a:pt x="437147" y="926432"/>
                      <a:pt x="421105" y="902369"/>
                    </a:cubicBezTo>
                    <a:cubicBezTo>
                      <a:pt x="413084" y="890337"/>
                      <a:pt x="407267" y="876499"/>
                      <a:pt x="397042" y="866274"/>
                    </a:cubicBezTo>
                    <a:lnTo>
                      <a:pt x="360948" y="830179"/>
                    </a:lnTo>
                    <a:cubicBezTo>
                      <a:pt x="332338" y="744351"/>
                      <a:pt x="372907" y="848119"/>
                      <a:pt x="312821" y="757990"/>
                    </a:cubicBezTo>
                    <a:cubicBezTo>
                      <a:pt x="250348" y="664280"/>
                      <a:pt x="351667" y="772770"/>
                      <a:pt x="276726" y="697832"/>
                    </a:cubicBezTo>
                    <a:cubicBezTo>
                      <a:pt x="232854" y="566209"/>
                      <a:pt x="302821" y="765568"/>
                      <a:pt x="240632" y="625642"/>
                    </a:cubicBezTo>
                    <a:cubicBezTo>
                      <a:pt x="230330" y="602463"/>
                      <a:pt x="224590" y="577516"/>
                      <a:pt x="216569" y="553453"/>
                    </a:cubicBezTo>
                    <a:lnTo>
                      <a:pt x="192505" y="481263"/>
                    </a:lnTo>
                    <a:lnTo>
                      <a:pt x="168442" y="409074"/>
                    </a:lnTo>
                    <a:cubicBezTo>
                      <a:pt x="164432" y="397042"/>
                      <a:pt x="158898" y="385415"/>
                      <a:pt x="156411" y="372979"/>
                    </a:cubicBezTo>
                    <a:cubicBezTo>
                      <a:pt x="152939" y="355617"/>
                      <a:pt x="129427" y="212190"/>
                      <a:pt x="108284" y="180474"/>
                    </a:cubicBezTo>
                    <a:lnTo>
                      <a:pt x="36095" y="72190"/>
                    </a:lnTo>
                    <a:cubicBezTo>
                      <a:pt x="28074" y="60158"/>
                      <a:pt x="16605" y="49813"/>
                      <a:pt x="12032" y="36095"/>
                    </a:cubicBezTo>
                    <a:lnTo>
                      <a:pt x="0" y="0"/>
                    </a:ln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344AE5B4-F9FC-BCC4-6402-D9C9C7DFC11D}"/>
                  </a:ext>
                </a:extLst>
              </p:cNvPr>
              <p:cNvSpPr/>
              <p:nvPr/>
            </p:nvSpPr>
            <p:spPr>
              <a:xfrm>
                <a:off x="15950673" y="17323601"/>
                <a:ext cx="845035" cy="1627441"/>
              </a:xfrm>
              <a:custGeom>
                <a:avLst/>
                <a:gdLst>
                  <a:gd name="connsiteX0" fmla="*/ 0 w 769434"/>
                  <a:gd name="connsiteY0" fmla="*/ 1650470 h 1650470"/>
                  <a:gd name="connsiteX1" fmla="*/ 11151 w 769434"/>
                  <a:gd name="connsiteY1" fmla="*/ 1338236 h 1650470"/>
                  <a:gd name="connsiteX2" fmla="*/ 89210 w 769434"/>
                  <a:gd name="connsiteY2" fmla="*/ 1226724 h 1650470"/>
                  <a:gd name="connsiteX3" fmla="*/ 122664 w 769434"/>
                  <a:gd name="connsiteY3" fmla="*/ 1204421 h 1650470"/>
                  <a:gd name="connsiteX4" fmla="*/ 144966 w 769434"/>
                  <a:gd name="connsiteY4" fmla="*/ 1170968 h 1650470"/>
                  <a:gd name="connsiteX5" fmla="*/ 223024 w 769434"/>
                  <a:gd name="connsiteY5" fmla="*/ 1126363 h 1650470"/>
                  <a:gd name="connsiteX6" fmla="*/ 278781 w 769434"/>
                  <a:gd name="connsiteY6" fmla="*/ 1070607 h 1650470"/>
                  <a:gd name="connsiteX7" fmla="*/ 345688 w 769434"/>
                  <a:gd name="connsiteY7" fmla="*/ 1014851 h 1650470"/>
                  <a:gd name="connsiteX8" fmla="*/ 367990 w 769434"/>
                  <a:gd name="connsiteY8" fmla="*/ 981397 h 1650470"/>
                  <a:gd name="connsiteX9" fmla="*/ 446049 w 769434"/>
                  <a:gd name="connsiteY9" fmla="*/ 892187 h 1650470"/>
                  <a:gd name="connsiteX10" fmla="*/ 468351 w 769434"/>
                  <a:gd name="connsiteY10" fmla="*/ 847582 h 1650470"/>
                  <a:gd name="connsiteX11" fmla="*/ 524107 w 769434"/>
                  <a:gd name="connsiteY11" fmla="*/ 769524 h 1650470"/>
                  <a:gd name="connsiteX12" fmla="*/ 535259 w 769434"/>
                  <a:gd name="connsiteY12" fmla="*/ 724919 h 1650470"/>
                  <a:gd name="connsiteX13" fmla="*/ 557561 w 769434"/>
                  <a:gd name="connsiteY13" fmla="*/ 669163 h 1650470"/>
                  <a:gd name="connsiteX14" fmla="*/ 591015 w 769434"/>
                  <a:gd name="connsiteY14" fmla="*/ 591104 h 1650470"/>
                  <a:gd name="connsiteX15" fmla="*/ 602166 w 769434"/>
                  <a:gd name="connsiteY15" fmla="*/ 546500 h 1650470"/>
                  <a:gd name="connsiteX16" fmla="*/ 635620 w 769434"/>
                  <a:gd name="connsiteY16" fmla="*/ 401534 h 1650470"/>
                  <a:gd name="connsiteX17" fmla="*/ 646771 w 769434"/>
                  <a:gd name="connsiteY17" fmla="*/ 368080 h 1650470"/>
                  <a:gd name="connsiteX18" fmla="*/ 669073 w 769434"/>
                  <a:gd name="connsiteY18" fmla="*/ 323475 h 1650470"/>
                  <a:gd name="connsiteX19" fmla="*/ 680224 w 769434"/>
                  <a:gd name="connsiteY19" fmla="*/ 290021 h 1650470"/>
                  <a:gd name="connsiteX20" fmla="*/ 691376 w 769434"/>
                  <a:gd name="connsiteY20" fmla="*/ 245417 h 1650470"/>
                  <a:gd name="connsiteX21" fmla="*/ 713678 w 769434"/>
                  <a:gd name="connsiteY21" fmla="*/ 211963 h 1650470"/>
                  <a:gd name="connsiteX22" fmla="*/ 724829 w 769434"/>
                  <a:gd name="connsiteY22" fmla="*/ 178509 h 1650470"/>
                  <a:gd name="connsiteX23" fmla="*/ 747132 w 769434"/>
                  <a:gd name="connsiteY23" fmla="*/ 33543 h 1650470"/>
                  <a:gd name="connsiteX24" fmla="*/ 769434 w 769434"/>
                  <a:gd name="connsiteY24" fmla="*/ 90 h 1650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69434" h="1650470">
                    <a:moveTo>
                      <a:pt x="0" y="1650470"/>
                    </a:moveTo>
                    <a:cubicBezTo>
                      <a:pt x="3717" y="1546392"/>
                      <a:pt x="-4001" y="1441272"/>
                      <a:pt x="11151" y="1338236"/>
                    </a:cubicBezTo>
                    <a:cubicBezTo>
                      <a:pt x="11779" y="1333965"/>
                      <a:pt x="77314" y="1238620"/>
                      <a:pt x="89210" y="1226724"/>
                    </a:cubicBezTo>
                    <a:cubicBezTo>
                      <a:pt x="98687" y="1217247"/>
                      <a:pt x="111513" y="1211855"/>
                      <a:pt x="122664" y="1204421"/>
                    </a:cubicBezTo>
                    <a:cubicBezTo>
                      <a:pt x="130098" y="1193270"/>
                      <a:pt x="135489" y="1180445"/>
                      <a:pt x="144966" y="1170968"/>
                    </a:cubicBezTo>
                    <a:cubicBezTo>
                      <a:pt x="160729" y="1155205"/>
                      <a:pt x="205530" y="1135110"/>
                      <a:pt x="223024" y="1126363"/>
                    </a:cubicBezTo>
                    <a:cubicBezTo>
                      <a:pt x="263915" y="1065028"/>
                      <a:pt x="223022" y="1117073"/>
                      <a:pt x="278781" y="1070607"/>
                    </a:cubicBezTo>
                    <a:cubicBezTo>
                      <a:pt x="364641" y="999056"/>
                      <a:pt x="262628" y="1070223"/>
                      <a:pt x="345688" y="1014851"/>
                    </a:cubicBezTo>
                    <a:cubicBezTo>
                      <a:pt x="353122" y="1003700"/>
                      <a:pt x="359410" y="991693"/>
                      <a:pt x="367990" y="981397"/>
                    </a:cubicBezTo>
                    <a:cubicBezTo>
                      <a:pt x="421728" y="916910"/>
                      <a:pt x="386379" y="981693"/>
                      <a:pt x="446049" y="892187"/>
                    </a:cubicBezTo>
                    <a:cubicBezTo>
                      <a:pt x="455270" y="878356"/>
                      <a:pt x="460104" y="862015"/>
                      <a:pt x="468351" y="847582"/>
                    </a:cubicBezTo>
                    <a:cubicBezTo>
                      <a:pt x="481390" y="824764"/>
                      <a:pt x="509757" y="788658"/>
                      <a:pt x="524107" y="769524"/>
                    </a:cubicBezTo>
                    <a:cubicBezTo>
                      <a:pt x="527824" y="754656"/>
                      <a:pt x="530412" y="739458"/>
                      <a:pt x="535259" y="724919"/>
                    </a:cubicBezTo>
                    <a:cubicBezTo>
                      <a:pt x="541589" y="705929"/>
                      <a:pt x="550533" y="687906"/>
                      <a:pt x="557561" y="669163"/>
                    </a:cubicBezTo>
                    <a:cubicBezTo>
                      <a:pt x="582172" y="603532"/>
                      <a:pt x="551854" y="669424"/>
                      <a:pt x="591015" y="591104"/>
                    </a:cubicBezTo>
                    <a:cubicBezTo>
                      <a:pt x="594732" y="576236"/>
                      <a:pt x="598841" y="561461"/>
                      <a:pt x="602166" y="546500"/>
                    </a:cubicBezTo>
                    <a:cubicBezTo>
                      <a:pt x="613963" y="493413"/>
                      <a:pt x="617396" y="456207"/>
                      <a:pt x="635620" y="401534"/>
                    </a:cubicBezTo>
                    <a:cubicBezTo>
                      <a:pt x="639337" y="390383"/>
                      <a:pt x="642141" y="378884"/>
                      <a:pt x="646771" y="368080"/>
                    </a:cubicBezTo>
                    <a:cubicBezTo>
                      <a:pt x="653319" y="352801"/>
                      <a:pt x="662525" y="338754"/>
                      <a:pt x="669073" y="323475"/>
                    </a:cubicBezTo>
                    <a:cubicBezTo>
                      <a:pt x="673703" y="312671"/>
                      <a:pt x="676995" y="301323"/>
                      <a:pt x="680224" y="290021"/>
                    </a:cubicBezTo>
                    <a:cubicBezTo>
                      <a:pt x="684434" y="275285"/>
                      <a:pt x="685339" y="259503"/>
                      <a:pt x="691376" y="245417"/>
                    </a:cubicBezTo>
                    <a:cubicBezTo>
                      <a:pt x="696655" y="233099"/>
                      <a:pt x="707685" y="223950"/>
                      <a:pt x="713678" y="211963"/>
                    </a:cubicBezTo>
                    <a:cubicBezTo>
                      <a:pt x="718935" y="201449"/>
                      <a:pt x="721112" y="189660"/>
                      <a:pt x="724829" y="178509"/>
                    </a:cubicBezTo>
                    <a:cubicBezTo>
                      <a:pt x="733816" y="97628"/>
                      <a:pt x="729574" y="94998"/>
                      <a:pt x="747132" y="33543"/>
                    </a:cubicBezTo>
                    <a:cubicBezTo>
                      <a:pt x="757697" y="-3436"/>
                      <a:pt x="747086" y="90"/>
                      <a:pt x="769434" y="90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5B42C006-5CFB-9E2E-7E97-77DCF3D2F814}"/>
                  </a:ext>
                </a:extLst>
              </p:cNvPr>
              <p:cNvSpPr/>
              <p:nvPr/>
            </p:nvSpPr>
            <p:spPr>
              <a:xfrm>
                <a:off x="16783228" y="17373659"/>
                <a:ext cx="2797651" cy="5432874"/>
              </a:xfrm>
              <a:custGeom>
                <a:avLst/>
                <a:gdLst>
                  <a:gd name="connsiteX0" fmla="*/ 0 w 2497903"/>
                  <a:gd name="connsiteY0" fmla="*/ 0 h 4850780"/>
                  <a:gd name="connsiteX1" fmla="*/ 66907 w 2497903"/>
                  <a:gd name="connsiteY1" fmla="*/ 78058 h 4850780"/>
                  <a:gd name="connsiteX2" fmla="*/ 122663 w 2497903"/>
                  <a:gd name="connsiteY2" fmla="*/ 133814 h 4850780"/>
                  <a:gd name="connsiteX3" fmla="*/ 167268 w 2497903"/>
                  <a:gd name="connsiteY3" fmla="*/ 200722 h 4850780"/>
                  <a:gd name="connsiteX4" fmla="*/ 178420 w 2497903"/>
                  <a:gd name="connsiteY4" fmla="*/ 245326 h 4850780"/>
                  <a:gd name="connsiteX5" fmla="*/ 200722 w 2497903"/>
                  <a:gd name="connsiteY5" fmla="*/ 278780 h 4850780"/>
                  <a:gd name="connsiteX6" fmla="*/ 223024 w 2497903"/>
                  <a:gd name="connsiteY6" fmla="*/ 323385 h 4850780"/>
                  <a:gd name="connsiteX7" fmla="*/ 234176 w 2497903"/>
                  <a:gd name="connsiteY7" fmla="*/ 367990 h 4850780"/>
                  <a:gd name="connsiteX8" fmla="*/ 267629 w 2497903"/>
                  <a:gd name="connsiteY8" fmla="*/ 446048 h 4850780"/>
                  <a:gd name="connsiteX9" fmla="*/ 278781 w 2497903"/>
                  <a:gd name="connsiteY9" fmla="*/ 490653 h 4850780"/>
                  <a:gd name="connsiteX10" fmla="*/ 301083 w 2497903"/>
                  <a:gd name="connsiteY10" fmla="*/ 524107 h 4850780"/>
                  <a:gd name="connsiteX11" fmla="*/ 323385 w 2497903"/>
                  <a:gd name="connsiteY11" fmla="*/ 579863 h 4850780"/>
                  <a:gd name="connsiteX12" fmla="*/ 334537 w 2497903"/>
                  <a:gd name="connsiteY12" fmla="*/ 613317 h 4850780"/>
                  <a:gd name="connsiteX13" fmla="*/ 356839 w 2497903"/>
                  <a:gd name="connsiteY13" fmla="*/ 646770 h 4850780"/>
                  <a:gd name="connsiteX14" fmla="*/ 379141 w 2497903"/>
                  <a:gd name="connsiteY14" fmla="*/ 691375 h 4850780"/>
                  <a:gd name="connsiteX15" fmla="*/ 401444 w 2497903"/>
                  <a:gd name="connsiteY15" fmla="*/ 724829 h 4850780"/>
                  <a:gd name="connsiteX16" fmla="*/ 423746 w 2497903"/>
                  <a:gd name="connsiteY16" fmla="*/ 769434 h 4850780"/>
                  <a:gd name="connsiteX17" fmla="*/ 468351 w 2497903"/>
                  <a:gd name="connsiteY17" fmla="*/ 825190 h 4850780"/>
                  <a:gd name="connsiteX18" fmla="*/ 479502 w 2497903"/>
                  <a:gd name="connsiteY18" fmla="*/ 858644 h 4850780"/>
                  <a:gd name="connsiteX19" fmla="*/ 535259 w 2497903"/>
                  <a:gd name="connsiteY19" fmla="*/ 925551 h 4850780"/>
                  <a:gd name="connsiteX20" fmla="*/ 591015 w 2497903"/>
                  <a:gd name="connsiteY20" fmla="*/ 992458 h 4850780"/>
                  <a:gd name="connsiteX21" fmla="*/ 669073 w 2497903"/>
                  <a:gd name="connsiteY21" fmla="*/ 1092819 h 4850780"/>
                  <a:gd name="connsiteX22" fmla="*/ 669073 w 2497903"/>
                  <a:gd name="connsiteY22" fmla="*/ 1092819 h 4850780"/>
                  <a:gd name="connsiteX23" fmla="*/ 735981 w 2497903"/>
                  <a:gd name="connsiteY23" fmla="*/ 1193180 h 4850780"/>
                  <a:gd name="connsiteX24" fmla="*/ 758283 w 2497903"/>
                  <a:gd name="connsiteY24" fmla="*/ 1226634 h 4850780"/>
                  <a:gd name="connsiteX25" fmla="*/ 802888 w 2497903"/>
                  <a:gd name="connsiteY25" fmla="*/ 1304692 h 4850780"/>
                  <a:gd name="connsiteX26" fmla="*/ 836341 w 2497903"/>
                  <a:gd name="connsiteY26" fmla="*/ 1371600 h 4850780"/>
                  <a:gd name="connsiteX27" fmla="*/ 869795 w 2497903"/>
                  <a:gd name="connsiteY27" fmla="*/ 1471961 h 4850780"/>
                  <a:gd name="connsiteX28" fmla="*/ 880946 w 2497903"/>
                  <a:gd name="connsiteY28" fmla="*/ 1505414 h 4850780"/>
                  <a:gd name="connsiteX29" fmla="*/ 892098 w 2497903"/>
                  <a:gd name="connsiteY29" fmla="*/ 1538868 h 4850780"/>
                  <a:gd name="connsiteX30" fmla="*/ 914400 w 2497903"/>
                  <a:gd name="connsiteY30" fmla="*/ 1683834 h 4850780"/>
                  <a:gd name="connsiteX31" fmla="*/ 947854 w 2497903"/>
                  <a:gd name="connsiteY31" fmla="*/ 1784195 h 4850780"/>
                  <a:gd name="connsiteX32" fmla="*/ 981307 w 2497903"/>
                  <a:gd name="connsiteY32" fmla="*/ 1884556 h 4850780"/>
                  <a:gd name="connsiteX33" fmla="*/ 1070517 w 2497903"/>
                  <a:gd name="connsiteY33" fmla="*/ 2118731 h 4850780"/>
                  <a:gd name="connsiteX34" fmla="*/ 1427356 w 2497903"/>
                  <a:gd name="connsiteY34" fmla="*/ 2843561 h 4850780"/>
                  <a:gd name="connsiteX35" fmla="*/ 1750741 w 2497903"/>
                  <a:gd name="connsiteY35" fmla="*/ 3200400 h 4850780"/>
                  <a:gd name="connsiteX36" fmla="*/ 1839951 w 2497903"/>
                  <a:gd name="connsiteY36" fmla="*/ 3445726 h 4850780"/>
                  <a:gd name="connsiteX37" fmla="*/ 1962615 w 2497903"/>
                  <a:gd name="connsiteY37" fmla="*/ 3802566 h 4850780"/>
                  <a:gd name="connsiteX38" fmla="*/ 2029522 w 2497903"/>
                  <a:gd name="connsiteY38" fmla="*/ 3947531 h 4850780"/>
                  <a:gd name="connsiteX39" fmla="*/ 2074127 w 2497903"/>
                  <a:gd name="connsiteY39" fmla="*/ 4047892 h 4850780"/>
                  <a:gd name="connsiteX40" fmla="*/ 2118732 w 2497903"/>
                  <a:gd name="connsiteY40" fmla="*/ 4148253 h 4850780"/>
                  <a:gd name="connsiteX41" fmla="*/ 2152185 w 2497903"/>
                  <a:gd name="connsiteY41" fmla="*/ 4215161 h 4850780"/>
                  <a:gd name="connsiteX42" fmla="*/ 2174488 w 2497903"/>
                  <a:gd name="connsiteY42" fmla="*/ 4293219 h 4850780"/>
                  <a:gd name="connsiteX43" fmla="*/ 2219093 w 2497903"/>
                  <a:gd name="connsiteY43" fmla="*/ 4371278 h 4850780"/>
                  <a:gd name="connsiteX44" fmla="*/ 2241395 w 2497903"/>
                  <a:gd name="connsiteY44" fmla="*/ 4438185 h 4850780"/>
                  <a:gd name="connsiteX45" fmla="*/ 2252546 w 2497903"/>
                  <a:gd name="connsiteY45" fmla="*/ 4471639 h 4850780"/>
                  <a:gd name="connsiteX46" fmla="*/ 2297151 w 2497903"/>
                  <a:gd name="connsiteY46" fmla="*/ 4516244 h 4850780"/>
                  <a:gd name="connsiteX47" fmla="*/ 2319454 w 2497903"/>
                  <a:gd name="connsiteY47" fmla="*/ 4538546 h 4850780"/>
                  <a:gd name="connsiteX48" fmla="*/ 2341756 w 2497903"/>
                  <a:gd name="connsiteY48" fmla="*/ 4572000 h 4850780"/>
                  <a:gd name="connsiteX49" fmla="*/ 2386361 w 2497903"/>
                  <a:gd name="connsiteY49" fmla="*/ 4616605 h 4850780"/>
                  <a:gd name="connsiteX50" fmla="*/ 2430966 w 2497903"/>
                  <a:gd name="connsiteY50" fmla="*/ 4672361 h 4850780"/>
                  <a:gd name="connsiteX51" fmla="*/ 2442117 w 2497903"/>
                  <a:gd name="connsiteY51" fmla="*/ 4705814 h 4850780"/>
                  <a:gd name="connsiteX52" fmla="*/ 2464420 w 2497903"/>
                  <a:gd name="connsiteY52" fmla="*/ 4739268 h 4850780"/>
                  <a:gd name="connsiteX53" fmla="*/ 2486722 w 2497903"/>
                  <a:gd name="connsiteY53" fmla="*/ 4806175 h 4850780"/>
                  <a:gd name="connsiteX54" fmla="*/ 2497873 w 2497903"/>
                  <a:gd name="connsiteY54" fmla="*/ 4850780 h 4850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2497903" h="4850780">
                    <a:moveTo>
                      <a:pt x="0" y="0"/>
                    </a:moveTo>
                    <a:cubicBezTo>
                      <a:pt x="22302" y="26019"/>
                      <a:pt x="43750" y="52796"/>
                      <a:pt x="66907" y="78058"/>
                    </a:cubicBezTo>
                    <a:cubicBezTo>
                      <a:pt x="84668" y="97433"/>
                      <a:pt x="110908" y="110305"/>
                      <a:pt x="122663" y="133814"/>
                    </a:cubicBezTo>
                    <a:cubicBezTo>
                      <a:pt x="149668" y="187823"/>
                      <a:pt x="133212" y="166664"/>
                      <a:pt x="167268" y="200722"/>
                    </a:cubicBezTo>
                    <a:cubicBezTo>
                      <a:pt x="170985" y="215590"/>
                      <a:pt x="172383" y="231240"/>
                      <a:pt x="178420" y="245326"/>
                    </a:cubicBezTo>
                    <a:cubicBezTo>
                      <a:pt x="183699" y="257644"/>
                      <a:pt x="194073" y="267144"/>
                      <a:pt x="200722" y="278780"/>
                    </a:cubicBezTo>
                    <a:cubicBezTo>
                      <a:pt x="208969" y="293213"/>
                      <a:pt x="217187" y="307820"/>
                      <a:pt x="223024" y="323385"/>
                    </a:cubicBezTo>
                    <a:cubicBezTo>
                      <a:pt x="228405" y="337735"/>
                      <a:pt x="228795" y="353640"/>
                      <a:pt x="234176" y="367990"/>
                    </a:cubicBezTo>
                    <a:cubicBezTo>
                      <a:pt x="269861" y="463148"/>
                      <a:pt x="245475" y="368513"/>
                      <a:pt x="267629" y="446048"/>
                    </a:cubicBezTo>
                    <a:cubicBezTo>
                      <a:pt x="271839" y="460784"/>
                      <a:pt x="272744" y="476566"/>
                      <a:pt x="278781" y="490653"/>
                    </a:cubicBezTo>
                    <a:cubicBezTo>
                      <a:pt x="284060" y="502971"/>
                      <a:pt x="295090" y="512120"/>
                      <a:pt x="301083" y="524107"/>
                    </a:cubicBezTo>
                    <a:cubicBezTo>
                      <a:pt x="310035" y="542011"/>
                      <a:pt x="316357" y="561121"/>
                      <a:pt x="323385" y="579863"/>
                    </a:cubicBezTo>
                    <a:cubicBezTo>
                      <a:pt x="327512" y="590869"/>
                      <a:pt x="329280" y="602803"/>
                      <a:pt x="334537" y="613317"/>
                    </a:cubicBezTo>
                    <a:cubicBezTo>
                      <a:pt x="340531" y="625304"/>
                      <a:pt x="350190" y="635134"/>
                      <a:pt x="356839" y="646770"/>
                    </a:cubicBezTo>
                    <a:cubicBezTo>
                      <a:pt x="365086" y="661203"/>
                      <a:pt x="370894" y="676942"/>
                      <a:pt x="379141" y="691375"/>
                    </a:cubicBezTo>
                    <a:cubicBezTo>
                      <a:pt x="385790" y="703011"/>
                      <a:pt x="394795" y="713193"/>
                      <a:pt x="401444" y="724829"/>
                    </a:cubicBezTo>
                    <a:cubicBezTo>
                      <a:pt x="409691" y="739262"/>
                      <a:pt x="414525" y="755603"/>
                      <a:pt x="423746" y="769434"/>
                    </a:cubicBezTo>
                    <a:cubicBezTo>
                      <a:pt x="436948" y="789238"/>
                      <a:pt x="453483" y="806605"/>
                      <a:pt x="468351" y="825190"/>
                    </a:cubicBezTo>
                    <a:cubicBezTo>
                      <a:pt x="472068" y="836341"/>
                      <a:pt x="473670" y="848438"/>
                      <a:pt x="479502" y="858644"/>
                    </a:cubicBezTo>
                    <a:cubicBezTo>
                      <a:pt x="511925" y="915383"/>
                      <a:pt x="503966" y="887999"/>
                      <a:pt x="535259" y="925551"/>
                    </a:cubicBezTo>
                    <a:cubicBezTo>
                      <a:pt x="601523" y="1005068"/>
                      <a:pt x="540578" y="942023"/>
                      <a:pt x="591015" y="992458"/>
                    </a:cubicBezTo>
                    <a:cubicBezTo>
                      <a:pt x="625071" y="1060572"/>
                      <a:pt x="601563" y="1025309"/>
                      <a:pt x="669073" y="1092819"/>
                    </a:cubicBezTo>
                    <a:lnTo>
                      <a:pt x="669073" y="1092819"/>
                    </a:lnTo>
                    <a:lnTo>
                      <a:pt x="735981" y="1193180"/>
                    </a:lnTo>
                    <a:cubicBezTo>
                      <a:pt x="743415" y="1204331"/>
                      <a:pt x="752290" y="1214647"/>
                      <a:pt x="758283" y="1226634"/>
                    </a:cubicBezTo>
                    <a:cubicBezTo>
                      <a:pt x="786578" y="1283226"/>
                      <a:pt x="771364" y="1257408"/>
                      <a:pt x="802888" y="1304692"/>
                    </a:cubicBezTo>
                    <a:cubicBezTo>
                      <a:pt x="843551" y="1426684"/>
                      <a:pt x="778702" y="1241914"/>
                      <a:pt x="836341" y="1371600"/>
                    </a:cubicBezTo>
                    <a:cubicBezTo>
                      <a:pt x="836348" y="1371615"/>
                      <a:pt x="864217" y="1455226"/>
                      <a:pt x="869795" y="1471961"/>
                    </a:cubicBezTo>
                    <a:lnTo>
                      <a:pt x="880946" y="1505414"/>
                    </a:lnTo>
                    <a:lnTo>
                      <a:pt x="892098" y="1538868"/>
                    </a:lnTo>
                    <a:cubicBezTo>
                      <a:pt x="894456" y="1555372"/>
                      <a:pt x="909243" y="1663206"/>
                      <a:pt x="914400" y="1683834"/>
                    </a:cubicBezTo>
                    <a:cubicBezTo>
                      <a:pt x="914407" y="1683861"/>
                      <a:pt x="942274" y="1767455"/>
                      <a:pt x="947854" y="1784195"/>
                    </a:cubicBezTo>
                    <a:lnTo>
                      <a:pt x="981307" y="1884556"/>
                    </a:lnTo>
                    <a:cubicBezTo>
                      <a:pt x="1007721" y="1963800"/>
                      <a:pt x="1038005" y="2041787"/>
                      <a:pt x="1070517" y="2118731"/>
                    </a:cubicBezTo>
                    <a:cubicBezTo>
                      <a:pt x="1219066" y="2470296"/>
                      <a:pt x="1244059" y="2595570"/>
                      <a:pt x="1427356" y="2843561"/>
                    </a:cubicBezTo>
                    <a:cubicBezTo>
                      <a:pt x="1691747" y="3201267"/>
                      <a:pt x="1554019" y="3161053"/>
                      <a:pt x="1750741" y="3200400"/>
                    </a:cubicBezTo>
                    <a:cubicBezTo>
                      <a:pt x="1776034" y="3352147"/>
                      <a:pt x="1742873" y="3186850"/>
                      <a:pt x="1839951" y="3445726"/>
                    </a:cubicBezTo>
                    <a:cubicBezTo>
                      <a:pt x="1884115" y="3563496"/>
                      <a:pt x="1918165" y="3684904"/>
                      <a:pt x="1962615" y="3802566"/>
                    </a:cubicBezTo>
                    <a:cubicBezTo>
                      <a:pt x="1981423" y="3852352"/>
                      <a:pt x="2008870" y="3898481"/>
                      <a:pt x="2029522" y="3947531"/>
                    </a:cubicBezTo>
                    <a:cubicBezTo>
                      <a:pt x="2075019" y="4055588"/>
                      <a:pt x="2027976" y="3978668"/>
                      <a:pt x="2074127" y="4047892"/>
                    </a:cubicBezTo>
                    <a:cubicBezTo>
                      <a:pt x="2100667" y="4127514"/>
                      <a:pt x="2083388" y="4095240"/>
                      <a:pt x="2118732" y="4148253"/>
                    </a:cubicBezTo>
                    <a:cubicBezTo>
                      <a:pt x="2146233" y="4258260"/>
                      <a:pt x="2109579" y="4144152"/>
                      <a:pt x="2152185" y="4215161"/>
                    </a:cubicBezTo>
                    <a:cubicBezTo>
                      <a:pt x="2161175" y="4230145"/>
                      <a:pt x="2169624" y="4280249"/>
                      <a:pt x="2174488" y="4293219"/>
                    </a:cubicBezTo>
                    <a:cubicBezTo>
                      <a:pt x="2186615" y="4325560"/>
                      <a:pt x="2200604" y="4343545"/>
                      <a:pt x="2219093" y="4371278"/>
                    </a:cubicBezTo>
                    <a:lnTo>
                      <a:pt x="2241395" y="4438185"/>
                    </a:lnTo>
                    <a:cubicBezTo>
                      <a:pt x="2245112" y="4449336"/>
                      <a:pt x="2244234" y="4463327"/>
                      <a:pt x="2252546" y="4471639"/>
                    </a:cubicBezTo>
                    <a:lnTo>
                      <a:pt x="2297151" y="4516244"/>
                    </a:lnTo>
                    <a:cubicBezTo>
                      <a:pt x="2304585" y="4523678"/>
                      <a:pt x="2313622" y="4529798"/>
                      <a:pt x="2319454" y="4538546"/>
                    </a:cubicBezTo>
                    <a:cubicBezTo>
                      <a:pt x="2326888" y="4549697"/>
                      <a:pt x="2333034" y="4561824"/>
                      <a:pt x="2341756" y="4572000"/>
                    </a:cubicBezTo>
                    <a:cubicBezTo>
                      <a:pt x="2355440" y="4587965"/>
                      <a:pt x="2374697" y="4599109"/>
                      <a:pt x="2386361" y="4616605"/>
                    </a:cubicBezTo>
                    <a:cubicBezTo>
                      <a:pt x="2414495" y="4658806"/>
                      <a:pt x="2399186" y="4640581"/>
                      <a:pt x="2430966" y="4672361"/>
                    </a:cubicBezTo>
                    <a:cubicBezTo>
                      <a:pt x="2434683" y="4683512"/>
                      <a:pt x="2436860" y="4695301"/>
                      <a:pt x="2442117" y="4705814"/>
                    </a:cubicBezTo>
                    <a:cubicBezTo>
                      <a:pt x="2448111" y="4717801"/>
                      <a:pt x="2458977" y="4727021"/>
                      <a:pt x="2464420" y="4739268"/>
                    </a:cubicBezTo>
                    <a:cubicBezTo>
                      <a:pt x="2473968" y="4760751"/>
                      <a:pt x="2479288" y="4783873"/>
                      <a:pt x="2486722" y="4806175"/>
                    </a:cubicBezTo>
                    <a:cubicBezTo>
                      <a:pt x="2499048" y="4843155"/>
                      <a:pt x="2497873" y="4827875"/>
                      <a:pt x="2497873" y="4850780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5490D911-1D97-EDF4-5BD6-D104402F5F67}"/>
                  </a:ext>
                </a:extLst>
              </p:cNvPr>
              <p:cNvSpPr/>
              <p:nvPr/>
            </p:nvSpPr>
            <p:spPr>
              <a:xfrm>
                <a:off x="13102556" y="19547619"/>
                <a:ext cx="2197401" cy="3261301"/>
              </a:xfrm>
              <a:custGeom>
                <a:avLst/>
                <a:gdLst>
                  <a:gd name="connsiteX0" fmla="*/ 0 w 1961965"/>
                  <a:gd name="connsiteY0" fmla="*/ 2911876 h 2911876"/>
                  <a:gd name="connsiteX1" fmla="*/ 8878 w 1961965"/>
                  <a:gd name="connsiteY1" fmla="*/ 2840854 h 2911876"/>
                  <a:gd name="connsiteX2" fmla="*/ 44389 w 1961965"/>
                  <a:gd name="connsiteY2" fmla="*/ 2752078 h 2911876"/>
                  <a:gd name="connsiteX3" fmla="*/ 62144 w 1961965"/>
                  <a:gd name="connsiteY3" fmla="*/ 2698812 h 2911876"/>
                  <a:gd name="connsiteX4" fmla="*/ 71022 w 1961965"/>
                  <a:gd name="connsiteY4" fmla="*/ 2672179 h 2911876"/>
                  <a:gd name="connsiteX5" fmla="*/ 88777 w 1961965"/>
                  <a:gd name="connsiteY5" fmla="*/ 2636668 h 2911876"/>
                  <a:gd name="connsiteX6" fmla="*/ 115410 w 1961965"/>
                  <a:gd name="connsiteY6" fmla="*/ 2592279 h 2911876"/>
                  <a:gd name="connsiteX7" fmla="*/ 124288 w 1961965"/>
                  <a:gd name="connsiteY7" fmla="*/ 2556769 h 2911876"/>
                  <a:gd name="connsiteX8" fmla="*/ 142043 w 1961965"/>
                  <a:gd name="connsiteY8" fmla="*/ 2539013 h 2911876"/>
                  <a:gd name="connsiteX9" fmla="*/ 177554 w 1961965"/>
                  <a:gd name="connsiteY9" fmla="*/ 2485747 h 2911876"/>
                  <a:gd name="connsiteX10" fmla="*/ 195309 w 1961965"/>
                  <a:gd name="connsiteY10" fmla="*/ 2459114 h 2911876"/>
                  <a:gd name="connsiteX11" fmla="*/ 213064 w 1961965"/>
                  <a:gd name="connsiteY11" fmla="*/ 2432481 h 2911876"/>
                  <a:gd name="connsiteX12" fmla="*/ 239698 w 1961965"/>
                  <a:gd name="connsiteY12" fmla="*/ 2405848 h 2911876"/>
                  <a:gd name="connsiteX13" fmla="*/ 257453 w 1961965"/>
                  <a:gd name="connsiteY13" fmla="*/ 2370338 h 2911876"/>
                  <a:gd name="connsiteX14" fmla="*/ 275208 w 1961965"/>
                  <a:gd name="connsiteY14" fmla="*/ 2352582 h 2911876"/>
                  <a:gd name="connsiteX15" fmla="*/ 292964 w 1961965"/>
                  <a:gd name="connsiteY15" fmla="*/ 2325949 h 2911876"/>
                  <a:gd name="connsiteX16" fmla="*/ 319597 w 1961965"/>
                  <a:gd name="connsiteY16" fmla="*/ 2299316 h 2911876"/>
                  <a:gd name="connsiteX17" fmla="*/ 408373 w 1961965"/>
                  <a:gd name="connsiteY17" fmla="*/ 2175029 h 2911876"/>
                  <a:gd name="connsiteX18" fmla="*/ 426129 w 1961965"/>
                  <a:gd name="connsiteY18" fmla="*/ 2139518 h 2911876"/>
                  <a:gd name="connsiteX19" fmla="*/ 461639 w 1961965"/>
                  <a:gd name="connsiteY19" fmla="*/ 2086252 h 2911876"/>
                  <a:gd name="connsiteX20" fmla="*/ 470517 w 1961965"/>
                  <a:gd name="connsiteY20" fmla="*/ 2059619 h 2911876"/>
                  <a:gd name="connsiteX21" fmla="*/ 497150 w 1961965"/>
                  <a:gd name="connsiteY21" fmla="*/ 2024109 h 2911876"/>
                  <a:gd name="connsiteX22" fmla="*/ 523783 w 1961965"/>
                  <a:gd name="connsiteY22" fmla="*/ 1953087 h 2911876"/>
                  <a:gd name="connsiteX23" fmla="*/ 559294 w 1961965"/>
                  <a:gd name="connsiteY23" fmla="*/ 1882066 h 2911876"/>
                  <a:gd name="connsiteX24" fmla="*/ 577049 w 1961965"/>
                  <a:gd name="connsiteY24" fmla="*/ 1855433 h 2911876"/>
                  <a:gd name="connsiteX25" fmla="*/ 594804 w 1961965"/>
                  <a:gd name="connsiteY25" fmla="*/ 1802167 h 2911876"/>
                  <a:gd name="connsiteX26" fmla="*/ 612560 w 1961965"/>
                  <a:gd name="connsiteY26" fmla="*/ 1766656 h 2911876"/>
                  <a:gd name="connsiteX27" fmla="*/ 648070 w 1961965"/>
                  <a:gd name="connsiteY27" fmla="*/ 1660124 h 2911876"/>
                  <a:gd name="connsiteX28" fmla="*/ 656948 w 1961965"/>
                  <a:gd name="connsiteY28" fmla="*/ 1633491 h 2911876"/>
                  <a:gd name="connsiteX29" fmla="*/ 674703 w 1961965"/>
                  <a:gd name="connsiteY29" fmla="*/ 1606858 h 2911876"/>
                  <a:gd name="connsiteX30" fmla="*/ 692459 w 1961965"/>
                  <a:gd name="connsiteY30" fmla="*/ 1571347 h 2911876"/>
                  <a:gd name="connsiteX31" fmla="*/ 719092 w 1961965"/>
                  <a:gd name="connsiteY31" fmla="*/ 1535837 h 2911876"/>
                  <a:gd name="connsiteX32" fmla="*/ 736847 w 1961965"/>
                  <a:gd name="connsiteY32" fmla="*/ 1500326 h 2911876"/>
                  <a:gd name="connsiteX33" fmla="*/ 790113 w 1961965"/>
                  <a:gd name="connsiteY33" fmla="*/ 1420427 h 2911876"/>
                  <a:gd name="connsiteX34" fmla="*/ 843379 w 1961965"/>
                  <a:gd name="connsiteY34" fmla="*/ 1322773 h 2911876"/>
                  <a:gd name="connsiteX35" fmla="*/ 861134 w 1961965"/>
                  <a:gd name="connsiteY35" fmla="*/ 1287262 h 2911876"/>
                  <a:gd name="connsiteX36" fmla="*/ 878890 w 1961965"/>
                  <a:gd name="connsiteY36" fmla="*/ 1269507 h 2911876"/>
                  <a:gd name="connsiteX37" fmla="*/ 914400 w 1961965"/>
                  <a:gd name="connsiteY37" fmla="*/ 1216241 h 2911876"/>
                  <a:gd name="connsiteX38" fmla="*/ 967666 w 1961965"/>
                  <a:gd name="connsiteY38" fmla="*/ 1145219 h 2911876"/>
                  <a:gd name="connsiteX39" fmla="*/ 985422 w 1961965"/>
                  <a:gd name="connsiteY39" fmla="*/ 1118586 h 2911876"/>
                  <a:gd name="connsiteX40" fmla="*/ 1012055 w 1961965"/>
                  <a:gd name="connsiteY40" fmla="*/ 1100831 h 2911876"/>
                  <a:gd name="connsiteX41" fmla="*/ 1065321 w 1961965"/>
                  <a:gd name="connsiteY41" fmla="*/ 1056443 h 2911876"/>
                  <a:gd name="connsiteX42" fmla="*/ 1109709 w 1961965"/>
                  <a:gd name="connsiteY42" fmla="*/ 941033 h 2911876"/>
                  <a:gd name="connsiteX43" fmla="*/ 1109709 w 1961965"/>
                  <a:gd name="connsiteY43" fmla="*/ 941033 h 2911876"/>
                  <a:gd name="connsiteX44" fmla="*/ 1118587 w 1961965"/>
                  <a:gd name="connsiteY44" fmla="*/ 914400 h 2911876"/>
                  <a:gd name="connsiteX45" fmla="*/ 1154098 w 1961965"/>
                  <a:gd name="connsiteY45" fmla="*/ 870012 h 2911876"/>
                  <a:gd name="connsiteX46" fmla="*/ 1180731 w 1961965"/>
                  <a:gd name="connsiteY46" fmla="*/ 816746 h 2911876"/>
                  <a:gd name="connsiteX47" fmla="*/ 1189608 w 1961965"/>
                  <a:gd name="connsiteY47" fmla="*/ 790113 h 2911876"/>
                  <a:gd name="connsiteX48" fmla="*/ 1233997 w 1961965"/>
                  <a:gd name="connsiteY48" fmla="*/ 719091 h 2911876"/>
                  <a:gd name="connsiteX49" fmla="*/ 1260630 w 1961965"/>
                  <a:gd name="connsiteY49" fmla="*/ 665825 h 2911876"/>
                  <a:gd name="connsiteX50" fmla="*/ 1278385 w 1961965"/>
                  <a:gd name="connsiteY50" fmla="*/ 639192 h 2911876"/>
                  <a:gd name="connsiteX51" fmla="*/ 1305018 w 1961965"/>
                  <a:gd name="connsiteY51" fmla="*/ 630314 h 2911876"/>
                  <a:gd name="connsiteX52" fmla="*/ 1331651 w 1961965"/>
                  <a:gd name="connsiteY52" fmla="*/ 603681 h 2911876"/>
                  <a:gd name="connsiteX53" fmla="*/ 1358284 w 1961965"/>
                  <a:gd name="connsiteY53" fmla="*/ 585926 h 2911876"/>
                  <a:gd name="connsiteX54" fmla="*/ 1411550 w 1961965"/>
                  <a:gd name="connsiteY54" fmla="*/ 532660 h 2911876"/>
                  <a:gd name="connsiteX55" fmla="*/ 1464816 w 1961965"/>
                  <a:gd name="connsiteY55" fmla="*/ 426128 h 2911876"/>
                  <a:gd name="connsiteX56" fmla="*/ 1482571 w 1961965"/>
                  <a:gd name="connsiteY56" fmla="*/ 399495 h 2911876"/>
                  <a:gd name="connsiteX57" fmla="*/ 1518082 w 1961965"/>
                  <a:gd name="connsiteY57" fmla="*/ 363984 h 2911876"/>
                  <a:gd name="connsiteX58" fmla="*/ 1553593 w 1961965"/>
                  <a:gd name="connsiteY58" fmla="*/ 319596 h 2911876"/>
                  <a:gd name="connsiteX59" fmla="*/ 1606859 w 1961965"/>
                  <a:gd name="connsiteY59" fmla="*/ 248575 h 2911876"/>
                  <a:gd name="connsiteX60" fmla="*/ 1633492 w 1961965"/>
                  <a:gd name="connsiteY60" fmla="*/ 230819 h 2911876"/>
                  <a:gd name="connsiteX61" fmla="*/ 1713391 w 1961965"/>
                  <a:gd name="connsiteY61" fmla="*/ 159798 h 2911876"/>
                  <a:gd name="connsiteX62" fmla="*/ 1740024 w 1961965"/>
                  <a:gd name="connsiteY62" fmla="*/ 150920 h 2911876"/>
                  <a:gd name="connsiteX63" fmla="*/ 1828800 w 1961965"/>
                  <a:gd name="connsiteY63" fmla="*/ 106532 h 2911876"/>
                  <a:gd name="connsiteX64" fmla="*/ 1846556 w 1961965"/>
                  <a:gd name="connsiteY64" fmla="*/ 88777 h 2911876"/>
                  <a:gd name="connsiteX65" fmla="*/ 1899822 w 1961965"/>
                  <a:gd name="connsiteY65" fmla="*/ 62144 h 2911876"/>
                  <a:gd name="connsiteX66" fmla="*/ 1961965 w 1961965"/>
                  <a:gd name="connsiteY66" fmla="*/ 0 h 2911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</a:cxnLst>
                <a:rect l="l" t="t" r="r" b="b"/>
                <a:pathLst>
                  <a:path w="1961965" h="2911876">
                    <a:moveTo>
                      <a:pt x="0" y="2911876"/>
                    </a:moveTo>
                    <a:cubicBezTo>
                      <a:pt x="2959" y="2888202"/>
                      <a:pt x="2492" y="2863842"/>
                      <a:pt x="8878" y="2840854"/>
                    </a:cubicBezTo>
                    <a:cubicBezTo>
                      <a:pt x="17408" y="2810145"/>
                      <a:pt x="34310" y="2782314"/>
                      <a:pt x="44389" y="2752078"/>
                    </a:cubicBezTo>
                    <a:lnTo>
                      <a:pt x="62144" y="2698812"/>
                    </a:lnTo>
                    <a:cubicBezTo>
                      <a:pt x="65103" y="2689934"/>
                      <a:pt x="66837" y="2680549"/>
                      <a:pt x="71022" y="2672179"/>
                    </a:cubicBezTo>
                    <a:cubicBezTo>
                      <a:pt x="76940" y="2660342"/>
                      <a:pt x="83564" y="2648832"/>
                      <a:pt x="88777" y="2636668"/>
                    </a:cubicBezTo>
                    <a:cubicBezTo>
                      <a:pt x="106063" y="2596333"/>
                      <a:pt x="85885" y="2621806"/>
                      <a:pt x="115410" y="2592279"/>
                    </a:cubicBezTo>
                    <a:cubicBezTo>
                      <a:pt x="118369" y="2580442"/>
                      <a:pt x="118832" y="2567682"/>
                      <a:pt x="124288" y="2556769"/>
                    </a:cubicBezTo>
                    <a:cubicBezTo>
                      <a:pt x="128031" y="2549283"/>
                      <a:pt x="137021" y="2545709"/>
                      <a:pt x="142043" y="2539013"/>
                    </a:cubicBezTo>
                    <a:cubicBezTo>
                      <a:pt x="154847" y="2521941"/>
                      <a:pt x="165717" y="2503502"/>
                      <a:pt x="177554" y="2485747"/>
                    </a:cubicBezTo>
                    <a:lnTo>
                      <a:pt x="195309" y="2459114"/>
                    </a:lnTo>
                    <a:cubicBezTo>
                      <a:pt x="201227" y="2450236"/>
                      <a:pt x="205519" y="2440025"/>
                      <a:pt x="213064" y="2432481"/>
                    </a:cubicBezTo>
                    <a:lnTo>
                      <a:pt x="239698" y="2405848"/>
                    </a:lnTo>
                    <a:cubicBezTo>
                      <a:pt x="245616" y="2394011"/>
                      <a:pt x="250112" y="2381349"/>
                      <a:pt x="257453" y="2370338"/>
                    </a:cubicBezTo>
                    <a:cubicBezTo>
                      <a:pt x="262096" y="2363374"/>
                      <a:pt x="269979" y="2359118"/>
                      <a:pt x="275208" y="2352582"/>
                    </a:cubicBezTo>
                    <a:cubicBezTo>
                      <a:pt x="281873" y="2344250"/>
                      <a:pt x="286133" y="2334146"/>
                      <a:pt x="292964" y="2325949"/>
                    </a:cubicBezTo>
                    <a:cubicBezTo>
                      <a:pt x="301002" y="2316304"/>
                      <a:pt x="311647" y="2309033"/>
                      <a:pt x="319597" y="2299316"/>
                    </a:cubicBezTo>
                    <a:cubicBezTo>
                      <a:pt x="329942" y="2286672"/>
                      <a:pt x="396632" y="2198511"/>
                      <a:pt x="408373" y="2175029"/>
                    </a:cubicBezTo>
                    <a:cubicBezTo>
                      <a:pt x="414292" y="2163192"/>
                      <a:pt x="419320" y="2150866"/>
                      <a:pt x="426129" y="2139518"/>
                    </a:cubicBezTo>
                    <a:cubicBezTo>
                      <a:pt x="437108" y="2121220"/>
                      <a:pt x="454891" y="2106496"/>
                      <a:pt x="461639" y="2086252"/>
                    </a:cubicBezTo>
                    <a:cubicBezTo>
                      <a:pt x="464598" y="2077374"/>
                      <a:pt x="465874" y="2067744"/>
                      <a:pt x="470517" y="2059619"/>
                    </a:cubicBezTo>
                    <a:cubicBezTo>
                      <a:pt x="477858" y="2046773"/>
                      <a:pt x="489308" y="2036656"/>
                      <a:pt x="497150" y="2024109"/>
                    </a:cubicBezTo>
                    <a:cubicBezTo>
                      <a:pt x="534976" y="1963588"/>
                      <a:pt x="498221" y="2014434"/>
                      <a:pt x="523783" y="1953087"/>
                    </a:cubicBezTo>
                    <a:cubicBezTo>
                      <a:pt x="533963" y="1928655"/>
                      <a:pt x="544612" y="1904089"/>
                      <a:pt x="559294" y="1882066"/>
                    </a:cubicBezTo>
                    <a:cubicBezTo>
                      <a:pt x="565212" y="1873188"/>
                      <a:pt x="572716" y="1865183"/>
                      <a:pt x="577049" y="1855433"/>
                    </a:cubicBezTo>
                    <a:cubicBezTo>
                      <a:pt x="584650" y="1838330"/>
                      <a:pt x="586434" y="1818907"/>
                      <a:pt x="594804" y="1802167"/>
                    </a:cubicBezTo>
                    <a:lnTo>
                      <a:pt x="612560" y="1766656"/>
                    </a:lnTo>
                    <a:cubicBezTo>
                      <a:pt x="644095" y="1640514"/>
                      <a:pt x="613670" y="1740392"/>
                      <a:pt x="648070" y="1660124"/>
                    </a:cubicBezTo>
                    <a:cubicBezTo>
                      <a:pt x="651756" y="1651523"/>
                      <a:pt x="652763" y="1641861"/>
                      <a:pt x="656948" y="1633491"/>
                    </a:cubicBezTo>
                    <a:cubicBezTo>
                      <a:pt x="661720" y="1623948"/>
                      <a:pt x="669409" y="1616122"/>
                      <a:pt x="674703" y="1606858"/>
                    </a:cubicBezTo>
                    <a:cubicBezTo>
                      <a:pt x="681269" y="1595367"/>
                      <a:pt x="685445" y="1582570"/>
                      <a:pt x="692459" y="1571347"/>
                    </a:cubicBezTo>
                    <a:cubicBezTo>
                      <a:pt x="700301" y="1558800"/>
                      <a:pt x="711250" y="1548384"/>
                      <a:pt x="719092" y="1535837"/>
                    </a:cubicBezTo>
                    <a:cubicBezTo>
                      <a:pt x="726106" y="1524615"/>
                      <a:pt x="730420" y="1511895"/>
                      <a:pt x="736847" y="1500326"/>
                    </a:cubicBezTo>
                    <a:cubicBezTo>
                      <a:pt x="761306" y="1456299"/>
                      <a:pt x="761519" y="1458553"/>
                      <a:pt x="790113" y="1420427"/>
                    </a:cubicBezTo>
                    <a:cubicBezTo>
                      <a:pt x="814438" y="1347455"/>
                      <a:pt x="774286" y="1460962"/>
                      <a:pt x="843379" y="1322773"/>
                    </a:cubicBezTo>
                    <a:cubicBezTo>
                      <a:pt x="849297" y="1310936"/>
                      <a:pt x="853793" y="1298273"/>
                      <a:pt x="861134" y="1287262"/>
                    </a:cubicBezTo>
                    <a:cubicBezTo>
                      <a:pt x="865777" y="1280298"/>
                      <a:pt x="873868" y="1276203"/>
                      <a:pt x="878890" y="1269507"/>
                    </a:cubicBezTo>
                    <a:cubicBezTo>
                      <a:pt x="891694" y="1252436"/>
                      <a:pt x="901597" y="1233312"/>
                      <a:pt x="914400" y="1216241"/>
                    </a:cubicBezTo>
                    <a:cubicBezTo>
                      <a:pt x="932155" y="1192567"/>
                      <a:pt x="951251" y="1169841"/>
                      <a:pt x="967666" y="1145219"/>
                    </a:cubicBezTo>
                    <a:cubicBezTo>
                      <a:pt x="973585" y="1136341"/>
                      <a:pt x="977877" y="1126131"/>
                      <a:pt x="985422" y="1118586"/>
                    </a:cubicBezTo>
                    <a:cubicBezTo>
                      <a:pt x="992967" y="1111042"/>
                      <a:pt x="1003858" y="1107661"/>
                      <a:pt x="1012055" y="1100831"/>
                    </a:cubicBezTo>
                    <a:cubicBezTo>
                      <a:pt x="1080410" y="1043869"/>
                      <a:pt x="999196" y="1100525"/>
                      <a:pt x="1065321" y="1056443"/>
                    </a:cubicBezTo>
                    <a:cubicBezTo>
                      <a:pt x="1079388" y="986100"/>
                      <a:pt x="1067450" y="1025550"/>
                      <a:pt x="1109709" y="941033"/>
                    </a:cubicBezTo>
                    <a:lnTo>
                      <a:pt x="1109709" y="941033"/>
                    </a:lnTo>
                    <a:cubicBezTo>
                      <a:pt x="1112668" y="932155"/>
                      <a:pt x="1113627" y="922335"/>
                      <a:pt x="1118587" y="914400"/>
                    </a:cubicBezTo>
                    <a:cubicBezTo>
                      <a:pt x="1128630" y="898332"/>
                      <a:pt x="1142261" y="884808"/>
                      <a:pt x="1154098" y="870012"/>
                    </a:cubicBezTo>
                    <a:cubicBezTo>
                      <a:pt x="1176410" y="803070"/>
                      <a:pt x="1146312" y="885584"/>
                      <a:pt x="1180731" y="816746"/>
                    </a:cubicBezTo>
                    <a:cubicBezTo>
                      <a:pt x="1184916" y="808376"/>
                      <a:pt x="1185922" y="798714"/>
                      <a:pt x="1189608" y="790113"/>
                    </a:cubicBezTo>
                    <a:cubicBezTo>
                      <a:pt x="1205855" y="752203"/>
                      <a:pt x="1208509" y="753076"/>
                      <a:pt x="1233997" y="719091"/>
                    </a:cubicBezTo>
                    <a:cubicBezTo>
                      <a:pt x="1248400" y="661473"/>
                      <a:pt x="1231848" y="701802"/>
                      <a:pt x="1260630" y="665825"/>
                    </a:cubicBezTo>
                    <a:cubicBezTo>
                      <a:pt x="1267295" y="657494"/>
                      <a:pt x="1270054" y="645857"/>
                      <a:pt x="1278385" y="639192"/>
                    </a:cubicBezTo>
                    <a:cubicBezTo>
                      <a:pt x="1285692" y="633346"/>
                      <a:pt x="1296140" y="633273"/>
                      <a:pt x="1305018" y="630314"/>
                    </a:cubicBezTo>
                    <a:cubicBezTo>
                      <a:pt x="1313896" y="621436"/>
                      <a:pt x="1322006" y="611718"/>
                      <a:pt x="1331651" y="603681"/>
                    </a:cubicBezTo>
                    <a:cubicBezTo>
                      <a:pt x="1339848" y="596851"/>
                      <a:pt x="1350309" y="593014"/>
                      <a:pt x="1358284" y="585926"/>
                    </a:cubicBezTo>
                    <a:cubicBezTo>
                      <a:pt x="1377051" y="569244"/>
                      <a:pt x="1411550" y="532660"/>
                      <a:pt x="1411550" y="532660"/>
                    </a:cubicBezTo>
                    <a:cubicBezTo>
                      <a:pt x="1436053" y="459149"/>
                      <a:pt x="1418923" y="494968"/>
                      <a:pt x="1464816" y="426128"/>
                    </a:cubicBezTo>
                    <a:cubicBezTo>
                      <a:pt x="1470734" y="417250"/>
                      <a:pt x="1475026" y="407040"/>
                      <a:pt x="1482571" y="399495"/>
                    </a:cubicBezTo>
                    <a:cubicBezTo>
                      <a:pt x="1494408" y="387658"/>
                      <a:pt x="1508796" y="377913"/>
                      <a:pt x="1518082" y="363984"/>
                    </a:cubicBezTo>
                    <a:cubicBezTo>
                      <a:pt x="1572730" y="282011"/>
                      <a:pt x="1502993" y="382845"/>
                      <a:pt x="1553593" y="319596"/>
                    </a:cubicBezTo>
                    <a:cubicBezTo>
                      <a:pt x="1572079" y="296489"/>
                      <a:pt x="1582237" y="264990"/>
                      <a:pt x="1606859" y="248575"/>
                    </a:cubicBezTo>
                    <a:cubicBezTo>
                      <a:pt x="1615737" y="242656"/>
                      <a:pt x="1625517" y="237908"/>
                      <a:pt x="1633492" y="230819"/>
                    </a:cubicBezTo>
                    <a:cubicBezTo>
                      <a:pt x="1663745" y="203927"/>
                      <a:pt x="1678849" y="177069"/>
                      <a:pt x="1713391" y="159798"/>
                    </a:cubicBezTo>
                    <a:cubicBezTo>
                      <a:pt x="1721761" y="155613"/>
                      <a:pt x="1731844" y="155465"/>
                      <a:pt x="1740024" y="150920"/>
                    </a:cubicBezTo>
                    <a:cubicBezTo>
                      <a:pt x="1826503" y="102877"/>
                      <a:pt x="1759403" y="123882"/>
                      <a:pt x="1828800" y="106532"/>
                    </a:cubicBezTo>
                    <a:cubicBezTo>
                      <a:pt x="1834719" y="100614"/>
                      <a:pt x="1839379" y="93083"/>
                      <a:pt x="1846556" y="88777"/>
                    </a:cubicBezTo>
                    <a:cubicBezTo>
                      <a:pt x="1892497" y="61213"/>
                      <a:pt x="1854929" y="102548"/>
                      <a:pt x="1899822" y="62144"/>
                    </a:cubicBezTo>
                    <a:cubicBezTo>
                      <a:pt x="1921597" y="42547"/>
                      <a:pt x="1961965" y="0"/>
                      <a:pt x="1961965" y="0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5FA38572-6AD2-3F9C-5410-BCE1B77B1ECB}"/>
                  </a:ext>
                </a:extLst>
              </p:cNvPr>
              <p:cNvSpPr/>
              <p:nvPr/>
            </p:nvSpPr>
            <p:spPr>
              <a:xfrm>
                <a:off x="15170324" y="19557555"/>
                <a:ext cx="885296" cy="3251358"/>
              </a:xfrm>
              <a:custGeom>
                <a:avLst/>
                <a:gdLst>
                  <a:gd name="connsiteX0" fmla="*/ 790443 w 790443"/>
                  <a:gd name="connsiteY0" fmla="*/ 2902998 h 2902998"/>
                  <a:gd name="connsiteX1" fmla="*/ 719422 w 790443"/>
                  <a:gd name="connsiteY1" fmla="*/ 2805344 h 2902998"/>
                  <a:gd name="connsiteX2" fmla="*/ 692789 w 790443"/>
                  <a:gd name="connsiteY2" fmla="*/ 2769833 h 2902998"/>
                  <a:gd name="connsiteX3" fmla="*/ 630645 w 790443"/>
                  <a:gd name="connsiteY3" fmla="*/ 2672179 h 2902998"/>
                  <a:gd name="connsiteX4" fmla="*/ 595135 w 790443"/>
                  <a:gd name="connsiteY4" fmla="*/ 2610035 h 2902998"/>
                  <a:gd name="connsiteX5" fmla="*/ 577379 w 790443"/>
                  <a:gd name="connsiteY5" fmla="*/ 2574524 h 2902998"/>
                  <a:gd name="connsiteX6" fmla="*/ 524113 w 790443"/>
                  <a:gd name="connsiteY6" fmla="*/ 2494625 h 2902998"/>
                  <a:gd name="connsiteX7" fmla="*/ 506358 w 790443"/>
                  <a:gd name="connsiteY7" fmla="*/ 2467992 h 2902998"/>
                  <a:gd name="connsiteX8" fmla="*/ 488603 w 790443"/>
                  <a:gd name="connsiteY8" fmla="*/ 2432482 h 2902998"/>
                  <a:gd name="connsiteX9" fmla="*/ 435337 w 790443"/>
                  <a:gd name="connsiteY9" fmla="*/ 2343705 h 2902998"/>
                  <a:gd name="connsiteX10" fmla="*/ 426459 w 790443"/>
                  <a:gd name="connsiteY10" fmla="*/ 2308194 h 2902998"/>
                  <a:gd name="connsiteX11" fmla="*/ 408704 w 790443"/>
                  <a:gd name="connsiteY11" fmla="*/ 2254928 h 2902998"/>
                  <a:gd name="connsiteX12" fmla="*/ 399826 w 790443"/>
                  <a:gd name="connsiteY12" fmla="*/ 2219418 h 2902998"/>
                  <a:gd name="connsiteX13" fmla="*/ 382071 w 790443"/>
                  <a:gd name="connsiteY13" fmla="*/ 2166152 h 2902998"/>
                  <a:gd name="connsiteX14" fmla="*/ 373193 w 790443"/>
                  <a:gd name="connsiteY14" fmla="*/ 2139519 h 2902998"/>
                  <a:gd name="connsiteX15" fmla="*/ 364315 w 790443"/>
                  <a:gd name="connsiteY15" fmla="*/ 2068497 h 2902998"/>
                  <a:gd name="connsiteX16" fmla="*/ 355438 w 790443"/>
                  <a:gd name="connsiteY16" fmla="*/ 1882066 h 2902998"/>
                  <a:gd name="connsiteX17" fmla="*/ 293294 w 790443"/>
                  <a:gd name="connsiteY17" fmla="*/ 1784412 h 2902998"/>
                  <a:gd name="connsiteX18" fmla="*/ 266661 w 790443"/>
                  <a:gd name="connsiteY18" fmla="*/ 1748901 h 2902998"/>
                  <a:gd name="connsiteX19" fmla="*/ 240028 w 790443"/>
                  <a:gd name="connsiteY19" fmla="*/ 1722268 h 2902998"/>
                  <a:gd name="connsiteX20" fmla="*/ 213395 w 790443"/>
                  <a:gd name="connsiteY20" fmla="*/ 1677880 h 2902998"/>
                  <a:gd name="connsiteX21" fmla="*/ 186762 w 790443"/>
                  <a:gd name="connsiteY21" fmla="*/ 1642369 h 2902998"/>
                  <a:gd name="connsiteX22" fmla="*/ 160129 w 790443"/>
                  <a:gd name="connsiteY22" fmla="*/ 1589103 h 2902998"/>
                  <a:gd name="connsiteX23" fmla="*/ 142373 w 790443"/>
                  <a:gd name="connsiteY23" fmla="*/ 1544715 h 2902998"/>
                  <a:gd name="connsiteX24" fmla="*/ 124618 w 790443"/>
                  <a:gd name="connsiteY24" fmla="*/ 1518082 h 2902998"/>
                  <a:gd name="connsiteX25" fmla="*/ 89107 w 790443"/>
                  <a:gd name="connsiteY25" fmla="*/ 1447060 h 2902998"/>
                  <a:gd name="connsiteX26" fmla="*/ 71352 w 790443"/>
                  <a:gd name="connsiteY26" fmla="*/ 1393794 h 2902998"/>
                  <a:gd name="connsiteX27" fmla="*/ 35841 w 790443"/>
                  <a:gd name="connsiteY27" fmla="*/ 1331651 h 2902998"/>
                  <a:gd name="connsiteX28" fmla="*/ 26964 w 790443"/>
                  <a:gd name="connsiteY28" fmla="*/ 1296140 h 2902998"/>
                  <a:gd name="connsiteX29" fmla="*/ 9208 w 790443"/>
                  <a:gd name="connsiteY29" fmla="*/ 1242874 h 2902998"/>
                  <a:gd name="connsiteX30" fmla="*/ 331 w 790443"/>
                  <a:gd name="connsiteY30" fmla="*/ 1189608 h 2902998"/>
                  <a:gd name="connsiteX31" fmla="*/ 18086 w 790443"/>
                  <a:gd name="connsiteY31" fmla="*/ 1020932 h 2902998"/>
                  <a:gd name="connsiteX32" fmla="*/ 26964 w 790443"/>
                  <a:gd name="connsiteY32" fmla="*/ 985422 h 2902998"/>
                  <a:gd name="connsiteX33" fmla="*/ 44719 w 790443"/>
                  <a:gd name="connsiteY33" fmla="*/ 949911 h 2902998"/>
                  <a:gd name="connsiteX34" fmla="*/ 53597 w 790443"/>
                  <a:gd name="connsiteY34" fmla="*/ 923278 h 2902998"/>
                  <a:gd name="connsiteX35" fmla="*/ 71352 w 790443"/>
                  <a:gd name="connsiteY35" fmla="*/ 896645 h 2902998"/>
                  <a:gd name="connsiteX36" fmla="*/ 80230 w 790443"/>
                  <a:gd name="connsiteY36" fmla="*/ 870012 h 2902998"/>
                  <a:gd name="connsiteX37" fmla="*/ 106863 w 790443"/>
                  <a:gd name="connsiteY37" fmla="*/ 843379 h 2902998"/>
                  <a:gd name="connsiteX38" fmla="*/ 133496 w 790443"/>
                  <a:gd name="connsiteY38" fmla="*/ 798991 h 2902998"/>
                  <a:gd name="connsiteX39" fmla="*/ 151251 w 790443"/>
                  <a:gd name="connsiteY39" fmla="*/ 772358 h 2902998"/>
                  <a:gd name="connsiteX40" fmla="*/ 186762 w 790443"/>
                  <a:gd name="connsiteY40" fmla="*/ 736847 h 2902998"/>
                  <a:gd name="connsiteX41" fmla="*/ 204517 w 790443"/>
                  <a:gd name="connsiteY41" fmla="*/ 719091 h 2902998"/>
                  <a:gd name="connsiteX42" fmla="*/ 240028 w 790443"/>
                  <a:gd name="connsiteY42" fmla="*/ 665825 h 2902998"/>
                  <a:gd name="connsiteX43" fmla="*/ 248906 w 790443"/>
                  <a:gd name="connsiteY43" fmla="*/ 639192 h 2902998"/>
                  <a:gd name="connsiteX44" fmla="*/ 302172 w 790443"/>
                  <a:gd name="connsiteY44" fmla="*/ 568171 h 2902998"/>
                  <a:gd name="connsiteX45" fmla="*/ 319927 w 790443"/>
                  <a:gd name="connsiteY45" fmla="*/ 514905 h 2902998"/>
                  <a:gd name="connsiteX46" fmla="*/ 337682 w 790443"/>
                  <a:gd name="connsiteY46" fmla="*/ 488272 h 2902998"/>
                  <a:gd name="connsiteX47" fmla="*/ 355438 w 790443"/>
                  <a:gd name="connsiteY47" fmla="*/ 435006 h 2902998"/>
                  <a:gd name="connsiteX48" fmla="*/ 346560 w 790443"/>
                  <a:gd name="connsiteY48" fmla="*/ 355107 h 2902998"/>
                  <a:gd name="connsiteX49" fmla="*/ 319927 w 790443"/>
                  <a:gd name="connsiteY49" fmla="*/ 301841 h 2902998"/>
                  <a:gd name="connsiteX50" fmla="*/ 311049 w 790443"/>
                  <a:gd name="connsiteY50" fmla="*/ 275208 h 2902998"/>
                  <a:gd name="connsiteX51" fmla="*/ 293294 w 790443"/>
                  <a:gd name="connsiteY51" fmla="*/ 248575 h 2902998"/>
                  <a:gd name="connsiteX52" fmla="*/ 284416 w 790443"/>
                  <a:gd name="connsiteY52" fmla="*/ 221942 h 2902998"/>
                  <a:gd name="connsiteX53" fmla="*/ 266661 w 790443"/>
                  <a:gd name="connsiteY53" fmla="*/ 195309 h 2902998"/>
                  <a:gd name="connsiteX54" fmla="*/ 257783 w 790443"/>
                  <a:gd name="connsiteY54" fmla="*/ 168676 h 2902998"/>
                  <a:gd name="connsiteX55" fmla="*/ 222273 w 790443"/>
                  <a:gd name="connsiteY55" fmla="*/ 79899 h 2902998"/>
                  <a:gd name="connsiteX56" fmla="*/ 177884 w 790443"/>
                  <a:gd name="connsiteY56" fmla="*/ 26633 h 2902998"/>
                  <a:gd name="connsiteX57" fmla="*/ 133496 w 790443"/>
                  <a:gd name="connsiteY57" fmla="*/ 0 h 290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790443" h="2902998">
                    <a:moveTo>
                      <a:pt x="790443" y="2902998"/>
                    </a:moveTo>
                    <a:cubicBezTo>
                      <a:pt x="671561" y="2764304"/>
                      <a:pt x="777029" y="2897517"/>
                      <a:pt x="719422" y="2805344"/>
                    </a:cubicBezTo>
                    <a:cubicBezTo>
                      <a:pt x="711580" y="2792797"/>
                      <a:pt x="700244" y="2782614"/>
                      <a:pt x="692789" y="2769833"/>
                    </a:cubicBezTo>
                    <a:cubicBezTo>
                      <a:pt x="635214" y="2671133"/>
                      <a:pt x="683796" y="2725330"/>
                      <a:pt x="630645" y="2672179"/>
                    </a:cubicBezTo>
                    <a:cubicBezTo>
                      <a:pt x="577003" y="2564892"/>
                      <a:pt x="645317" y="2697853"/>
                      <a:pt x="595135" y="2610035"/>
                    </a:cubicBezTo>
                    <a:cubicBezTo>
                      <a:pt x="588569" y="2598544"/>
                      <a:pt x="584188" y="2585872"/>
                      <a:pt x="577379" y="2574524"/>
                    </a:cubicBezTo>
                    <a:cubicBezTo>
                      <a:pt x="577354" y="2574482"/>
                      <a:pt x="533004" y="2507962"/>
                      <a:pt x="524113" y="2494625"/>
                    </a:cubicBezTo>
                    <a:cubicBezTo>
                      <a:pt x="518195" y="2485747"/>
                      <a:pt x="511130" y="2477535"/>
                      <a:pt x="506358" y="2467992"/>
                    </a:cubicBezTo>
                    <a:cubicBezTo>
                      <a:pt x="500440" y="2456155"/>
                      <a:pt x="495412" y="2443830"/>
                      <a:pt x="488603" y="2432482"/>
                    </a:cubicBezTo>
                    <a:cubicBezTo>
                      <a:pt x="467951" y="2398063"/>
                      <a:pt x="448867" y="2379785"/>
                      <a:pt x="435337" y="2343705"/>
                    </a:cubicBezTo>
                    <a:cubicBezTo>
                      <a:pt x="431053" y="2332281"/>
                      <a:pt x="429965" y="2319881"/>
                      <a:pt x="426459" y="2308194"/>
                    </a:cubicBezTo>
                    <a:cubicBezTo>
                      <a:pt x="421081" y="2290268"/>
                      <a:pt x="413243" y="2273085"/>
                      <a:pt x="408704" y="2254928"/>
                    </a:cubicBezTo>
                    <a:cubicBezTo>
                      <a:pt x="405745" y="2243091"/>
                      <a:pt x="403332" y="2231104"/>
                      <a:pt x="399826" y="2219418"/>
                    </a:cubicBezTo>
                    <a:cubicBezTo>
                      <a:pt x="394448" y="2201492"/>
                      <a:pt x="387989" y="2183907"/>
                      <a:pt x="382071" y="2166152"/>
                    </a:cubicBezTo>
                    <a:lnTo>
                      <a:pt x="373193" y="2139519"/>
                    </a:lnTo>
                    <a:cubicBezTo>
                      <a:pt x="370234" y="2115845"/>
                      <a:pt x="365956" y="2092299"/>
                      <a:pt x="364315" y="2068497"/>
                    </a:cubicBezTo>
                    <a:cubicBezTo>
                      <a:pt x="360035" y="2006430"/>
                      <a:pt x="360605" y="1944065"/>
                      <a:pt x="355438" y="1882066"/>
                    </a:cubicBezTo>
                    <a:cubicBezTo>
                      <a:pt x="352589" y="1847875"/>
                      <a:pt x="303517" y="1798043"/>
                      <a:pt x="293294" y="1784412"/>
                    </a:cubicBezTo>
                    <a:cubicBezTo>
                      <a:pt x="284416" y="1772575"/>
                      <a:pt x="277123" y="1759363"/>
                      <a:pt x="266661" y="1748901"/>
                    </a:cubicBezTo>
                    <a:cubicBezTo>
                      <a:pt x="257783" y="1740023"/>
                      <a:pt x="247561" y="1732312"/>
                      <a:pt x="240028" y="1722268"/>
                    </a:cubicBezTo>
                    <a:cubicBezTo>
                      <a:pt x="229675" y="1708464"/>
                      <a:pt x="222966" y="1692237"/>
                      <a:pt x="213395" y="1677880"/>
                    </a:cubicBezTo>
                    <a:cubicBezTo>
                      <a:pt x="205188" y="1665569"/>
                      <a:pt x="195640" y="1654206"/>
                      <a:pt x="186762" y="1642369"/>
                    </a:cubicBezTo>
                    <a:cubicBezTo>
                      <a:pt x="164448" y="1575429"/>
                      <a:pt x="194547" y="1657939"/>
                      <a:pt x="160129" y="1589103"/>
                    </a:cubicBezTo>
                    <a:cubicBezTo>
                      <a:pt x="153002" y="1574850"/>
                      <a:pt x="149500" y="1558968"/>
                      <a:pt x="142373" y="1544715"/>
                    </a:cubicBezTo>
                    <a:cubicBezTo>
                      <a:pt x="137601" y="1535172"/>
                      <a:pt x="129389" y="1527625"/>
                      <a:pt x="124618" y="1518082"/>
                    </a:cubicBezTo>
                    <a:cubicBezTo>
                      <a:pt x="81187" y="1431217"/>
                      <a:pt x="130241" y="1508759"/>
                      <a:pt x="89107" y="1447060"/>
                    </a:cubicBezTo>
                    <a:cubicBezTo>
                      <a:pt x="83189" y="1429305"/>
                      <a:pt x="81733" y="1409367"/>
                      <a:pt x="71352" y="1393794"/>
                    </a:cubicBezTo>
                    <a:cubicBezTo>
                      <a:pt x="46256" y="1356150"/>
                      <a:pt x="58369" y="1376704"/>
                      <a:pt x="35841" y="1331651"/>
                    </a:cubicBezTo>
                    <a:cubicBezTo>
                      <a:pt x="32882" y="1319814"/>
                      <a:pt x="30470" y="1307827"/>
                      <a:pt x="26964" y="1296140"/>
                    </a:cubicBezTo>
                    <a:cubicBezTo>
                      <a:pt x="21586" y="1278213"/>
                      <a:pt x="9208" y="1242874"/>
                      <a:pt x="9208" y="1242874"/>
                    </a:cubicBezTo>
                    <a:cubicBezTo>
                      <a:pt x="6249" y="1225119"/>
                      <a:pt x="331" y="1207608"/>
                      <a:pt x="331" y="1189608"/>
                    </a:cubicBezTo>
                    <a:cubicBezTo>
                      <a:pt x="331" y="1010812"/>
                      <a:pt x="-3928" y="1097978"/>
                      <a:pt x="18086" y="1020932"/>
                    </a:cubicBezTo>
                    <a:cubicBezTo>
                      <a:pt x="21438" y="1009200"/>
                      <a:pt x="22680" y="996846"/>
                      <a:pt x="26964" y="985422"/>
                    </a:cubicBezTo>
                    <a:cubicBezTo>
                      <a:pt x="31611" y="973031"/>
                      <a:pt x="39506" y="962075"/>
                      <a:pt x="44719" y="949911"/>
                    </a:cubicBezTo>
                    <a:cubicBezTo>
                      <a:pt x="48405" y="941310"/>
                      <a:pt x="49412" y="931648"/>
                      <a:pt x="53597" y="923278"/>
                    </a:cubicBezTo>
                    <a:cubicBezTo>
                      <a:pt x="58369" y="913735"/>
                      <a:pt x="66580" y="906188"/>
                      <a:pt x="71352" y="896645"/>
                    </a:cubicBezTo>
                    <a:cubicBezTo>
                      <a:pt x="75537" y="888275"/>
                      <a:pt x="75039" y="877798"/>
                      <a:pt x="80230" y="870012"/>
                    </a:cubicBezTo>
                    <a:cubicBezTo>
                      <a:pt x="87194" y="859566"/>
                      <a:pt x="97985" y="852257"/>
                      <a:pt x="106863" y="843379"/>
                    </a:cubicBezTo>
                    <a:cubicBezTo>
                      <a:pt x="122279" y="797126"/>
                      <a:pt x="105641" y="833809"/>
                      <a:pt x="133496" y="798991"/>
                    </a:cubicBezTo>
                    <a:cubicBezTo>
                      <a:pt x="140161" y="790660"/>
                      <a:pt x="144307" y="780459"/>
                      <a:pt x="151251" y="772358"/>
                    </a:cubicBezTo>
                    <a:cubicBezTo>
                      <a:pt x="162145" y="759648"/>
                      <a:pt x="174925" y="748684"/>
                      <a:pt x="186762" y="736847"/>
                    </a:cubicBezTo>
                    <a:cubicBezTo>
                      <a:pt x="192680" y="730928"/>
                      <a:pt x="199874" y="726055"/>
                      <a:pt x="204517" y="719091"/>
                    </a:cubicBezTo>
                    <a:cubicBezTo>
                      <a:pt x="216354" y="701336"/>
                      <a:pt x="233280" y="686069"/>
                      <a:pt x="240028" y="665825"/>
                    </a:cubicBezTo>
                    <a:cubicBezTo>
                      <a:pt x="242987" y="656947"/>
                      <a:pt x="244361" y="647372"/>
                      <a:pt x="248906" y="639192"/>
                    </a:cubicBezTo>
                    <a:cubicBezTo>
                      <a:pt x="274004" y="594016"/>
                      <a:pt x="275232" y="595110"/>
                      <a:pt x="302172" y="568171"/>
                    </a:cubicBezTo>
                    <a:cubicBezTo>
                      <a:pt x="308090" y="550416"/>
                      <a:pt x="309546" y="530478"/>
                      <a:pt x="319927" y="514905"/>
                    </a:cubicBezTo>
                    <a:cubicBezTo>
                      <a:pt x="325845" y="506027"/>
                      <a:pt x="333349" y="498022"/>
                      <a:pt x="337682" y="488272"/>
                    </a:cubicBezTo>
                    <a:cubicBezTo>
                      <a:pt x="345283" y="471169"/>
                      <a:pt x="355438" y="435006"/>
                      <a:pt x="355438" y="435006"/>
                    </a:cubicBezTo>
                    <a:cubicBezTo>
                      <a:pt x="352479" y="408373"/>
                      <a:pt x="350966" y="381539"/>
                      <a:pt x="346560" y="355107"/>
                    </a:cubicBezTo>
                    <a:cubicBezTo>
                      <a:pt x="340982" y="321637"/>
                      <a:pt x="335264" y="332514"/>
                      <a:pt x="319927" y="301841"/>
                    </a:cubicBezTo>
                    <a:cubicBezTo>
                      <a:pt x="315742" y="293471"/>
                      <a:pt x="315234" y="283578"/>
                      <a:pt x="311049" y="275208"/>
                    </a:cubicBezTo>
                    <a:cubicBezTo>
                      <a:pt x="306277" y="265665"/>
                      <a:pt x="298066" y="258118"/>
                      <a:pt x="293294" y="248575"/>
                    </a:cubicBezTo>
                    <a:cubicBezTo>
                      <a:pt x="289109" y="240205"/>
                      <a:pt x="288601" y="230312"/>
                      <a:pt x="284416" y="221942"/>
                    </a:cubicBezTo>
                    <a:cubicBezTo>
                      <a:pt x="279644" y="212399"/>
                      <a:pt x="271433" y="204852"/>
                      <a:pt x="266661" y="195309"/>
                    </a:cubicBezTo>
                    <a:cubicBezTo>
                      <a:pt x="262476" y="186939"/>
                      <a:pt x="261142" y="177410"/>
                      <a:pt x="257783" y="168676"/>
                    </a:cubicBezTo>
                    <a:cubicBezTo>
                      <a:pt x="246342" y="138929"/>
                      <a:pt x="237898" y="107678"/>
                      <a:pt x="222273" y="79899"/>
                    </a:cubicBezTo>
                    <a:cubicBezTo>
                      <a:pt x="210942" y="59755"/>
                      <a:pt x="195063" y="42094"/>
                      <a:pt x="177884" y="26633"/>
                    </a:cubicBezTo>
                    <a:cubicBezTo>
                      <a:pt x="165058" y="15090"/>
                      <a:pt x="133496" y="0"/>
                      <a:pt x="133496" y="0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A3CFEB97-EA22-469D-1225-D3FE9DDEA3C9}"/>
                  </a:ext>
                </a:extLst>
              </p:cNvPr>
              <p:cNvSpPr/>
              <p:nvPr/>
            </p:nvSpPr>
            <p:spPr>
              <a:xfrm>
                <a:off x="15361137" y="19021800"/>
                <a:ext cx="636349" cy="606506"/>
              </a:xfrm>
              <a:custGeom>
                <a:avLst/>
                <a:gdLst>
                  <a:gd name="connsiteX0" fmla="*/ 0 w 532660"/>
                  <a:gd name="connsiteY0" fmla="*/ 497149 h 497149"/>
                  <a:gd name="connsiteX1" fmla="*/ 88777 w 532660"/>
                  <a:gd name="connsiteY1" fmla="*/ 435006 h 497149"/>
                  <a:gd name="connsiteX2" fmla="*/ 106532 w 532660"/>
                  <a:gd name="connsiteY2" fmla="*/ 417250 h 497149"/>
                  <a:gd name="connsiteX3" fmla="*/ 142043 w 532660"/>
                  <a:gd name="connsiteY3" fmla="*/ 399495 h 497149"/>
                  <a:gd name="connsiteX4" fmla="*/ 186431 w 532660"/>
                  <a:gd name="connsiteY4" fmla="*/ 372862 h 497149"/>
                  <a:gd name="connsiteX5" fmla="*/ 221942 w 532660"/>
                  <a:gd name="connsiteY5" fmla="*/ 346229 h 497149"/>
                  <a:gd name="connsiteX6" fmla="*/ 248575 w 532660"/>
                  <a:gd name="connsiteY6" fmla="*/ 328473 h 497149"/>
                  <a:gd name="connsiteX7" fmla="*/ 266330 w 532660"/>
                  <a:gd name="connsiteY7" fmla="*/ 301840 h 497149"/>
                  <a:gd name="connsiteX8" fmla="*/ 284086 w 532660"/>
                  <a:gd name="connsiteY8" fmla="*/ 284085 h 497149"/>
                  <a:gd name="connsiteX9" fmla="*/ 292963 w 532660"/>
                  <a:gd name="connsiteY9" fmla="*/ 248574 h 497149"/>
                  <a:gd name="connsiteX10" fmla="*/ 310719 w 532660"/>
                  <a:gd name="connsiteY10" fmla="*/ 221941 h 497149"/>
                  <a:gd name="connsiteX11" fmla="*/ 328474 w 532660"/>
                  <a:gd name="connsiteY11" fmla="*/ 168675 h 497149"/>
                  <a:gd name="connsiteX12" fmla="*/ 355107 w 532660"/>
                  <a:gd name="connsiteY12" fmla="*/ 142042 h 497149"/>
                  <a:gd name="connsiteX13" fmla="*/ 372862 w 532660"/>
                  <a:gd name="connsiteY13" fmla="*/ 115409 h 497149"/>
                  <a:gd name="connsiteX14" fmla="*/ 399495 w 532660"/>
                  <a:gd name="connsiteY14" fmla="*/ 97654 h 497149"/>
                  <a:gd name="connsiteX15" fmla="*/ 443884 w 532660"/>
                  <a:gd name="connsiteY15" fmla="*/ 71021 h 497149"/>
                  <a:gd name="connsiteX16" fmla="*/ 497150 w 532660"/>
                  <a:gd name="connsiteY16" fmla="*/ 26633 h 497149"/>
                  <a:gd name="connsiteX17" fmla="*/ 532660 w 532660"/>
                  <a:gd name="connsiteY17" fmla="*/ 0 h 497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32660" h="497149">
                    <a:moveTo>
                      <a:pt x="0" y="497149"/>
                    </a:moveTo>
                    <a:cubicBezTo>
                      <a:pt x="29592" y="476435"/>
                      <a:pt x="63236" y="460549"/>
                      <a:pt x="88777" y="435006"/>
                    </a:cubicBezTo>
                    <a:cubicBezTo>
                      <a:pt x="94695" y="429087"/>
                      <a:pt x="99568" y="421893"/>
                      <a:pt x="106532" y="417250"/>
                    </a:cubicBezTo>
                    <a:cubicBezTo>
                      <a:pt x="117543" y="409909"/>
                      <a:pt x="130206" y="405413"/>
                      <a:pt x="142043" y="399495"/>
                    </a:cubicBezTo>
                    <a:cubicBezTo>
                      <a:pt x="183593" y="357943"/>
                      <a:pt x="132652" y="403592"/>
                      <a:pt x="186431" y="372862"/>
                    </a:cubicBezTo>
                    <a:cubicBezTo>
                      <a:pt x="199278" y="365521"/>
                      <a:pt x="209902" y="354829"/>
                      <a:pt x="221942" y="346229"/>
                    </a:cubicBezTo>
                    <a:cubicBezTo>
                      <a:pt x="230624" y="340027"/>
                      <a:pt x="239697" y="334392"/>
                      <a:pt x="248575" y="328473"/>
                    </a:cubicBezTo>
                    <a:cubicBezTo>
                      <a:pt x="254493" y="319595"/>
                      <a:pt x="259665" y="310171"/>
                      <a:pt x="266330" y="301840"/>
                    </a:cubicBezTo>
                    <a:cubicBezTo>
                      <a:pt x="271559" y="295304"/>
                      <a:pt x="280343" y="291571"/>
                      <a:pt x="284086" y="284085"/>
                    </a:cubicBezTo>
                    <a:cubicBezTo>
                      <a:pt x="289543" y="273172"/>
                      <a:pt x="288157" y="259789"/>
                      <a:pt x="292963" y="248574"/>
                    </a:cubicBezTo>
                    <a:cubicBezTo>
                      <a:pt x="297166" y="238767"/>
                      <a:pt x="304800" y="230819"/>
                      <a:pt x="310719" y="221941"/>
                    </a:cubicBezTo>
                    <a:cubicBezTo>
                      <a:pt x="316637" y="204186"/>
                      <a:pt x="315240" y="181909"/>
                      <a:pt x="328474" y="168675"/>
                    </a:cubicBezTo>
                    <a:cubicBezTo>
                      <a:pt x="337352" y="159797"/>
                      <a:pt x="347070" y="151687"/>
                      <a:pt x="355107" y="142042"/>
                    </a:cubicBezTo>
                    <a:cubicBezTo>
                      <a:pt x="361937" y="133845"/>
                      <a:pt x="365317" y="122954"/>
                      <a:pt x="372862" y="115409"/>
                    </a:cubicBezTo>
                    <a:cubicBezTo>
                      <a:pt x="380407" y="107864"/>
                      <a:pt x="391163" y="104319"/>
                      <a:pt x="399495" y="97654"/>
                    </a:cubicBezTo>
                    <a:cubicBezTo>
                      <a:pt x="434313" y="69800"/>
                      <a:pt x="397633" y="86439"/>
                      <a:pt x="443884" y="71021"/>
                    </a:cubicBezTo>
                    <a:cubicBezTo>
                      <a:pt x="507157" y="7748"/>
                      <a:pt x="435345" y="76078"/>
                      <a:pt x="497150" y="26633"/>
                    </a:cubicBezTo>
                    <a:cubicBezTo>
                      <a:pt x="534541" y="-3280"/>
                      <a:pt x="495595" y="18532"/>
                      <a:pt x="532660" y="0"/>
                    </a:cubicBezTo>
                  </a:path>
                </a:pathLst>
              </a:custGeom>
              <a:noFill/>
              <a:ln w="1016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2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830F6832-A19E-F593-5665-994A5C685C72}"/>
                    </a:ext>
                  </a:extLst>
                </p:cNvPr>
                <p:cNvSpPr txBox="1"/>
                <p:nvPr/>
              </p:nvSpPr>
              <p:spPr>
                <a:xfrm>
                  <a:off x="16134432" y="10907719"/>
                  <a:ext cx="1120137" cy="7941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520" i="1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830F6832-A19E-F593-5665-994A5C685C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34432" y="10907719"/>
                  <a:ext cx="1120137" cy="79417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0" name="TextBox 259">
                  <a:extLst>
                    <a:ext uri="{FF2B5EF4-FFF2-40B4-BE49-F238E27FC236}">
                      <a16:creationId xmlns:a16="http://schemas.microsoft.com/office/drawing/2014/main" id="{6BF63BFC-CD20-F0E4-061D-E80C8E438E38}"/>
                    </a:ext>
                  </a:extLst>
                </p:cNvPr>
                <p:cNvSpPr txBox="1"/>
                <p:nvPr/>
              </p:nvSpPr>
              <p:spPr>
                <a:xfrm>
                  <a:off x="12807345" y="10921128"/>
                  <a:ext cx="1120137" cy="7324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60" name="TextBox 259">
                  <a:extLst>
                    <a:ext uri="{FF2B5EF4-FFF2-40B4-BE49-F238E27FC236}">
                      <a16:creationId xmlns:a16="http://schemas.microsoft.com/office/drawing/2014/main" id="{6BF63BFC-CD20-F0E4-061D-E80C8E438E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345" y="10921128"/>
                  <a:ext cx="1120137" cy="73249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4F3C2869-948B-FDAA-33B0-0408E11178C2}"/>
                    </a:ext>
                  </a:extLst>
                </p:cNvPr>
                <p:cNvSpPr txBox="1"/>
                <p:nvPr/>
              </p:nvSpPr>
              <p:spPr>
                <a:xfrm>
                  <a:off x="18946169" y="10901155"/>
                  <a:ext cx="1120137" cy="7324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4F3C2869-948B-FDAA-33B0-0408E1117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46169" y="10901155"/>
                  <a:ext cx="1120137" cy="73249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D295C7A1-BD19-015C-378E-E0D816E4520F}"/>
                    </a:ext>
                  </a:extLst>
                </p:cNvPr>
                <p:cNvSpPr txBox="1"/>
                <p:nvPr/>
              </p:nvSpPr>
              <p:spPr>
                <a:xfrm>
                  <a:off x="14506245" y="10938497"/>
                  <a:ext cx="1120137" cy="7324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D295C7A1-BD19-015C-378E-E0D816E452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6245" y="10938497"/>
                  <a:ext cx="1120137" cy="73249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E7D4E16C-8637-16F7-AA14-5E408126B752}"/>
                </a:ext>
              </a:extLst>
            </p:cNvPr>
            <p:cNvSpPr/>
            <p:nvPr/>
          </p:nvSpPr>
          <p:spPr>
            <a:xfrm flipH="1">
              <a:off x="16801325" y="7588716"/>
              <a:ext cx="604283" cy="523410"/>
            </a:xfrm>
            <a:custGeom>
              <a:avLst/>
              <a:gdLst>
                <a:gd name="connsiteX0" fmla="*/ 0 w 532660"/>
                <a:gd name="connsiteY0" fmla="*/ 497149 h 497149"/>
                <a:gd name="connsiteX1" fmla="*/ 88777 w 532660"/>
                <a:gd name="connsiteY1" fmla="*/ 435006 h 497149"/>
                <a:gd name="connsiteX2" fmla="*/ 106532 w 532660"/>
                <a:gd name="connsiteY2" fmla="*/ 417250 h 497149"/>
                <a:gd name="connsiteX3" fmla="*/ 142043 w 532660"/>
                <a:gd name="connsiteY3" fmla="*/ 399495 h 497149"/>
                <a:gd name="connsiteX4" fmla="*/ 186431 w 532660"/>
                <a:gd name="connsiteY4" fmla="*/ 372862 h 497149"/>
                <a:gd name="connsiteX5" fmla="*/ 221942 w 532660"/>
                <a:gd name="connsiteY5" fmla="*/ 346229 h 497149"/>
                <a:gd name="connsiteX6" fmla="*/ 248575 w 532660"/>
                <a:gd name="connsiteY6" fmla="*/ 328473 h 497149"/>
                <a:gd name="connsiteX7" fmla="*/ 266330 w 532660"/>
                <a:gd name="connsiteY7" fmla="*/ 301840 h 497149"/>
                <a:gd name="connsiteX8" fmla="*/ 284086 w 532660"/>
                <a:gd name="connsiteY8" fmla="*/ 284085 h 497149"/>
                <a:gd name="connsiteX9" fmla="*/ 292963 w 532660"/>
                <a:gd name="connsiteY9" fmla="*/ 248574 h 497149"/>
                <a:gd name="connsiteX10" fmla="*/ 310719 w 532660"/>
                <a:gd name="connsiteY10" fmla="*/ 221941 h 497149"/>
                <a:gd name="connsiteX11" fmla="*/ 328474 w 532660"/>
                <a:gd name="connsiteY11" fmla="*/ 168675 h 497149"/>
                <a:gd name="connsiteX12" fmla="*/ 355107 w 532660"/>
                <a:gd name="connsiteY12" fmla="*/ 142042 h 497149"/>
                <a:gd name="connsiteX13" fmla="*/ 372862 w 532660"/>
                <a:gd name="connsiteY13" fmla="*/ 115409 h 497149"/>
                <a:gd name="connsiteX14" fmla="*/ 399495 w 532660"/>
                <a:gd name="connsiteY14" fmla="*/ 97654 h 497149"/>
                <a:gd name="connsiteX15" fmla="*/ 443884 w 532660"/>
                <a:gd name="connsiteY15" fmla="*/ 71021 h 497149"/>
                <a:gd name="connsiteX16" fmla="*/ 497150 w 532660"/>
                <a:gd name="connsiteY16" fmla="*/ 26633 h 497149"/>
                <a:gd name="connsiteX17" fmla="*/ 532660 w 532660"/>
                <a:gd name="connsiteY17" fmla="*/ 0 h 49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2660" h="497149">
                  <a:moveTo>
                    <a:pt x="0" y="497149"/>
                  </a:moveTo>
                  <a:cubicBezTo>
                    <a:pt x="29592" y="476435"/>
                    <a:pt x="63236" y="460549"/>
                    <a:pt x="88777" y="435006"/>
                  </a:cubicBezTo>
                  <a:cubicBezTo>
                    <a:pt x="94695" y="429087"/>
                    <a:pt x="99568" y="421893"/>
                    <a:pt x="106532" y="417250"/>
                  </a:cubicBezTo>
                  <a:cubicBezTo>
                    <a:pt x="117543" y="409909"/>
                    <a:pt x="130206" y="405413"/>
                    <a:pt x="142043" y="399495"/>
                  </a:cubicBezTo>
                  <a:cubicBezTo>
                    <a:pt x="183593" y="357943"/>
                    <a:pt x="132652" y="403592"/>
                    <a:pt x="186431" y="372862"/>
                  </a:cubicBezTo>
                  <a:cubicBezTo>
                    <a:pt x="199278" y="365521"/>
                    <a:pt x="209902" y="354829"/>
                    <a:pt x="221942" y="346229"/>
                  </a:cubicBezTo>
                  <a:cubicBezTo>
                    <a:pt x="230624" y="340027"/>
                    <a:pt x="239697" y="334392"/>
                    <a:pt x="248575" y="328473"/>
                  </a:cubicBezTo>
                  <a:cubicBezTo>
                    <a:pt x="254493" y="319595"/>
                    <a:pt x="259665" y="310171"/>
                    <a:pt x="266330" y="301840"/>
                  </a:cubicBezTo>
                  <a:cubicBezTo>
                    <a:pt x="271559" y="295304"/>
                    <a:pt x="280343" y="291571"/>
                    <a:pt x="284086" y="284085"/>
                  </a:cubicBezTo>
                  <a:cubicBezTo>
                    <a:pt x="289543" y="273172"/>
                    <a:pt x="288157" y="259789"/>
                    <a:pt x="292963" y="248574"/>
                  </a:cubicBezTo>
                  <a:cubicBezTo>
                    <a:pt x="297166" y="238767"/>
                    <a:pt x="304800" y="230819"/>
                    <a:pt x="310719" y="221941"/>
                  </a:cubicBezTo>
                  <a:cubicBezTo>
                    <a:pt x="316637" y="204186"/>
                    <a:pt x="315240" y="181909"/>
                    <a:pt x="328474" y="168675"/>
                  </a:cubicBezTo>
                  <a:cubicBezTo>
                    <a:pt x="337352" y="159797"/>
                    <a:pt x="347070" y="151687"/>
                    <a:pt x="355107" y="142042"/>
                  </a:cubicBezTo>
                  <a:cubicBezTo>
                    <a:pt x="361937" y="133845"/>
                    <a:pt x="365317" y="122954"/>
                    <a:pt x="372862" y="115409"/>
                  </a:cubicBezTo>
                  <a:cubicBezTo>
                    <a:pt x="380407" y="107864"/>
                    <a:pt x="391163" y="104319"/>
                    <a:pt x="399495" y="97654"/>
                  </a:cubicBezTo>
                  <a:cubicBezTo>
                    <a:pt x="434313" y="69800"/>
                    <a:pt x="397633" y="86439"/>
                    <a:pt x="443884" y="71021"/>
                  </a:cubicBezTo>
                  <a:cubicBezTo>
                    <a:pt x="507157" y="7748"/>
                    <a:pt x="435345" y="76078"/>
                    <a:pt x="497150" y="26633"/>
                  </a:cubicBezTo>
                  <a:cubicBezTo>
                    <a:pt x="534541" y="-3280"/>
                    <a:pt x="495595" y="18532"/>
                    <a:pt x="532660" y="0"/>
                  </a:cubicBezTo>
                </a:path>
              </a:pathLst>
            </a:custGeom>
            <a:noFill/>
            <a:ln w="1016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DF2FF005-F706-B9D1-9365-2038720B7E6F}"/>
                </a:ext>
              </a:extLst>
            </p:cNvPr>
            <p:cNvSpPr/>
            <p:nvPr/>
          </p:nvSpPr>
          <p:spPr>
            <a:xfrm flipH="1">
              <a:off x="16813851" y="8131733"/>
              <a:ext cx="840685" cy="2805898"/>
            </a:xfrm>
            <a:custGeom>
              <a:avLst/>
              <a:gdLst>
                <a:gd name="connsiteX0" fmla="*/ 790443 w 790443"/>
                <a:gd name="connsiteY0" fmla="*/ 2902998 h 2902998"/>
                <a:gd name="connsiteX1" fmla="*/ 719422 w 790443"/>
                <a:gd name="connsiteY1" fmla="*/ 2805344 h 2902998"/>
                <a:gd name="connsiteX2" fmla="*/ 692789 w 790443"/>
                <a:gd name="connsiteY2" fmla="*/ 2769833 h 2902998"/>
                <a:gd name="connsiteX3" fmla="*/ 630645 w 790443"/>
                <a:gd name="connsiteY3" fmla="*/ 2672179 h 2902998"/>
                <a:gd name="connsiteX4" fmla="*/ 595135 w 790443"/>
                <a:gd name="connsiteY4" fmla="*/ 2610035 h 2902998"/>
                <a:gd name="connsiteX5" fmla="*/ 577379 w 790443"/>
                <a:gd name="connsiteY5" fmla="*/ 2574524 h 2902998"/>
                <a:gd name="connsiteX6" fmla="*/ 524113 w 790443"/>
                <a:gd name="connsiteY6" fmla="*/ 2494625 h 2902998"/>
                <a:gd name="connsiteX7" fmla="*/ 506358 w 790443"/>
                <a:gd name="connsiteY7" fmla="*/ 2467992 h 2902998"/>
                <a:gd name="connsiteX8" fmla="*/ 488603 w 790443"/>
                <a:gd name="connsiteY8" fmla="*/ 2432482 h 2902998"/>
                <a:gd name="connsiteX9" fmla="*/ 435337 w 790443"/>
                <a:gd name="connsiteY9" fmla="*/ 2343705 h 2902998"/>
                <a:gd name="connsiteX10" fmla="*/ 426459 w 790443"/>
                <a:gd name="connsiteY10" fmla="*/ 2308194 h 2902998"/>
                <a:gd name="connsiteX11" fmla="*/ 408704 w 790443"/>
                <a:gd name="connsiteY11" fmla="*/ 2254928 h 2902998"/>
                <a:gd name="connsiteX12" fmla="*/ 399826 w 790443"/>
                <a:gd name="connsiteY12" fmla="*/ 2219418 h 2902998"/>
                <a:gd name="connsiteX13" fmla="*/ 382071 w 790443"/>
                <a:gd name="connsiteY13" fmla="*/ 2166152 h 2902998"/>
                <a:gd name="connsiteX14" fmla="*/ 373193 w 790443"/>
                <a:gd name="connsiteY14" fmla="*/ 2139519 h 2902998"/>
                <a:gd name="connsiteX15" fmla="*/ 364315 w 790443"/>
                <a:gd name="connsiteY15" fmla="*/ 2068497 h 2902998"/>
                <a:gd name="connsiteX16" fmla="*/ 355438 w 790443"/>
                <a:gd name="connsiteY16" fmla="*/ 1882066 h 2902998"/>
                <a:gd name="connsiteX17" fmla="*/ 293294 w 790443"/>
                <a:gd name="connsiteY17" fmla="*/ 1784412 h 2902998"/>
                <a:gd name="connsiteX18" fmla="*/ 266661 w 790443"/>
                <a:gd name="connsiteY18" fmla="*/ 1748901 h 2902998"/>
                <a:gd name="connsiteX19" fmla="*/ 240028 w 790443"/>
                <a:gd name="connsiteY19" fmla="*/ 1722268 h 2902998"/>
                <a:gd name="connsiteX20" fmla="*/ 213395 w 790443"/>
                <a:gd name="connsiteY20" fmla="*/ 1677880 h 2902998"/>
                <a:gd name="connsiteX21" fmla="*/ 186762 w 790443"/>
                <a:gd name="connsiteY21" fmla="*/ 1642369 h 2902998"/>
                <a:gd name="connsiteX22" fmla="*/ 160129 w 790443"/>
                <a:gd name="connsiteY22" fmla="*/ 1589103 h 2902998"/>
                <a:gd name="connsiteX23" fmla="*/ 142373 w 790443"/>
                <a:gd name="connsiteY23" fmla="*/ 1544715 h 2902998"/>
                <a:gd name="connsiteX24" fmla="*/ 124618 w 790443"/>
                <a:gd name="connsiteY24" fmla="*/ 1518082 h 2902998"/>
                <a:gd name="connsiteX25" fmla="*/ 89107 w 790443"/>
                <a:gd name="connsiteY25" fmla="*/ 1447060 h 2902998"/>
                <a:gd name="connsiteX26" fmla="*/ 71352 w 790443"/>
                <a:gd name="connsiteY26" fmla="*/ 1393794 h 2902998"/>
                <a:gd name="connsiteX27" fmla="*/ 35841 w 790443"/>
                <a:gd name="connsiteY27" fmla="*/ 1331651 h 2902998"/>
                <a:gd name="connsiteX28" fmla="*/ 26964 w 790443"/>
                <a:gd name="connsiteY28" fmla="*/ 1296140 h 2902998"/>
                <a:gd name="connsiteX29" fmla="*/ 9208 w 790443"/>
                <a:gd name="connsiteY29" fmla="*/ 1242874 h 2902998"/>
                <a:gd name="connsiteX30" fmla="*/ 331 w 790443"/>
                <a:gd name="connsiteY30" fmla="*/ 1189608 h 2902998"/>
                <a:gd name="connsiteX31" fmla="*/ 18086 w 790443"/>
                <a:gd name="connsiteY31" fmla="*/ 1020932 h 2902998"/>
                <a:gd name="connsiteX32" fmla="*/ 26964 w 790443"/>
                <a:gd name="connsiteY32" fmla="*/ 985422 h 2902998"/>
                <a:gd name="connsiteX33" fmla="*/ 44719 w 790443"/>
                <a:gd name="connsiteY33" fmla="*/ 949911 h 2902998"/>
                <a:gd name="connsiteX34" fmla="*/ 53597 w 790443"/>
                <a:gd name="connsiteY34" fmla="*/ 923278 h 2902998"/>
                <a:gd name="connsiteX35" fmla="*/ 71352 w 790443"/>
                <a:gd name="connsiteY35" fmla="*/ 896645 h 2902998"/>
                <a:gd name="connsiteX36" fmla="*/ 80230 w 790443"/>
                <a:gd name="connsiteY36" fmla="*/ 870012 h 2902998"/>
                <a:gd name="connsiteX37" fmla="*/ 106863 w 790443"/>
                <a:gd name="connsiteY37" fmla="*/ 843379 h 2902998"/>
                <a:gd name="connsiteX38" fmla="*/ 133496 w 790443"/>
                <a:gd name="connsiteY38" fmla="*/ 798991 h 2902998"/>
                <a:gd name="connsiteX39" fmla="*/ 151251 w 790443"/>
                <a:gd name="connsiteY39" fmla="*/ 772358 h 2902998"/>
                <a:gd name="connsiteX40" fmla="*/ 186762 w 790443"/>
                <a:gd name="connsiteY40" fmla="*/ 736847 h 2902998"/>
                <a:gd name="connsiteX41" fmla="*/ 204517 w 790443"/>
                <a:gd name="connsiteY41" fmla="*/ 719091 h 2902998"/>
                <a:gd name="connsiteX42" fmla="*/ 240028 w 790443"/>
                <a:gd name="connsiteY42" fmla="*/ 665825 h 2902998"/>
                <a:gd name="connsiteX43" fmla="*/ 248906 w 790443"/>
                <a:gd name="connsiteY43" fmla="*/ 639192 h 2902998"/>
                <a:gd name="connsiteX44" fmla="*/ 302172 w 790443"/>
                <a:gd name="connsiteY44" fmla="*/ 568171 h 2902998"/>
                <a:gd name="connsiteX45" fmla="*/ 319927 w 790443"/>
                <a:gd name="connsiteY45" fmla="*/ 514905 h 2902998"/>
                <a:gd name="connsiteX46" fmla="*/ 337682 w 790443"/>
                <a:gd name="connsiteY46" fmla="*/ 488272 h 2902998"/>
                <a:gd name="connsiteX47" fmla="*/ 355438 w 790443"/>
                <a:gd name="connsiteY47" fmla="*/ 435006 h 2902998"/>
                <a:gd name="connsiteX48" fmla="*/ 346560 w 790443"/>
                <a:gd name="connsiteY48" fmla="*/ 355107 h 2902998"/>
                <a:gd name="connsiteX49" fmla="*/ 319927 w 790443"/>
                <a:gd name="connsiteY49" fmla="*/ 301841 h 2902998"/>
                <a:gd name="connsiteX50" fmla="*/ 311049 w 790443"/>
                <a:gd name="connsiteY50" fmla="*/ 275208 h 2902998"/>
                <a:gd name="connsiteX51" fmla="*/ 293294 w 790443"/>
                <a:gd name="connsiteY51" fmla="*/ 248575 h 2902998"/>
                <a:gd name="connsiteX52" fmla="*/ 284416 w 790443"/>
                <a:gd name="connsiteY52" fmla="*/ 221942 h 2902998"/>
                <a:gd name="connsiteX53" fmla="*/ 266661 w 790443"/>
                <a:gd name="connsiteY53" fmla="*/ 195309 h 2902998"/>
                <a:gd name="connsiteX54" fmla="*/ 257783 w 790443"/>
                <a:gd name="connsiteY54" fmla="*/ 168676 h 2902998"/>
                <a:gd name="connsiteX55" fmla="*/ 222273 w 790443"/>
                <a:gd name="connsiteY55" fmla="*/ 79899 h 2902998"/>
                <a:gd name="connsiteX56" fmla="*/ 177884 w 790443"/>
                <a:gd name="connsiteY56" fmla="*/ 26633 h 2902998"/>
                <a:gd name="connsiteX57" fmla="*/ 133496 w 790443"/>
                <a:gd name="connsiteY57" fmla="*/ 0 h 2902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790443" h="2902998">
                  <a:moveTo>
                    <a:pt x="790443" y="2902998"/>
                  </a:moveTo>
                  <a:cubicBezTo>
                    <a:pt x="671561" y="2764304"/>
                    <a:pt x="777029" y="2897517"/>
                    <a:pt x="719422" y="2805344"/>
                  </a:cubicBezTo>
                  <a:cubicBezTo>
                    <a:pt x="711580" y="2792797"/>
                    <a:pt x="700244" y="2782614"/>
                    <a:pt x="692789" y="2769833"/>
                  </a:cubicBezTo>
                  <a:cubicBezTo>
                    <a:pt x="635214" y="2671133"/>
                    <a:pt x="683796" y="2725330"/>
                    <a:pt x="630645" y="2672179"/>
                  </a:cubicBezTo>
                  <a:cubicBezTo>
                    <a:pt x="577003" y="2564892"/>
                    <a:pt x="645317" y="2697853"/>
                    <a:pt x="595135" y="2610035"/>
                  </a:cubicBezTo>
                  <a:cubicBezTo>
                    <a:pt x="588569" y="2598544"/>
                    <a:pt x="584188" y="2585872"/>
                    <a:pt x="577379" y="2574524"/>
                  </a:cubicBezTo>
                  <a:cubicBezTo>
                    <a:pt x="577354" y="2574482"/>
                    <a:pt x="533004" y="2507962"/>
                    <a:pt x="524113" y="2494625"/>
                  </a:cubicBezTo>
                  <a:cubicBezTo>
                    <a:pt x="518195" y="2485747"/>
                    <a:pt x="511130" y="2477535"/>
                    <a:pt x="506358" y="2467992"/>
                  </a:cubicBezTo>
                  <a:cubicBezTo>
                    <a:pt x="500440" y="2456155"/>
                    <a:pt x="495412" y="2443830"/>
                    <a:pt x="488603" y="2432482"/>
                  </a:cubicBezTo>
                  <a:cubicBezTo>
                    <a:pt x="467951" y="2398063"/>
                    <a:pt x="448867" y="2379785"/>
                    <a:pt x="435337" y="2343705"/>
                  </a:cubicBezTo>
                  <a:cubicBezTo>
                    <a:pt x="431053" y="2332281"/>
                    <a:pt x="429965" y="2319881"/>
                    <a:pt x="426459" y="2308194"/>
                  </a:cubicBezTo>
                  <a:cubicBezTo>
                    <a:pt x="421081" y="2290268"/>
                    <a:pt x="413243" y="2273085"/>
                    <a:pt x="408704" y="2254928"/>
                  </a:cubicBezTo>
                  <a:cubicBezTo>
                    <a:pt x="405745" y="2243091"/>
                    <a:pt x="403332" y="2231104"/>
                    <a:pt x="399826" y="2219418"/>
                  </a:cubicBezTo>
                  <a:cubicBezTo>
                    <a:pt x="394448" y="2201492"/>
                    <a:pt x="387989" y="2183907"/>
                    <a:pt x="382071" y="2166152"/>
                  </a:cubicBezTo>
                  <a:lnTo>
                    <a:pt x="373193" y="2139519"/>
                  </a:lnTo>
                  <a:cubicBezTo>
                    <a:pt x="370234" y="2115845"/>
                    <a:pt x="365956" y="2092299"/>
                    <a:pt x="364315" y="2068497"/>
                  </a:cubicBezTo>
                  <a:cubicBezTo>
                    <a:pt x="360035" y="2006430"/>
                    <a:pt x="360605" y="1944065"/>
                    <a:pt x="355438" y="1882066"/>
                  </a:cubicBezTo>
                  <a:cubicBezTo>
                    <a:pt x="352589" y="1847875"/>
                    <a:pt x="303517" y="1798043"/>
                    <a:pt x="293294" y="1784412"/>
                  </a:cubicBezTo>
                  <a:cubicBezTo>
                    <a:pt x="284416" y="1772575"/>
                    <a:pt x="277123" y="1759363"/>
                    <a:pt x="266661" y="1748901"/>
                  </a:cubicBezTo>
                  <a:cubicBezTo>
                    <a:pt x="257783" y="1740023"/>
                    <a:pt x="247561" y="1732312"/>
                    <a:pt x="240028" y="1722268"/>
                  </a:cubicBezTo>
                  <a:cubicBezTo>
                    <a:pt x="229675" y="1708464"/>
                    <a:pt x="222966" y="1692237"/>
                    <a:pt x="213395" y="1677880"/>
                  </a:cubicBezTo>
                  <a:cubicBezTo>
                    <a:pt x="205188" y="1665569"/>
                    <a:pt x="195640" y="1654206"/>
                    <a:pt x="186762" y="1642369"/>
                  </a:cubicBezTo>
                  <a:cubicBezTo>
                    <a:pt x="164448" y="1575429"/>
                    <a:pt x="194547" y="1657939"/>
                    <a:pt x="160129" y="1589103"/>
                  </a:cubicBezTo>
                  <a:cubicBezTo>
                    <a:pt x="153002" y="1574850"/>
                    <a:pt x="149500" y="1558968"/>
                    <a:pt x="142373" y="1544715"/>
                  </a:cubicBezTo>
                  <a:cubicBezTo>
                    <a:pt x="137601" y="1535172"/>
                    <a:pt x="129389" y="1527625"/>
                    <a:pt x="124618" y="1518082"/>
                  </a:cubicBezTo>
                  <a:cubicBezTo>
                    <a:pt x="81187" y="1431217"/>
                    <a:pt x="130241" y="1508759"/>
                    <a:pt x="89107" y="1447060"/>
                  </a:cubicBezTo>
                  <a:cubicBezTo>
                    <a:pt x="83189" y="1429305"/>
                    <a:pt x="81733" y="1409367"/>
                    <a:pt x="71352" y="1393794"/>
                  </a:cubicBezTo>
                  <a:cubicBezTo>
                    <a:pt x="46256" y="1356150"/>
                    <a:pt x="58369" y="1376704"/>
                    <a:pt x="35841" y="1331651"/>
                  </a:cubicBezTo>
                  <a:cubicBezTo>
                    <a:pt x="32882" y="1319814"/>
                    <a:pt x="30470" y="1307827"/>
                    <a:pt x="26964" y="1296140"/>
                  </a:cubicBezTo>
                  <a:cubicBezTo>
                    <a:pt x="21586" y="1278213"/>
                    <a:pt x="9208" y="1242874"/>
                    <a:pt x="9208" y="1242874"/>
                  </a:cubicBezTo>
                  <a:cubicBezTo>
                    <a:pt x="6249" y="1225119"/>
                    <a:pt x="331" y="1207608"/>
                    <a:pt x="331" y="1189608"/>
                  </a:cubicBezTo>
                  <a:cubicBezTo>
                    <a:pt x="331" y="1010812"/>
                    <a:pt x="-3928" y="1097978"/>
                    <a:pt x="18086" y="1020932"/>
                  </a:cubicBezTo>
                  <a:cubicBezTo>
                    <a:pt x="21438" y="1009200"/>
                    <a:pt x="22680" y="996846"/>
                    <a:pt x="26964" y="985422"/>
                  </a:cubicBezTo>
                  <a:cubicBezTo>
                    <a:pt x="31611" y="973031"/>
                    <a:pt x="39506" y="962075"/>
                    <a:pt x="44719" y="949911"/>
                  </a:cubicBezTo>
                  <a:cubicBezTo>
                    <a:pt x="48405" y="941310"/>
                    <a:pt x="49412" y="931648"/>
                    <a:pt x="53597" y="923278"/>
                  </a:cubicBezTo>
                  <a:cubicBezTo>
                    <a:pt x="58369" y="913735"/>
                    <a:pt x="66580" y="906188"/>
                    <a:pt x="71352" y="896645"/>
                  </a:cubicBezTo>
                  <a:cubicBezTo>
                    <a:pt x="75537" y="888275"/>
                    <a:pt x="75039" y="877798"/>
                    <a:pt x="80230" y="870012"/>
                  </a:cubicBezTo>
                  <a:cubicBezTo>
                    <a:pt x="87194" y="859566"/>
                    <a:pt x="97985" y="852257"/>
                    <a:pt x="106863" y="843379"/>
                  </a:cubicBezTo>
                  <a:cubicBezTo>
                    <a:pt x="122279" y="797126"/>
                    <a:pt x="105641" y="833809"/>
                    <a:pt x="133496" y="798991"/>
                  </a:cubicBezTo>
                  <a:cubicBezTo>
                    <a:pt x="140161" y="790660"/>
                    <a:pt x="144307" y="780459"/>
                    <a:pt x="151251" y="772358"/>
                  </a:cubicBezTo>
                  <a:cubicBezTo>
                    <a:pt x="162145" y="759648"/>
                    <a:pt x="174925" y="748684"/>
                    <a:pt x="186762" y="736847"/>
                  </a:cubicBezTo>
                  <a:cubicBezTo>
                    <a:pt x="192680" y="730928"/>
                    <a:pt x="199874" y="726055"/>
                    <a:pt x="204517" y="719091"/>
                  </a:cubicBezTo>
                  <a:cubicBezTo>
                    <a:pt x="216354" y="701336"/>
                    <a:pt x="233280" y="686069"/>
                    <a:pt x="240028" y="665825"/>
                  </a:cubicBezTo>
                  <a:cubicBezTo>
                    <a:pt x="242987" y="656947"/>
                    <a:pt x="244361" y="647372"/>
                    <a:pt x="248906" y="639192"/>
                  </a:cubicBezTo>
                  <a:cubicBezTo>
                    <a:pt x="274004" y="594016"/>
                    <a:pt x="275232" y="595110"/>
                    <a:pt x="302172" y="568171"/>
                  </a:cubicBezTo>
                  <a:cubicBezTo>
                    <a:pt x="308090" y="550416"/>
                    <a:pt x="309546" y="530478"/>
                    <a:pt x="319927" y="514905"/>
                  </a:cubicBezTo>
                  <a:cubicBezTo>
                    <a:pt x="325845" y="506027"/>
                    <a:pt x="333349" y="498022"/>
                    <a:pt x="337682" y="488272"/>
                  </a:cubicBezTo>
                  <a:cubicBezTo>
                    <a:pt x="345283" y="471169"/>
                    <a:pt x="355438" y="435006"/>
                    <a:pt x="355438" y="435006"/>
                  </a:cubicBezTo>
                  <a:cubicBezTo>
                    <a:pt x="352479" y="408373"/>
                    <a:pt x="350966" y="381539"/>
                    <a:pt x="346560" y="355107"/>
                  </a:cubicBezTo>
                  <a:cubicBezTo>
                    <a:pt x="340982" y="321637"/>
                    <a:pt x="335264" y="332514"/>
                    <a:pt x="319927" y="301841"/>
                  </a:cubicBezTo>
                  <a:cubicBezTo>
                    <a:pt x="315742" y="293471"/>
                    <a:pt x="315234" y="283578"/>
                    <a:pt x="311049" y="275208"/>
                  </a:cubicBezTo>
                  <a:cubicBezTo>
                    <a:pt x="306277" y="265665"/>
                    <a:pt x="298066" y="258118"/>
                    <a:pt x="293294" y="248575"/>
                  </a:cubicBezTo>
                  <a:cubicBezTo>
                    <a:pt x="289109" y="240205"/>
                    <a:pt x="288601" y="230312"/>
                    <a:pt x="284416" y="221942"/>
                  </a:cubicBezTo>
                  <a:cubicBezTo>
                    <a:pt x="279644" y="212399"/>
                    <a:pt x="271433" y="204852"/>
                    <a:pt x="266661" y="195309"/>
                  </a:cubicBezTo>
                  <a:cubicBezTo>
                    <a:pt x="262476" y="186939"/>
                    <a:pt x="261142" y="177410"/>
                    <a:pt x="257783" y="168676"/>
                  </a:cubicBezTo>
                  <a:cubicBezTo>
                    <a:pt x="246342" y="138929"/>
                    <a:pt x="237898" y="107678"/>
                    <a:pt x="222273" y="79899"/>
                  </a:cubicBezTo>
                  <a:cubicBezTo>
                    <a:pt x="210942" y="59755"/>
                    <a:pt x="195063" y="42094"/>
                    <a:pt x="177884" y="26633"/>
                  </a:cubicBezTo>
                  <a:cubicBezTo>
                    <a:pt x="165058" y="15090"/>
                    <a:pt x="133496" y="0"/>
                    <a:pt x="133496" y="0"/>
                  </a:cubicBezTo>
                </a:path>
              </a:pathLst>
            </a:custGeom>
            <a:noFill/>
            <a:ln w="101600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5256947F-94FC-EE7B-FFB7-8BDF831292A9}"/>
                </a:ext>
              </a:extLst>
            </p:cNvPr>
            <p:cNvSpPr/>
            <p:nvPr/>
          </p:nvSpPr>
          <p:spPr>
            <a:xfrm flipH="1">
              <a:off x="13464253" y="6268667"/>
              <a:ext cx="2656675" cy="4688530"/>
            </a:xfrm>
            <a:custGeom>
              <a:avLst/>
              <a:gdLst>
                <a:gd name="connsiteX0" fmla="*/ 0 w 2497903"/>
                <a:gd name="connsiteY0" fmla="*/ 0 h 4850780"/>
                <a:gd name="connsiteX1" fmla="*/ 66907 w 2497903"/>
                <a:gd name="connsiteY1" fmla="*/ 78058 h 4850780"/>
                <a:gd name="connsiteX2" fmla="*/ 122663 w 2497903"/>
                <a:gd name="connsiteY2" fmla="*/ 133814 h 4850780"/>
                <a:gd name="connsiteX3" fmla="*/ 167268 w 2497903"/>
                <a:gd name="connsiteY3" fmla="*/ 200722 h 4850780"/>
                <a:gd name="connsiteX4" fmla="*/ 178420 w 2497903"/>
                <a:gd name="connsiteY4" fmla="*/ 245326 h 4850780"/>
                <a:gd name="connsiteX5" fmla="*/ 200722 w 2497903"/>
                <a:gd name="connsiteY5" fmla="*/ 278780 h 4850780"/>
                <a:gd name="connsiteX6" fmla="*/ 223024 w 2497903"/>
                <a:gd name="connsiteY6" fmla="*/ 323385 h 4850780"/>
                <a:gd name="connsiteX7" fmla="*/ 234176 w 2497903"/>
                <a:gd name="connsiteY7" fmla="*/ 367990 h 4850780"/>
                <a:gd name="connsiteX8" fmla="*/ 267629 w 2497903"/>
                <a:gd name="connsiteY8" fmla="*/ 446048 h 4850780"/>
                <a:gd name="connsiteX9" fmla="*/ 278781 w 2497903"/>
                <a:gd name="connsiteY9" fmla="*/ 490653 h 4850780"/>
                <a:gd name="connsiteX10" fmla="*/ 301083 w 2497903"/>
                <a:gd name="connsiteY10" fmla="*/ 524107 h 4850780"/>
                <a:gd name="connsiteX11" fmla="*/ 323385 w 2497903"/>
                <a:gd name="connsiteY11" fmla="*/ 579863 h 4850780"/>
                <a:gd name="connsiteX12" fmla="*/ 334537 w 2497903"/>
                <a:gd name="connsiteY12" fmla="*/ 613317 h 4850780"/>
                <a:gd name="connsiteX13" fmla="*/ 356839 w 2497903"/>
                <a:gd name="connsiteY13" fmla="*/ 646770 h 4850780"/>
                <a:gd name="connsiteX14" fmla="*/ 379141 w 2497903"/>
                <a:gd name="connsiteY14" fmla="*/ 691375 h 4850780"/>
                <a:gd name="connsiteX15" fmla="*/ 401444 w 2497903"/>
                <a:gd name="connsiteY15" fmla="*/ 724829 h 4850780"/>
                <a:gd name="connsiteX16" fmla="*/ 423746 w 2497903"/>
                <a:gd name="connsiteY16" fmla="*/ 769434 h 4850780"/>
                <a:gd name="connsiteX17" fmla="*/ 468351 w 2497903"/>
                <a:gd name="connsiteY17" fmla="*/ 825190 h 4850780"/>
                <a:gd name="connsiteX18" fmla="*/ 479502 w 2497903"/>
                <a:gd name="connsiteY18" fmla="*/ 858644 h 4850780"/>
                <a:gd name="connsiteX19" fmla="*/ 535259 w 2497903"/>
                <a:gd name="connsiteY19" fmla="*/ 925551 h 4850780"/>
                <a:gd name="connsiteX20" fmla="*/ 591015 w 2497903"/>
                <a:gd name="connsiteY20" fmla="*/ 992458 h 4850780"/>
                <a:gd name="connsiteX21" fmla="*/ 669073 w 2497903"/>
                <a:gd name="connsiteY21" fmla="*/ 1092819 h 4850780"/>
                <a:gd name="connsiteX22" fmla="*/ 669073 w 2497903"/>
                <a:gd name="connsiteY22" fmla="*/ 1092819 h 4850780"/>
                <a:gd name="connsiteX23" fmla="*/ 735981 w 2497903"/>
                <a:gd name="connsiteY23" fmla="*/ 1193180 h 4850780"/>
                <a:gd name="connsiteX24" fmla="*/ 758283 w 2497903"/>
                <a:gd name="connsiteY24" fmla="*/ 1226634 h 4850780"/>
                <a:gd name="connsiteX25" fmla="*/ 802888 w 2497903"/>
                <a:gd name="connsiteY25" fmla="*/ 1304692 h 4850780"/>
                <a:gd name="connsiteX26" fmla="*/ 836341 w 2497903"/>
                <a:gd name="connsiteY26" fmla="*/ 1371600 h 4850780"/>
                <a:gd name="connsiteX27" fmla="*/ 869795 w 2497903"/>
                <a:gd name="connsiteY27" fmla="*/ 1471961 h 4850780"/>
                <a:gd name="connsiteX28" fmla="*/ 880946 w 2497903"/>
                <a:gd name="connsiteY28" fmla="*/ 1505414 h 4850780"/>
                <a:gd name="connsiteX29" fmla="*/ 892098 w 2497903"/>
                <a:gd name="connsiteY29" fmla="*/ 1538868 h 4850780"/>
                <a:gd name="connsiteX30" fmla="*/ 914400 w 2497903"/>
                <a:gd name="connsiteY30" fmla="*/ 1683834 h 4850780"/>
                <a:gd name="connsiteX31" fmla="*/ 947854 w 2497903"/>
                <a:gd name="connsiteY31" fmla="*/ 1784195 h 4850780"/>
                <a:gd name="connsiteX32" fmla="*/ 981307 w 2497903"/>
                <a:gd name="connsiteY32" fmla="*/ 1884556 h 4850780"/>
                <a:gd name="connsiteX33" fmla="*/ 1070517 w 2497903"/>
                <a:gd name="connsiteY33" fmla="*/ 2118731 h 4850780"/>
                <a:gd name="connsiteX34" fmla="*/ 1427356 w 2497903"/>
                <a:gd name="connsiteY34" fmla="*/ 2843561 h 4850780"/>
                <a:gd name="connsiteX35" fmla="*/ 1750741 w 2497903"/>
                <a:gd name="connsiteY35" fmla="*/ 3200400 h 4850780"/>
                <a:gd name="connsiteX36" fmla="*/ 1839951 w 2497903"/>
                <a:gd name="connsiteY36" fmla="*/ 3445726 h 4850780"/>
                <a:gd name="connsiteX37" fmla="*/ 1962615 w 2497903"/>
                <a:gd name="connsiteY37" fmla="*/ 3802566 h 4850780"/>
                <a:gd name="connsiteX38" fmla="*/ 2029522 w 2497903"/>
                <a:gd name="connsiteY38" fmla="*/ 3947531 h 4850780"/>
                <a:gd name="connsiteX39" fmla="*/ 2074127 w 2497903"/>
                <a:gd name="connsiteY39" fmla="*/ 4047892 h 4850780"/>
                <a:gd name="connsiteX40" fmla="*/ 2118732 w 2497903"/>
                <a:gd name="connsiteY40" fmla="*/ 4148253 h 4850780"/>
                <a:gd name="connsiteX41" fmla="*/ 2152185 w 2497903"/>
                <a:gd name="connsiteY41" fmla="*/ 4215161 h 4850780"/>
                <a:gd name="connsiteX42" fmla="*/ 2174488 w 2497903"/>
                <a:gd name="connsiteY42" fmla="*/ 4293219 h 4850780"/>
                <a:gd name="connsiteX43" fmla="*/ 2219093 w 2497903"/>
                <a:gd name="connsiteY43" fmla="*/ 4371278 h 4850780"/>
                <a:gd name="connsiteX44" fmla="*/ 2241395 w 2497903"/>
                <a:gd name="connsiteY44" fmla="*/ 4438185 h 4850780"/>
                <a:gd name="connsiteX45" fmla="*/ 2252546 w 2497903"/>
                <a:gd name="connsiteY45" fmla="*/ 4471639 h 4850780"/>
                <a:gd name="connsiteX46" fmla="*/ 2297151 w 2497903"/>
                <a:gd name="connsiteY46" fmla="*/ 4516244 h 4850780"/>
                <a:gd name="connsiteX47" fmla="*/ 2319454 w 2497903"/>
                <a:gd name="connsiteY47" fmla="*/ 4538546 h 4850780"/>
                <a:gd name="connsiteX48" fmla="*/ 2341756 w 2497903"/>
                <a:gd name="connsiteY48" fmla="*/ 4572000 h 4850780"/>
                <a:gd name="connsiteX49" fmla="*/ 2386361 w 2497903"/>
                <a:gd name="connsiteY49" fmla="*/ 4616605 h 4850780"/>
                <a:gd name="connsiteX50" fmla="*/ 2430966 w 2497903"/>
                <a:gd name="connsiteY50" fmla="*/ 4672361 h 4850780"/>
                <a:gd name="connsiteX51" fmla="*/ 2442117 w 2497903"/>
                <a:gd name="connsiteY51" fmla="*/ 4705814 h 4850780"/>
                <a:gd name="connsiteX52" fmla="*/ 2464420 w 2497903"/>
                <a:gd name="connsiteY52" fmla="*/ 4739268 h 4850780"/>
                <a:gd name="connsiteX53" fmla="*/ 2486722 w 2497903"/>
                <a:gd name="connsiteY53" fmla="*/ 4806175 h 4850780"/>
                <a:gd name="connsiteX54" fmla="*/ 2497873 w 2497903"/>
                <a:gd name="connsiteY54" fmla="*/ 4850780 h 485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497903" h="4850780">
                  <a:moveTo>
                    <a:pt x="0" y="0"/>
                  </a:moveTo>
                  <a:cubicBezTo>
                    <a:pt x="22302" y="26019"/>
                    <a:pt x="43750" y="52796"/>
                    <a:pt x="66907" y="78058"/>
                  </a:cubicBezTo>
                  <a:cubicBezTo>
                    <a:pt x="84668" y="97433"/>
                    <a:pt x="110908" y="110305"/>
                    <a:pt x="122663" y="133814"/>
                  </a:cubicBezTo>
                  <a:cubicBezTo>
                    <a:pt x="149668" y="187823"/>
                    <a:pt x="133212" y="166664"/>
                    <a:pt x="167268" y="200722"/>
                  </a:cubicBezTo>
                  <a:cubicBezTo>
                    <a:pt x="170985" y="215590"/>
                    <a:pt x="172383" y="231240"/>
                    <a:pt x="178420" y="245326"/>
                  </a:cubicBezTo>
                  <a:cubicBezTo>
                    <a:pt x="183699" y="257644"/>
                    <a:pt x="194073" y="267144"/>
                    <a:pt x="200722" y="278780"/>
                  </a:cubicBezTo>
                  <a:cubicBezTo>
                    <a:pt x="208969" y="293213"/>
                    <a:pt x="217187" y="307820"/>
                    <a:pt x="223024" y="323385"/>
                  </a:cubicBezTo>
                  <a:cubicBezTo>
                    <a:pt x="228405" y="337735"/>
                    <a:pt x="228795" y="353640"/>
                    <a:pt x="234176" y="367990"/>
                  </a:cubicBezTo>
                  <a:cubicBezTo>
                    <a:pt x="269861" y="463148"/>
                    <a:pt x="245475" y="368513"/>
                    <a:pt x="267629" y="446048"/>
                  </a:cubicBezTo>
                  <a:cubicBezTo>
                    <a:pt x="271839" y="460784"/>
                    <a:pt x="272744" y="476566"/>
                    <a:pt x="278781" y="490653"/>
                  </a:cubicBezTo>
                  <a:cubicBezTo>
                    <a:pt x="284060" y="502971"/>
                    <a:pt x="295090" y="512120"/>
                    <a:pt x="301083" y="524107"/>
                  </a:cubicBezTo>
                  <a:cubicBezTo>
                    <a:pt x="310035" y="542011"/>
                    <a:pt x="316357" y="561121"/>
                    <a:pt x="323385" y="579863"/>
                  </a:cubicBezTo>
                  <a:cubicBezTo>
                    <a:pt x="327512" y="590869"/>
                    <a:pt x="329280" y="602803"/>
                    <a:pt x="334537" y="613317"/>
                  </a:cubicBezTo>
                  <a:cubicBezTo>
                    <a:pt x="340531" y="625304"/>
                    <a:pt x="350190" y="635134"/>
                    <a:pt x="356839" y="646770"/>
                  </a:cubicBezTo>
                  <a:cubicBezTo>
                    <a:pt x="365086" y="661203"/>
                    <a:pt x="370894" y="676942"/>
                    <a:pt x="379141" y="691375"/>
                  </a:cubicBezTo>
                  <a:cubicBezTo>
                    <a:pt x="385790" y="703011"/>
                    <a:pt x="394795" y="713193"/>
                    <a:pt x="401444" y="724829"/>
                  </a:cubicBezTo>
                  <a:cubicBezTo>
                    <a:pt x="409691" y="739262"/>
                    <a:pt x="414525" y="755603"/>
                    <a:pt x="423746" y="769434"/>
                  </a:cubicBezTo>
                  <a:cubicBezTo>
                    <a:pt x="436948" y="789238"/>
                    <a:pt x="453483" y="806605"/>
                    <a:pt x="468351" y="825190"/>
                  </a:cubicBezTo>
                  <a:cubicBezTo>
                    <a:pt x="472068" y="836341"/>
                    <a:pt x="473670" y="848438"/>
                    <a:pt x="479502" y="858644"/>
                  </a:cubicBezTo>
                  <a:cubicBezTo>
                    <a:pt x="511925" y="915383"/>
                    <a:pt x="503966" y="887999"/>
                    <a:pt x="535259" y="925551"/>
                  </a:cubicBezTo>
                  <a:cubicBezTo>
                    <a:pt x="601523" y="1005068"/>
                    <a:pt x="540578" y="942023"/>
                    <a:pt x="591015" y="992458"/>
                  </a:cubicBezTo>
                  <a:cubicBezTo>
                    <a:pt x="625071" y="1060572"/>
                    <a:pt x="601563" y="1025309"/>
                    <a:pt x="669073" y="1092819"/>
                  </a:cubicBezTo>
                  <a:lnTo>
                    <a:pt x="669073" y="1092819"/>
                  </a:lnTo>
                  <a:lnTo>
                    <a:pt x="735981" y="1193180"/>
                  </a:lnTo>
                  <a:cubicBezTo>
                    <a:pt x="743415" y="1204331"/>
                    <a:pt x="752290" y="1214647"/>
                    <a:pt x="758283" y="1226634"/>
                  </a:cubicBezTo>
                  <a:cubicBezTo>
                    <a:pt x="786578" y="1283226"/>
                    <a:pt x="771364" y="1257408"/>
                    <a:pt x="802888" y="1304692"/>
                  </a:cubicBezTo>
                  <a:cubicBezTo>
                    <a:pt x="843551" y="1426684"/>
                    <a:pt x="778702" y="1241914"/>
                    <a:pt x="836341" y="1371600"/>
                  </a:cubicBezTo>
                  <a:cubicBezTo>
                    <a:pt x="836348" y="1371615"/>
                    <a:pt x="864217" y="1455226"/>
                    <a:pt x="869795" y="1471961"/>
                  </a:cubicBezTo>
                  <a:lnTo>
                    <a:pt x="880946" y="1505414"/>
                  </a:lnTo>
                  <a:lnTo>
                    <a:pt x="892098" y="1538868"/>
                  </a:lnTo>
                  <a:cubicBezTo>
                    <a:pt x="894456" y="1555372"/>
                    <a:pt x="909243" y="1663206"/>
                    <a:pt x="914400" y="1683834"/>
                  </a:cubicBezTo>
                  <a:cubicBezTo>
                    <a:pt x="914407" y="1683861"/>
                    <a:pt x="942274" y="1767455"/>
                    <a:pt x="947854" y="1784195"/>
                  </a:cubicBezTo>
                  <a:lnTo>
                    <a:pt x="981307" y="1884556"/>
                  </a:lnTo>
                  <a:cubicBezTo>
                    <a:pt x="1007721" y="1963800"/>
                    <a:pt x="1038005" y="2041787"/>
                    <a:pt x="1070517" y="2118731"/>
                  </a:cubicBezTo>
                  <a:cubicBezTo>
                    <a:pt x="1219066" y="2470296"/>
                    <a:pt x="1244059" y="2595570"/>
                    <a:pt x="1427356" y="2843561"/>
                  </a:cubicBezTo>
                  <a:cubicBezTo>
                    <a:pt x="1691747" y="3201267"/>
                    <a:pt x="1554019" y="3161053"/>
                    <a:pt x="1750741" y="3200400"/>
                  </a:cubicBezTo>
                  <a:cubicBezTo>
                    <a:pt x="1776034" y="3352147"/>
                    <a:pt x="1742873" y="3186850"/>
                    <a:pt x="1839951" y="3445726"/>
                  </a:cubicBezTo>
                  <a:cubicBezTo>
                    <a:pt x="1884115" y="3563496"/>
                    <a:pt x="1918165" y="3684904"/>
                    <a:pt x="1962615" y="3802566"/>
                  </a:cubicBezTo>
                  <a:cubicBezTo>
                    <a:pt x="1981423" y="3852352"/>
                    <a:pt x="2008870" y="3898481"/>
                    <a:pt x="2029522" y="3947531"/>
                  </a:cubicBezTo>
                  <a:cubicBezTo>
                    <a:pt x="2075019" y="4055588"/>
                    <a:pt x="2027976" y="3978668"/>
                    <a:pt x="2074127" y="4047892"/>
                  </a:cubicBezTo>
                  <a:cubicBezTo>
                    <a:pt x="2100667" y="4127514"/>
                    <a:pt x="2083388" y="4095240"/>
                    <a:pt x="2118732" y="4148253"/>
                  </a:cubicBezTo>
                  <a:cubicBezTo>
                    <a:pt x="2146233" y="4258260"/>
                    <a:pt x="2109579" y="4144152"/>
                    <a:pt x="2152185" y="4215161"/>
                  </a:cubicBezTo>
                  <a:cubicBezTo>
                    <a:pt x="2161175" y="4230145"/>
                    <a:pt x="2169624" y="4280249"/>
                    <a:pt x="2174488" y="4293219"/>
                  </a:cubicBezTo>
                  <a:cubicBezTo>
                    <a:pt x="2186615" y="4325560"/>
                    <a:pt x="2200604" y="4343545"/>
                    <a:pt x="2219093" y="4371278"/>
                  </a:cubicBezTo>
                  <a:lnTo>
                    <a:pt x="2241395" y="4438185"/>
                  </a:lnTo>
                  <a:cubicBezTo>
                    <a:pt x="2245112" y="4449336"/>
                    <a:pt x="2244234" y="4463327"/>
                    <a:pt x="2252546" y="4471639"/>
                  </a:cubicBezTo>
                  <a:lnTo>
                    <a:pt x="2297151" y="4516244"/>
                  </a:lnTo>
                  <a:cubicBezTo>
                    <a:pt x="2304585" y="4523678"/>
                    <a:pt x="2313622" y="4529798"/>
                    <a:pt x="2319454" y="4538546"/>
                  </a:cubicBezTo>
                  <a:cubicBezTo>
                    <a:pt x="2326888" y="4549697"/>
                    <a:pt x="2333034" y="4561824"/>
                    <a:pt x="2341756" y="4572000"/>
                  </a:cubicBezTo>
                  <a:cubicBezTo>
                    <a:pt x="2355440" y="4587965"/>
                    <a:pt x="2374697" y="4599109"/>
                    <a:pt x="2386361" y="4616605"/>
                  </a:cubicBezTo>
                  <a:cubicBezTo>
                    <a:pt x="2414495" y="4658806"/>
                    <a:pt x="2399186" y="4640581"/>
                    <a:pt x="2430966" y="4672361"/>
                  </a:cubicBezTo>
                  <a:cubicBezTo>
                    <a:pt x="2434683" y="4683512"/>
                    <a:pt x="2436860" y="4695301"/>
                    <a:pt x="2442117" y="4705814"/>
                  </a:cubicBezTo>
                  <a:cubicBezTo>
                    <a:pt x="2448111" y="4717801"/>
                    <a:pt x="2458977" y="4727021"/>
                    <a:pt x="2464420" y="4739268"/>
                  </a:cubicBezTo>
                  <a:cubicBezTo>
                    <a:pt x="2473968" y="4760751"/>
                    <a:pt x="2479288" y="4783873"/>
                    <a:pt x="2486722" y="4806175"/>
                  </a:cubicBezTo>
                  <a:cubicBezTo>
                    <a:pt x="2499048" y="4843155"/>
                    <a:pt x="2497873" y="4827875"/>
                    <a:pt x="2497873" y="4850780"/>
                  </a:cubicBezTo>
                </a:path>
              </a:pathLst>
            </a:custGeom>
            <a:noFill/>
            <a:ln w="101600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40B4E3BE-B8EB-64A0-9CB2-1D3C9E246BC9}"/>
                </a:ext>
              </a:extLst>
            </p:cNvPr>
            <p:cNvSpPr/>
            <p:nvPr/>
          </p:nvSpPr>
          <p:spPr>
            <a:xfrm flipH="1">
              <a:off x="16093312" y="6169891"/>
              <a:ext cx="802453" cy="1404470"/>
            </a:xfrm>
            <a:custGeom>
              <a:avLst/>
              <a:gdLst>
                <a:gd name="connsiteX0" fmla="*/ 0 w 769434"/>
                <a:gd name="connsiteY0" fmla="*/ 1650470 h 1650470"/>
                <a:gd name="connsiteX1" fmla="*/ 11151 w 769434"/>
                <a:gd name="connsiteY1" fmla="*/ 1338236 h 1650470"/>
                <a:gd name="connsiteX2" fmla="*/ 89210 w 769434"/>
                <a:gd name="connsiteY2" fmla="*/ 1226724 h 1650470"/>
                <a:gd name="connsiteX3" fmla="*/ 122664 w 769434"/>
                <a:gd name="connsiteY3" fmla="*/ 1204421 h 1650470"/>
                <a:gd name="connsiteX4" fmla="*/ 144966 w 769434"/>
                <a:gd name="connsiteY4" fmla="*/ 1170968 h 1650470"/>
                <a:gd name="connsiteX5" fmla="*/ 223024 w 769434"/>
                <a:gd name="connsiteY5" fmla="*/ 1126363 h 1650470"/>
                <a:gd name="connsiteX6" fmla="*/ 278781 w 769434"/>
                <a:gd name="connsiteY6" fmla="*/ 1070607 h 1650470"/>
                <a:gd name="connsiteX7" fmla="*/ 345688 w 769434"/>
                <a:gd name="connsiteY7" fmla="*/ 1014851 h 1650470"/>
                <a:gd name="connsiteX8" fmla="*/ 367990 w 769434"/>
                <a:gd name="connsiteY8" fmla="*/ 981397 h 1650470"/>
                <a:gd name="connsiteX9" fmla="*/ 446049 w 769434"/>
                <a:gd name="connsiteY9" fmla="*/ 892187 h 1650470"/>
                <a:gd name="connsiteX10" fmla="*/ 468351 w 769434"/>
                <a:gd name="connsiteY10" fmla="*/ 847582 h 1650470"/>
                <a:gd name="connsiteX11" fmla="*/ 524107 w 769434"/>
                <a:gd name="connsiteY11" fmla="*/ 769524 h 1650470"/>
                <a:gd name="connsiteX12" fmla="*/ 535259 w 769434"/>
                <a:gd name="connsiteY12" fmla="*/ 724919 h 1650470"/>
                <a:gd name="connsiteX13" fmla="*/ 557561 w 769434"/>
                <a:gd name="connsiteY13" fmla="*/ 669163 h 1650470"/>
                <a:gd name="connsiteX14" fmla="*/ 591015 w 769434"/>
                <a:gd name="connsiteY14" fmla="*/ 591104 h 1650470"/>
                <a:gd name="connsiteX15" fmla="*/ 602166 w 769434"/>
                <a:gd name="connsiteY15" fmla="*/ 546500 h 1650470"/>
                <a:gd name="connsiteX16" fmla="*/ 635620 w 769434"/>
                <a:gd name="connsiteY16" fmla="*/ 401534 h 1650470"/>
                <a:gd name="connsiteX17" fmla="*/ 646771 w 769434"/>
                <a:gd name="connsiteY17" fmla="*/ 368080 h 1650470"/>
                <a:gd name="connsiteX18" fmla="*/ 669073 w 769434"/>
                <a:gd name="connsiteY18" fmla="*/ 323475 h 1650470"/>
                <a:gd name="connsiteX19" fmla="*/ 680224 w 769434"/>
                <a:gd name="connsiteY19" fmla="*/ 290021 h 1650470"/>
                <a:gd name="connsiteX20" fmla="*/ 691376 w 769434"/>
                <a:gd name="connsiteY20" fmla="*/ 245417 h 1650470"/>
                <a:gd name="connsiteX21" fmla="*/ 713678 w 769434"/>
                <a:gd name="connsiteY21" fmla="*/ 211963 h 1650470"/>
                <a:gd name="connsiteX22" fmla="*/ 724829 w 769434"/>
                <a:gd name="connsiteY22" fmla="*/ 178509 h 1650470"/>
                <a:gd name="connsiteX23" fmla="*/ 747132 w 769434"/>
                <a:gd name="connsiteY23" fmla="*/ 33543 h 1650470"/>
                <a:gd name="connsiteX24" fmla="*/ 769434 w 769434"/>
                <a:gd name="connsiteY24" fmla="*/ 90 h 1650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69434" h="1650470">
                  <a:moveTo>
                    <a:pt x="0" y="1650470"/>
                  </a:moveTo>
                  <a:cubicBezTo>
                    <a:pt x="3717" y="1546392"/>
                    <a:pt x="-4001" y="1441272"/>
                    <a:pt x="11151" y="1338236"/>
                  </a:cubicBezTo>
                  <a:cubicBezTo>
                    <a:pt x="11779" y="1333965"/>
                    <a:pt x="77314" y="1238620"/>
                    <a:pt x="89210" y="1226724"/>
                  </a:cubicBezTo>
                  <a:cubicBezTo>
                    <a:pt x="98687" y="1217247"/>
                    <a:pt x="111513" y="1211855"/>
                    <a:pt x="122664" y="1204421"/>
                  </a:cubicBezTo>
                  <a:cubicBezTo>
                    <a:pt x="130098" y="1193270"/>
                    <a:pt x="135489" y="1180445"/>
                    <a:pt x="144966" y="1170968"/>
                  </a:cubicBezTo>
                  <a:cubicBezTo>
                    <a:pt x="160729" y="1155205"/>
                    <a:pt x="205530" y="1135110"/>
                    <a:pt x="223024" y="1126363"/>
                  </a:cubicBezTo>
                  <a:cubicBezTo>
                    <a:pt x="263915" y="1065028"/>
                    <a:pt x="223022" y="1117073"/>
                    <a:pt x="278781" y="1070607"/>
                  </a:cubicBezTo>
                  <a:cubicBezTo>
                    <a:pt x="364641" y="999056"/>
                    <a:pt x="262628" y="1070223"/>
                    <a:pt x="345688" y="1014851"/>
                  </a:cubicBezTo>
                  <a:cubicBezTo>
                    <a:pt x="353122" y="1003700"/>
                    <a:pt x="359410" y="991693"/>
                    <a:pt x="367990" y="981397"/>
                  </a:cubicBezTo>
                  <a:cubicBezTo>
                    <a:pt x="421728" y="916910"/>
                    <a:pt x="386379" y="981693"/>
                    <a:pt x="446049" y="892187"/>
                  </a:cubicBezTo>
                  <a:cubicBezTo>
                    <a:pt x="455270" y="878356"/>
                    <a:pt x="460104" y="862015"/>
                    <a:pt x="468351" y="847582"/>
                  </a:cubicBezTo>
                  <a:cubicBezTo>
                    <a:pt x="481390" y="824764"/>
                    <a:pt x="509757" y="788658"/>
                    <a:pt x="524107" y="769524"/>
                  </a:cubicBezTo>
                  <a:cubicBezTo>
                    <a:pt x="527824" y="754656"/>
                    <a:pt x="530412" y="739458"/>
                    <a:pt x="535259" y="724919"/>
                  </a:cubicBezTo>
                  <a:cubicBezTo>
                    <a:pt x="541589" y="705929"/>
                    <a:pt x="550533" y="687906"/>
                    <a:pt x="557561" y="669163"/>
                  </a:cubicBezTo>
                  <a:cubicBezTo>
                    <a:pt x="582172" y="603532"/>
                    <a:pt x="551854" y="669424"/>
                    <a:pt x="591015" y="591104"/>
                  </a:cubicBezTo>
                  <a:cubicBezTo>
                    <a:pt x="594732" y="576236"/>
                    <a:pt x="598841" y="561461"/>
                    <a:pt x="602166" y="546500"/>
                  </a:cubicBezTo>
                  <a:cubicBezTo>
                    <a:pt x="613963" y="493413"/>
                    <a:pt x="617396" y="456207"/>
                    <a:pt x="635620" y="401534"/>
                  </a:cubicBezTo>
                  <a:cubicBezTo>
                    <a:pt x="639337" y="390383"/>
                    <a:pt x="642141" y="378884"/>
                    <a:pt x="646771" y="368080"/>
                  </a:cubicBezTo>
                  <a:cubicBezTo>
                    <a:pt x="653319" y="352801"/>
                    <a:pt x="662525" y="338754"/>
                    <a:pt x="669073" y="323475"/>
                  </a:cubicBezTo>
                  <a:cubicBezTo>
                    <a:pt x="673703" y="312671"/>
                    <a:pt x="676995" y="301323"/>
                    <a:pt x="680224" y="290021"/>
                  </a:cubicBezTo>
                  <a:cubicBezTo>
                    <a:pt x="684434" y="275285"/>
                    <a:pt x="685339" y="259503"/>
                    <a:pt x="691376" y="245417"/>
                  </a:cubicBezTo>
                  <a:cubicBezTo>
                    <a:pt x="696655" y="233099"/>
                    <a:pt x="707685" y="223950"/>
                    <a:pt x="713678" y="211963"/>
                  </a:cubicBezTo>
                  <a:cubicBezTo>
                    <a:pt x="718935" y="201449"/>
                    <a:pt x="721112" y="189660"/>
                    <a:pt x="724829" y="178509"/>
                  </a:cubicBezTo>
                  <a:cubicBezTo>
                    <a:pt x="733816" y="97628"/>
                    <a:pt x="729574" y="94998"/>
                    <a:pt x="747132" y="33543"/>
                  </a:cubicBezTo>
                  <a:cubicBezTo>
                    <a:pt x="757697" y="-3436"/>
                    <a:pt x="747086" y="90"/>
                    <a:pt x="769434" y="90"/>
                  </a:cubicBezTo>
                </a:path>
              </a:pathLst>
            </a:custGeom>
            <a:noFill/>
            <a:ln w="101600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1C8B9A97-3000-517B-E3B4-ABD686575A7D}"/>
                </a:ext>
              </a:extLst>
            </p:cNvPr>
            <p:cNvSpPr/>
            <p:nvPr/>
          </p:nvSpPr>
          <p:spPr>
            <a:xfrm flipH="1">
              <a:off x="15067828" y="7657094"/>
              <a:ext cx="1773869" cy="3295827"/>
            </a:xfrm>
            <a:custGeom>
              <a:avLst/>
              <a:gdLst>
                <a:gd name="connsiteX0" fmla="*/ 1768642 w 1768642"/>
                <a:gd name="connsiteY0" fmla="*/ 3320716 h 3320716"/>
                <a:gd name="connsiteX1" fmla="*/ 1118937 w 1768642"/>
                <a:gd name="connsiteY1" fmla="*/ 2466474 h 3320716"/>
                <a:gd name="connsiteX2" fmla="*/ 1058779 w 1768642"/>
                <a:gd name="connsiteY2" fmla="*/ 2358190 h 3320716"/>
                <a:gd name="connsiteX3" fmla="*/ 1022684 w 1768642"/>
                <a:gd name="connsiteY3" fmla="*/ 2237874 h 3320716"/>
                <a:gd name="connsiteX4" fmla="*/ 1010653 w 1768642"/>
                <a:gd name="connsiteY4" fmla="*/ 2201779 h 3320716"/>
                <a:gd name="connsiteX5" fmla="*/ 986590 w 1768642"/>
                <a:gd name="connsiteY5" fmla="*/ 1864895 h 3320716"/>
                <a:gd name="connsiteX6" fmla="*/ 974558 w 1768642"/>
                <a:gd name="connsiteY6" fmla="*/ 1804737 h 3320716"/>
                <a:gd name="connsiteX7" fmla="*/ 938463 w 1768642"/>
                <a:gd name="connsiteY7" fmla="*/ 1684421 h 3320716"/>
                <a:gd name="connsiteX8" fmla="*/ 914400 w 1768642"/>
                <a:gd name="connsiteY8" fmla="*/ 1612232 h 3320716"/>
                <a:gd name="connsiteX9" fmla="*/ 890337 w 1768642"/>
                <a:gd name="connsiteY9" fmla="*/ 1564106 h 3320716"/>
                <a:gd name="connsiteX10" fmla="*/ 866274 w 1768642"/>
                <a:gd name="connsiteY10" fmla="*/ 1491916 h 3320716"/>
                <a:gd name="connsiteX11" fmla="*/ 854242 w 1768642"/>
                <a:gd name="connsiteY11" fmla="*/ 1455821 h 3320716"/>
                <a:gd name="connsiteX12" fmla="*/ 830179 w 1768642"/>
                <a:gd name="connsiteY12" fmla="*/ 1419727 h 3320716"/>
                <a:gd name="connsiteX13" fmla="*/ 770021 w 1768642"/>
                <a:gd name="connsiteY13" fmla="*/ 1311442 h 3320716"/>
                <a:gd name="connsiteX14" fmla="*/ 745958 w 1768642"/>
                <a:gd name="connsiteY14" fmla="*/ 1275348 h 3320716"/>
                <a:gd name="connsiteX15" fmla="*/ 721895 w 1768642"/>
                <a:gd name="connsiteY15" fmla="*/ 1239253 h 3320716"/>
                <a:gd name="connsiteX16" fmla="*/ 613611 w 1768642"/>
                <a:gd name="connsiteY16" fmla="*/ 1143000 h 3320716"/>
                <a:gd name="connsiteX17" fmla="*/ 589548 w 1768642"/>
                <a:gd name="connsiteY17" fmla="*/ 1106906 h 3320716"/>
                <a:gd name="connsiteX18" fmla="*/ 529390 w 1768642"/>
                <a:gd name="connsiteY18" fmla="*/ 1046748 h 3320716"/>
                <a:gd name="connsiteX19" fmla="*/ 505326 w 1768642"/>
                <a:gd name="connsiteY19" fmla="*/ 1010653 h 3320716"/>
                <a:gd name="connsiteX20" fmla="*/ 469232 w 1768642"/>
                <a:gd name="connsiteY20" fmla="*/ 974558 h 3320716"/>
                <a:gd name="connsiteX21" fmla="*/ 421105 w 1768642"/>
                <a:gd name="connsiteY21" fmla="*/ 902369 h 3320716"/>
                <a:gd name="connsiteX22" fmla="*/ 397042 w 1768642"/>
                <a:gd name="connsiteY22" fmla="*/ 866274 h 3320716"/>
                <a:gd name="connsiteX23" fmla="*/ 360948 w 1768642"/>
                <a:gd name="connsiteY23" fmla="*/ 830179 h 3320716"/>
                <a:gd name="connsiteX24" fmla="*/ 312821 w 1768642"/>
                <a:gd name="connsiteY24" fmla="*/ 757990 h 3320716"/>
                <a:gd name="connsiteX25" fmla="*/ 276726 w 1768642"/>
                <a:gd name="connsiteY25" fmla="*/ 697832 h 3320716"/>
                <a:gd name="connsiteX26" fmla="*/ 240632 w 1768642"/>
                <a:gd name="connsiteY26" fmla="*/ 625642 h 3320716"/>
                <a:gd name="connsiteX27" fmla="*/ 216569 w 1768642"/>
                <a:gd name="connsiteY27" fmla="*/ 553453 h 3320716"/>
                <a:gd name="connsiteX28" fmla="*/ 192505 w 1768642"/>
                <a:gd name="connsiteY28" fmla="*/ 481263 h 3320716"/>
                <a:gd name="connsiteX29" fmla="*/ 168442 w 1768642"/>
                <a:gd name="connsiteY29" fmla="*/ 409074 h 3320716"/>
                <a:gd name="connsiteX30" fmla="*/ 156411 w 1768642"/>
                <a:gd name="connsiteY30" fmla="*/ 372979 h 3320716"/>
                <a:gd name="connsiteX31" fmla="*/ 108284 w 1768642"/>
                <a:gd name="connsiteY31" fmla="*/ 180474 h 3320716"/>
                <a:gd name="connsiteX32" fmla="*/ 36095 w 1768642"/>
                <a:gd name="connsiteY32" fmla="*/ 72190 h 3320716"/>
                <a:gd name="connsiteX33" fmla="*/ 12032 w 1768642"/>
                <a:gd name="connsiteY33" fmla="*/ 36095 h 3320716"/>
                <a:gd name="connsiteX34" fmla="*/ 0 w 1768642"/>
                <a:gd name="connsiteY34" fmla="*/ 0 h 332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768642" h="3320716">
                  <a:moveTo>
                    <a:pt x="1768642" y="3320716"/>
                  </a:moveTo>
                  <a:cubicBezTo>
                    <a:pt x="1552074" y="3035969"/>
                    <a:pt x="1292675" y="2779201"/>
                    <a:pt x="1118937" y="2466474"/>
                  </a:cubicBezTo>
                  <a:cubicBezTo>
                    <a:pt x="1098884" y="2430379"/>
                    <a:pt x="1076240" y="2395607"/>
                    <a:pt x="1058779" y="2358190"/>
                  </a:cubicBezTo>
                  <a:cubicBezTo>
                    <a:pt x="1037715" y="2313053"/>
                    <a:pt x="1035504" y="2282745"/>
                    <a:pt x="1022684" y="2237874"/>
                  </a:cubicBezTo>
                  <a:cubicBezTo>
                    <a:pt x="1019200" y="2225680"/>
                    <a:pt x="1014663" y="2213811"/>
                    <a:pt x="1010653" y="2201779"/>
                  </a:cubicBezTo>
                  <a:cubicBezTo>
                    <a:pt x="1007948" y="2161202"/>
                    <a:pt x="992139" y="1914835"/>
                    <a:pt x="986590" y="1864895"/>
                  </a:cubicBezTo>
                  <a:cubicBezTo>
                    <a:pt x="984332" y="1844570"/>
                    <a:pt x="978994" y="1824700"/>
                    <a:pt x="974558" y="1804737"/>
                  </a:cubicBezTo>
                  <a:cubicBezTo>
                    <a:pt x="962436" y="1750190"/>
                    <a:pt x="958456" y="1744401"/>
                    <a:pt x="938463" y="1684421"/>
                  </a:cubicBezTo>
                  <a:lnTo>
                    <a:pt x="914400" y="1612232"/>
                  </a:lnTo>
                  <a:cubicBezTo>
                    <a:pt x="906379" y="1596190"/>
                    <a:pt x="896998" y="1580759"/>
                    <a:pt x="890337" y="1564106"/>
                  </a:cubicBezTo>
                  <a:cubicBezTo>
                    <a:pt x="880917" y="1540555"/>
                    <a:pt x="874295" y="1515979"/>
                    <a:pt x="866274" y="1491916"/>
                  </a:cubicBezTo>
                  <a:cubicBezTo>
                    <a:pt x="862263" y="1479884"/>
                    <a:pt x="861277" y="1466373"/>
                    <a:pt x="854242" y="1455821"/>
                  </a:cubicBezTo>
                  <a:lnTo>
                    <a:pt x="830179" y="1419727"/>
                  </a:lnTo>
                  <a:cubicBezTo>
                    <a:pt x="809003" y="1356196"/>
                    <a:pt x="825183" y="1394184"/>
                    <a:pt x="770021" y="1311442"/>
                  </a:cubicBezTo>
                  <a:lnTo>
                    <a:pt x="745958" y="1275348"/>
                  </a:lnTo>
                  <a:cubicBezTo>
                    <a:pt x="737937" y="1263316"/>
                    <a:pt x="732120" y="1249478"/>
                    <a:pt x="721895" y="1239253"/>
                  </a:cubicBezTo>
                  <a:cubicBezTo>
                    <a:pt x="639480" y="1156838"/>
                    <a:pt x="678020" y="1185940"/>
                    <a:pt x="613611" y="1143000"/>
                  </a:cubicBezTo>
                  <a:cubicBezTo>
                    <a:pt x="605590" y="1130969"/>
                    <a:pt x="599070" y="1117788"/>
                    <a:pt x="589548" y="1106906"/>
                  </a:cubicBezTo>
                  <a:cubicBezTo>
                    <a:pt x="570874" y="1085564"/>
                    <a:pt x="545121" y="1070344"/>
                    <a:pt x="529390" y="1046748"/>
                  </a:cubicBezTo>
                  <a:cubicBezTo>
                    <a:pt x="521369" y="1034716"/>
                    <a:pt x="514583" y="1021762"/>
                    <a:pt x="505326" y="1010653"/>
                  </a:cubicBezTo>
                  <a:cubicBezTo>
                    <a:pt x="494433" y="997582"/>
                    <a:pt x="479678" y="987989"/>
                    <a:pt x="469232" y="974558"/>
                  </a:cubicBezTo>
                  <a:cubicBezTo>
                    <a:pt x="451477" y="951730"/>
                    <a:pt x="437147" y="926432"/>
                    <a:pt x="421105" y="902369"/>
                  </a:cubicBezTo>
                  <a:cubicBezTo>
                    <a:pt x="413084" y="890337"/>
                    <a:pt x="407267" y="876499"/>
                    <a:pt x="397042" y="866274"/>
                  </a:cubicBezTo>
                  <a:lnTo>
                    <a:pt x="360948" y="830179"/>
                  </a:lnTo>
                  <a:cubicBezTo>
                    <a:pt x="332338" y="744351"/>
                    <a:pt x="372907" y="848119"/>
                    <a:pt x="312821" y="757990"/>
                  </a:cubicBezTo>
                  <a:cubicBezTo>
                    <a:pt x="250348" y="664280"/>
                    <a:pt x="351667" y="772770"/>
                    <a:pt x="276726" y="697832"/>
                  </a:cubicBezTo>
                  <a:cubicBezTo>
                    <a:pt x="232854" y="566209"/>
                    <a:pt x="302821" y="765568"/>
                    <a:pt x="240632" y="625642"/>
                  </a:cubicBezTo>
                  <a:cubicBezTo>
                    <a:pt x="230330" y="602463"/>
                    <a:pt x="224590" y="577516"/>
                    <a:pt x="216569" y="553453"/>
                  </a:cubicBezTo>
                  <a:lnTo>
                    <a:pt x="192505" y="481263"/>
                  </a:lnTo>
                  <a:lnTo>
                    <a:pt x="168442" y="409074"/>
                  </a:lnTo>
                  <a:cubicBezTo>
                    <a:pt x="164432" y="397042"/>
                    <a:pt x="158898" y="385415"/>
                    <a:pt x="156411" y="372979"/>
                  </a:cubicBezTo>
                  <a:cubicBezTo>
                    <a:pt x="152939" y="355617"/>
                    <a:pt x="129427" y="212190"/>
                    <a:pt x="108284" y="180474"/>
                  </a:cubicBezTo>
                  <a:lnTo>
                    <a:pt x="36095" y="72190"/>
                  </a:lnTo>
                  <a:cubicBezTo>
                    <a:pt x="28074" y="60158"/>
                    <a:pt x="16605" y="49813"/>
                    <a:pt x="12032" y="36095"/>
                  </a:cubicBezTo>
                  <a:lnTo>
                    <a:pt x="0" y="0"/>
                  </a:lnTo>
                </a:path>
              </a:pathLst>
            </a:custGeom>
            <a:noFill/>
            <a:ln w="1016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D78BEF9-71D8-6162-6690-74344729E9EE}"/>
                </a:ext>
              </a:extLst>
            </p:cNvPr>
            <p:cNvSpPr/>
            <p:nvPr/>
          </p:nvSpPr>
          <p:spPr>
            <a:xfrm flipH="1">
              <a:off x="16707523" y="8140859"/>
              <a:ext cx="840685" cy="2805898"/>
            </a:xfrm>
            <a:custGeom>
              <a:avLst/>
              <a:gdLst>
                <a:gd name="connsiteX0" fmla="*/ 790443 w 790443"/>
                <a:gd name="connsiteY0" fmla="*/ 2902998 h 2902998"/>
                <a:gd name="connsiteX1" fmla="*/ 719422 w 790443"/>
                <a:gd name="connsiteY1" fmla="*/ 2805344 h 2902998"/>
                <a:gd name="connsiteX2" fmla="*/ 692789 w 790443"/>
                <a:gd name="connsiteY2" fmla="*/ 2769833 h 2902998"/>
                <a:gd name="connsiteX3" fmla="*/ 630645 w 790443"/>
                <a:gd name="connsiteY3" fmla="*/ 2672179 h 2902998"/>
                <a:gd name="connsiteX4" fmla="*/ 595135 w 790443"/>
                <a:gd name="connsiteY4" fmla="*/ 2610035 h 2902998"/>
                <a:gd name="connsiteX5" fmla="*/ 577379 w 790443"/>
                <a:gd name="connsiteY5" fmla="*/ 2574524 h 2902998"/>
                <a:gd name="connsiteX6" fmla="*/ 524113 w 790443"/>
                <a:gd name="connsiteY6" fmla="*/ 2494625 h 2902998"/>
                <a:gd name="connsiteX7" fmla="*/ 506358 w 790443"/>
                <a:gd name="connsiteY7" fmla="*/ 2467992 h 2902998"/>
                <a:gd name="connsiteX8" fmla="*/ 488603 w 790443"/>
                <a:gd name="connsiteY8" fmla="*/ 2432482 h 2902998"/>
                <a:gd name="connsiteX9" fmla="*/ 435337 w 790443"/>
                <a:gd name="connsiteY9" fmla="*/ 2343705 h 2902998"/>
                <a:gd name="connsiteX10" fmla="*/ 426459 w 790443"/>
                <a:gd name="connsiteY10" fmla="*/ 2308194 h 2902998"/>
                <a:gd name="connsiteX11" fmla="*/ 408704 w 790443"/>
                <a:gd name="connsiteY11" fmla="*/ 2254928 h 2902998"/>
                <a:gd name="connsiteX12" fmla="*/ 399826 w 790443"/>
                <a:gd name="connsiteY12" fmla="*/ 2219418 h 2902998"/>
                <a:gd name="connsiteX13" fmla="*/ 382071 w 790443"/>
                <a:gd name="connsiteY13" fmla="*/ 2166152 h 2902998"/>
                <a:gd name="connsiteX14" fmla="*/ 373193 w 790443"/>
                <a:gd name="connsiteY14" fmla="*/ 2139519 h 2902998"/>
                <a:gd name="connsiteX15" fmla="*/ 364315 w 790443"/>
                <a:gd name="connsiteY15" fmla="*/ 2068497 h 2902998"/>
                <a:gd name="connsiteX16" fmla="*/ 355438 w 790443"/>
                <a:gd name="connsiteY16" fmla="*/ 1882066 h 2902998"/>
                <a:gd name="connsiteX17" fmla="*/ 293294 w 790443"/>
                <a:gd name="connsiteY17" fmla="*/ 1784412 h 2902998"/>
                <a:gd name="connsiteX18" fmla="*/ 266661 w 790443"/>
                <a:gd name="connsiteY18" fmla="*/ 1748901 h 2902998"/>
                <a:gd name="connsiteX19" fmla="*/ 240028 w 790443"/>
                <a:gd name="connsiteY19" fmla="*/ 1722268 h 2902998"/>
                <a:gd name="connsiteX20" fmla="*/ 213395 w 790443"/>
                <a:gd name="connsiteY20" fmla="*/ 1677880 h 2902998"/>
                <a:gd name="connsiteX21" fmla="*/ 186762 w 790443"/>
                <a:gd name="connsiteY21" fmla="*/ 1642369 h 2902998"/>
                <a:gd name="connsiteX22" fmla="*/ 160129 w 790443"/>
                <a:gd name="connsiteY22" fmla="*/ 1589103 h 2902998"/>
                <a:gd name="connsiteX23" fmla="*/ 142373 w 790443"/>
                <a:gd name="connsiteY23" fmla="*/ 1544715 h 2902998"/>
                <a:gd name="connsiteX24" fmla="*/ 124618 w 790443"/>
                <a:gd name="connsiteY24" fmla="*/ 1518082 h 2902998"/>
                <a:gd name="connsiteX25" fmla="*/ 89107 w 790443"/>
                <a:gd name="connsiteY25" fmla="*/ 1447060 h 2902998"/>
                <a:gd name="connsiteX26" fmla="*/ 71352 w 790443"/>
                <a:gd name="connsiteY26" fmla="*/ 1393794 h 2902998"/>
                <a:gd name="connsiteX27" fmla="*/ 35841 w 790443"/>
                <a:gd name="connsiteY27" fmla="*/ 1331651 h 2902998"/>
                <a:gd name="connsiteX28" fmla="*/ 26964 w 790443"/>
                <a:gd name="connsiteY28" fmla="*/ 1296140 h 2902998"/>
                <a:gd name="connsiteX29" fmla="*/ 9208 w 790443"/>
                <a:gd name="connsiteY29" fmla="*/ 1242874 h 2902998"/>
                <a:gd name="connsiteX30" fmla="*/ 331 w 790443"/>
                <a:gd name="connsiteY30" fmla="*/ 1189608 h 2902998"/>
                <a:gd name="connsiteX31" fmla="*/ 18086 w 790443"/>
                <a:gd name="connsiteY31" fmla="*/ 1020932 h 2902998"/>
                <a:gd name="connsiteX32" fmla="*/ 26964 w 790443"/>
                <a:gd name="connsiteY32" fmla="*/ 985422 h 2902998"/>
                <a:gd name="connsiteX33" fmla="*/ 44719 w 790443"/>
                <a:gd name="connsiteY33" fmla="*/ 949911 h 2902998"/>
                <a:gd name="connsiteX34" fmla="*/ 53597 w 790443"/>
                <a:gd name="connsiteY34" fmla="*/ 923278 h 2902998"/>
                <a:gd name="connsiteX35" fmla="*/ 71352 w 790443"/>
                <a:gd name="connsiteY35" fmla="*/ 896645 h 2902998"/>
                <a:gd name="connsiteX36" fmla="*/ 80230 w 790443"/>
                <a:gd name="connsiteY36" fmla="*/ 870012 h 2902998"/>
                <a:gd name="connsiteX37" fmla="*/ 106863 w 790443"/>
                <a:gd name="connsiteY37" fmla="*/ 843379 h 2902998"/>
                <a:gd name="connsiteX38" fmla="*/ 133496 w 790443"/>
                <a:gd name="connsiteY38" fmla="*/ 798991 h 2902998"/>
                <a:gd name="connsiteX39" fmla="*/ 151251 w 790443"/>
                <a:gd name="connsiteY39" fmla="*/ 772358 h 2902998"/>
                <a:gd name="connsiteX40" fmla="*/ 186762 w 790443"/>
                <a:gd name="connsiteY40" fmla="*/ 736847 h 2902998"/>
                <a:gd name="connsiteX41" fmla="*/ 204517 w 790443"/>
                <a:gd name="connsiteY41" fmla="*/ 719091 h 2902998"/>
                <a:gd name="connsiteX42" fmla="*/ 240028 w 790443"/>
                <a:gd name="connsiteY42" fmla="*/ 665825 h 2902998"/>
                <a:gd name="connsiteX43" fmla="*/ 248906 w 790443"/>
                <a:gd name="connsiteY43" fmla="*/ 639192 h 2902998"/>
                <a:gd name="connsiteX44" fmla="*/ 302172 w 790443"/>
                <a:gd name="connsiteY44" fmla="*/ 568171 h 2902998"/>
                <a:gd name="connsiteX45" fmla="*/ 319927 w 790443"/>
                <a:gd name="connsiteY45" fmla="*/ 514905 h 2902998"/>
                <a:gd name="connsiteX46" fmla="*/ 337682 w 790443"/>
                <a:gd name="connsiteY46" fmla="*/ 488272 h 2902998"/>
                <a:gd name="connsiteX47" fmla="*/ 355438 w 790443"/>
                <a:gd name="connsiteY47" fmla="*/ 435006 h 2902998"/>
                <a:gd name="connsiteX48" fmla="*/ 346560 w 790443"/>
                <a:gd name="connsiteY48" fmla="*/ 355107 h 2902998"/>
                <a:gd name="connsiteX49" fmla="*/ 319927 w 790443"/>
                <a:gd name="connsiteY49" fmla="*/ 301841 h 2902998"/>
                <a:gd name="connsiteX50" fmla="*/ 311049 w 790443"/>
                <a:gd name="connsiteY50" fmla="*/ 275208 h 2902998"/>
                <a:gd name="connsiteX51" fmla="*/ 293294 w 790443"/>
                <a:gd name="connsiteY51" fmla="*/ 248575 h 2902998"/>
                <a:gd name="connsiteX52" fmla="*/ 284416 w 790443"/>
                <a:gd name="connsiteY52" fmla="*/ 221942 h 2902998"/>
                <a:gd name="connsiteX53" fmla="*/ 266661 w 790443"/>
                <a:gd name="connsiteY53" fmla="*/ 195309 h 2902998"/>
                <a:gd name="connsiteX54" fmla="*/ 257783 w 790443"/>
                <a:gd name="connsiteY54" fmla="*/ 168676 h 2902998"/>
                <a:gd name="connsiteX55" fmla="*/ 222273 w 790443"/>
                <a:gd name="connsiteY55" fmla="*/ 79899 h 2902998"/>
                <a:gd name="connsiteX56" fmla="*/ 177884 w 790443"/>
                <a:gd name="connsiteY56" fmla="*/ 26633 h 2902998"/>
                <a:gd name="connsiteX57" fmla="*/ 133496 w 790443"/>
                <a:gd name="connsiteY57" fmla="*/ 0 h 2902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790443" h="2902998">
                  <a:moveTo>
                    <a:pt x="790443" y="2902998"/>
                  </a:moveTo>
                  <a:cubicBezTo>
                    <a:pt x="671561" y="2764304"/>
                    <a:pt x="777029" y="2897517"/>
                    <a:pt x="719422" y="2805344"/>
                  </a:cubicBezTo>
                  <a:cubicBezTo>
                    <a:pt x="711580" y="2792797"/>
                    <a:pt x="700244" y="2782614"/>
                    <a:pt x="692789" y="2769833"/>
                  </a:cubicBezTo>
                  <a:cubicBezTo>
                    <a:pt x="635214" y="2671133"/>
                    <a:pt x="683796" y="2725330"/>
                    <a:pt x="630645" y="2672179"/>
                  </a:cubicBezTo>
                  <a:cubicBezTo>
                    <a:pt x="577003" y="2564892"/>
                    <a:pt x="645317" y="2697853"/>
                    <a:pt x="595135" y="2610035"/>
                  </a:cubicBezTo>
                  <a:cubicBezTo>
                    <a:pt x="588569" y="2598544"/>
                    <a:pt x="584188" y="2585872"/>
                    <a:pt x="577379" y="2574524"/>
                  </a:cubicBezTo>
                  <a:cubicBezTo>
                    <a:pt x="577354" y="2574482"/>
                    <a:pt x="533004" y="2507962"/>
                    <a:pt x="524113" y="2494625"/>
                  </a:cubicBezTo>
                  <a:cubicBezTo>
                    <a:pt x="518195" y="2485747"/>
                    <a:pt x="511130" y="2477535"/>
                    <a:pt x="506358" y="2467992"/>
                  </a:cubicBezTo>
                  <a:cubicBezTo>
                    <a:pt x="500440" y="2456155"/>
                    <a:pt x="495412" y="2443830"/>
                    <a:pt x="488603" y="2432482"/>
                  </a:cubicBezTo>
                  <a:cubicBezTo>
                    <a:pt x="467951" y="2398063"/>
                    <a:pt x="448867" y="2379785"/>
                    <a:pt x="435337" y="2343705"/>
                  </a:cubicBezTo>
                  <a:cubicBezTo>
                    <a:pt x="431053" y="2332281"/>
                    <a:pt x="429965" y="2319881"/>
                    <a:pt x="426459" y="2308194"/>
                  </a:cubicBezTo>
                  <a:cubicBezTo>
                    <a:pt x="421081" y="2290268"/>
                    <a:pt x="413243" y="2273085"/>
                    <a:pt x="408704" y="2254928"/>
                  </a:cubicBezTo>
                  <a:cubicBezTo>
                    <a:pt x="405745" y="2243091"/>
                    <a:pt x="403332" y="2231104"/>
                    <a:pt x="399826" y="2219418"/>
                  </a:cubicBezTo>
                  <a:cubicBezTo>
                    <a:pt x="394448" y="2201492"/>
                    <a:pt x="387989" y="2183907"/>
                    <a:pt x="382071" y="2166152"/>
                  </a:cubicBezTo>
                  <a:lnTo>
                    <a:pt x="373193" y="2139519"/>
                  </a:lnTo>
                  <a:cubicBezTo>
                    <a:pt x="370234" y="2115845"/>
                    <a:pt x="365956" y="2092299"/>
                    <a:pt x="364315" y="2068497"/>
                  </a:cubicBezTo>
                  <a:cubicBezTo>
                    <a:pt x="360035" y="2006430"/>
                    <a:pt x="360605" y="1944065"/>
                    <a:pt x="355438" y="1882066"/>
                  </a:cubicBezTo>
                  <a:cubicBezTo>
                    <a:pt x="352589" y="1847875"/>
                    <a:pt x="303517" y="1798043"/>
                    <a:pt x="293294" y="1784412"/>
                  </a:cubicBezTo>
                  <a:cubicBezTo>
                    <a:pt x="284416" y="1772575"/>
                    <a:pt x="277123" y="1759363"/>
                    <a:pt x="266661" y="1748901"/>
                  </a:cubicBezTo>
                  <a:cubicBezTo>
                    <a:pt x="257783" y="1740023"/>
                    <a:pt x="247561" y="1732312"/>
                    <a:pt x="240028" y="1722268"/>
                  </a:cubicBezTo>
                  <a:cubicBezTo>
                    <a:pt x="229675" y="1708464"/>
                    <a:pt x="222966" y="1692237"/>
                    <a:pt x="213395" y="1677880"/>
                  </a:cubicBezTo>
                  <a:cubicBezTo>
                    <a:pt x="205188" y="1665569"/>
                    <a:pt x="195640" y="1654206"/>
                    <a:pt x="186762" y="1642369"/>
                  </a:cubicBezTo>
                  <a:cubicBezTo>
                    <a:pt x="164448" y="1575429"/>
                    <a:pt x="194547" y="1657939"/>
                    <a:pt x="160129" y="1589103"/>
                  </a:cubicBezTo>
                  <a:cubicBezTo>
                    <a:pt x="153002" y="1574850"/>
                    <a:pt x="149500" y="1558968"/>
                    <a:pt x="142373" y="1544715"/>
                  </a:cubicBezTo>
                  <a:cubicBezTo>
                    <a:pt x="137601" y="1535172"/>
                    <a:pt x="129389" y="1527625"/>
                    <a:pt x="124618" y="1518082"/>
                  </a:cubicBezTo>
                  <a:cubicBezTo>
                    <a:pt x="81187" y="1431217"/>
                    <a:pt x="130241" y="1508759"/>
                    <a:pt x="89107" y="1447060"/>
                  </a:cubicBezTo>
                  <a:cubicBezTo>
                    <a:pt x="83189" y="1429305"/>
                    <a:pt x="81733" y="1409367"/>
                    <a:pt x="71352" y="1393794"/>
                  </a:cubicBezTo>
                  <a:cubicBezTo>
                    <a:pt x="46256" y="1356150"/>
                    <a:pt x="58369" y="1376704"/>
                    <a:pt x="35841" y="1331651"/>
                  </a:cubicBezTo>
                  <a:cubicBezTo>
                    <a:pt x="32882" y="1319814"/>
                    <a:pt x="30470" y="1307827"/>
                    <a:pt x="26964" y="1296140"/>
                  </a:cubicBezTo>
                  <a:cubicBezTo>
                    <a:pt x="21586" y="1278213"/>
                    <a:pt x="9208" y="1242874"/>
                    <a:pt x="9208" y="1242874"/>
                  </a:cubicBezTo>
                  <a:cubicBezTo>
                    <a:pt x="6249" y="1225119"/>
                    <a:pt x="331" y="1207608"/>
                    <a:pt x="331" y="1189608"/>
                  </a:cubicBezTo>
                  <a:cubicBezTo>
                    <a:pt x="331" y="1010812"/>
                    <a:pt x="-3928" y="1097978"/>
                    <a:pt x="18086" y="1020932"/>
                  </a:cubicBezTo>
                  <a:cubicBezTo>
                    <a:pt x="21438" y="1009200"/>
                    <a:pt x="22680" y="996846"/>
                    <a:pt x="26964" y="985422"/>
                  </a:cubicBezTo>
                  <a:cubicBezTo>
                    <a:pt x="31611" y="973031"/>
                    <a:pt x="39506" y="962075"/>
                    <a:pt x="44719" y="949911"/>
                  </a:cubicBezTo>
                  <a:cubicBezTo>
                    <a:pt x="48405" y="941310"/>
                    <a:pt x="49412" y="931648"/>
                    <a:pt x="53597" y="923278"/>
                  </a:cubicBezTo>
                  <a:cubicBezTo>
                    <a:pt x="58369" y="913735"/>
                    <a:pt x="66580" y="906188"/>
                    <a:pt x="71352" y="896645"/>
                  </a:cubicBezTo>
                  <a:cubicBezTo>
                    <a:pt x="75537" y="888275"/>
                    <a:pt x="75039" y="877798"/>
                    <a:pt x="80230" y="870012"/>
                  </a:cubicBezTo>
                  <a:cubicBezTo>
                    <a:pt x="87194" y="859566"/>
                    <a:pt x="97985" y="852257"/>
                    <a:pt x="106863" y="843379"/>
                  </a:cubicBezTo>
                  <a:cubicBezTo>
                    <a:pt x="122279" y="797126"/>
                    <a:pt x="105641" y="833809"/>
                    <a:pt x="133496" y="798991"/>
                  </a:cubicBezTo>
                  <a:cubicBezTo>
                    <a:pt x="140161" y="790660"/>
                    <a:pt x="144307" y="780459"/>
                    <a:pt x="151251" y="772358"/>
                  </a:cubicBezTo>
                  <a:cubicBezTo>
                    <a:pt x="162145" y="759648"/>
                    <a:pt x="174925" y="748684"/>
                    <a:pt x="186762" y="736847"/>
                  </a:cubicBezTo>
                  <a:cubicBezTo>
                    <a:pt x="192680" y="730928"/>
                    <a:pt x="199874" y="726055"/>
                    <a:pt x="204517" y="719091"/>
                  </a:cubicBezTo>
                  <a:cubicBezTo>
                    <a:pt x="216354" y="701336"/>
                    <a:pt x="233280" y="686069"/>
                    <a:pt x="240028" y="665825"/>
                  </a:cubicBezTo>
                  <a:cubicBezTo>
                    <a:pt x="242987" y="656947"/>
                    <a:pt x="244361" y="647372"/>
                    <a:pt x="248906" y="639192"/>
                  </a:cubicBezTo>
                  <a:cubicBezTo>
                    <a:pt x="274004" y="594016"/>
                    <a:pt x="275232" y="595110"/>
                    <a:pt x="302172" y="568171"/>
                  </a:cubicBezTo>
                  <a:cubicBezTo>
                    <a:pt x="308090" y="550416"/>
                    <a:pt x="309546" y="530478"/>
                    <a:pt x="319927" y="514905"/>
                  </a:cubicBezTo>
                  <a:cubicBezTo>
                    <a:pt x="325845" y="506027"/>
                    <a:pt x="333349" y="498022"/>
                    <a:pt x="337682" y="488272"/>
                  </a:cubicBezTo>
                  <a:cubicBezTo>
                    <a:pt x="345283" y="471169"/>
                    <a:pt x="355438" y="435006"/>
                    <a:pt x="355438" y="435006"/>
                  </a:cubicBezTo>
                  <a:cubicBezTo>
                    <a:pt x="352479" y="408373"/>
                    <a:pt x="350966" y="381539"/>
                    <a:pt x="346560" y="355107"/>
                  </a:cubicBezTo>
                  <a:cubicBezTo>
                    <a:pt x="340982" y="321637"/>
                    <a:pt x="335264" y="332514"/>
                    <a:pt x="319927" y="301841"/>
                  </a:cubicBezTo>
                  <a:cubicBezTo>
                    <a:pt x="315742" y="293471"/>
                    <a:pt x="315234" y="283578"/>
                    <a:pt x="311049" y="275208"/>
                  </a:cubicBezTo>
                  <a:cubicBezTo>
                    <a:pt x="306277" y="265665"/>
                    <a:pt x="298066" y="258118"/>
                    <a:pt x="293294" y="248575"/>
                  </a:cubicBezTo>
                  <a:cubicBezTo>
                    <a:pt x="289109" y="240205"/>
                    <a:pt x="288601" y="230312"/>
                    <a:pt x="284416" y="221942"/>
                  </a:cubicBezTo>
                  <a:cubicBezTo>
                    <a:pt x="279644" y="212399"/>
                    <a:pt x="271433" y="204852"/>
                    <a:pt x="266661" y="195309"/>
                  </a:cubicBezTo>
                  <a:cubicBezTo>
                    <a:pt x="262476" y="186939"/>
                    <a:pt x="261142" y="177410"/>
                    <a:pt x="257783" y="168676"/>
                  </a:cubicBezTo>
                  <a:cubicBezTo>
                    <a:pt x="246342" y="138929"/>
                    <a:pt x="237898" y="107678"/>
                    <a:pt x="222273" y="79899"/>
                  </a:cubicBezTo>
                  <a:cubicBezTo>
                    <a:pt x="210942" y="59755"/>
                    <a:pt x="195063" y="42094"/>
                    <a:pt x="177884" y="26633"/>
                  </a:cubicBezTo>
                  <a:cubicBezTo>
                    <a:pt x="165058" y="15090"/>
                    <a:pt x="133496" y="0"/>
                    <a:pt x="133496" y="0"/>
                  </a:cubicBezTo>
                </a:path>
              </a:pathLst>
            </a:custGeom>
            <a:noFill/>
            <a:ln w="1016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/>
            </a:p>
          </p:txBody>
        </p:sp>
      </p:grpSp>
      <p:sp>
        <p:nvSpPr>
          <p:cNvPr id="312" name="Freeform 311">
            <a:extLst>
              <a:ext uri="{FF2B5EF4-FFF2-40B4-BE49-F238E27FC236}">
                <a16:creationId xmlns:a16="http://schemas.microsoft.com/office/drawing/2014/main" id="{DBA3E251-53A7-6F23-2952-CA1FCC19B08E}"/>
              </a:ext>
            </a:extLst>
          </p:cNvPr>
          <p:cNvSpPr/>
          <p:nvPr/>
        </p:nvSpPr>
        <p:spPr>
          <a:xfrm>
            <a:off x="4645628" y="9193878"/>
            <a:ext cx="2327563" cy="2603071"/>
          </a:xfrm>
          <a:custGeom>
            <a:avLst/>
            <a:gdLst>
              <a:gd name="connsiteX0" fmla="*/ 0 w 2327563"/>
              <a:gd name="connsiteY0" fmla="*/ 2603071 h 2603071"/>
              <a:gd name="connsiteX1" fmla="*/ 9499 w 2327563"/>
              <a:gd name="connsiteY1" fmla="*/ 2508068 h 2603071"/>
              <a:gd name="connsiteX2" fmla="*/ 38000 w 2327563"/>
              <a:gd name="connsiteY2" fmla="*/ 2451067 h 2603071"/>
              <a:gd name="connsiteX3" fmla="*/ 76001 w 2327563"/>
              <a:gd name="connsiteY3" fmla="*/ 2365564 h 2603071"/>
              <a:gd name="connsiteX4" fmla="*/ 95002 w 2327563"/>
              <a:gd name="connsiteY4" fmla="*/ 2318063 h 2603071"/>
              <a:gd name="connsiteX5" fmla="*/ 209005 w 2327563"/>
              <a:gd name="connsiteY5" fmla="*/ 2137559 h 2603071"/>
              <a:gd name="connsiteX6" fmla="*/ 247006 w 2327563"/>
              <a:gd name="connsiteY6" fmla="*/ 2080557 h 2603071"/>
              <a:gd name="connsiteX7" fmla="*/ 266007 w 2327563"/>
              <a:gd name="connsiteY7" fmla="*/ 2052056 h 2603071"/>
              <a:gd name="connsiteX8" fmla="*/ 304007 w 2327563"/>
              <a:gd name="connsiteY8" fmla="*/ 2014055 h 2603071"/>
              <a:gd name="connsiteX9" fmla="*/ 342008 w 2327563"/>
              <a:gd name="connsiteY9" fmla="*/ 1957053 h 2603071"/>
              <a:gd name="connsiteX10" fmla="*/ 399010 w 2327563"/>
              <a:gd name="connsiteY10" fmla="*/ 1919052 h 2603071"/>
              <a:gd name="connsiteX11" fmla="*/ 427511 w 2327563"/>
              <a:gd name="connsiteY11" fmla="*/ 1890551 h 2603071"/>
              <a:gd name="connsiteX12" fmla="*/ 503513 w 2327563"/>
              <a:gd name="connsiteY12" fmla="*/ 1852551 h 2603071"/>
              <a:gd name="connsiteX13" fmla="*/ 541514 w 2327563"/>
              <a:gd name="connsiteY13" fmla="*/ 1833550 h 2603071"/>
              <a:gd name="connsiteX14" fmla="*/ 617516 w 2327563"/>
              <a:gd name="connsiteY14" fmla="*/ 1786048 h 2603071"/>
              <a:gd name="connsiteX15" fmla="*/ 655517 w 2327563"/>
              <a:gd name="connsiteY15" fmla="*/ 1757548 h 2603071"/>
              <a:gd name="connsiteX16" fmla="*/ 693518 w 2327563"/>
              <a:gd name="connsiteY16" fmla="*/ 1738547 h 2603071"/>
              <a:gd name="connsiteX17" fmla="*/ 769520 w 2327563"/>
              <a:gd name="connsiteY17" fmla="*/ 1681546 h 2603071"/>
              <a:gd name="connsiteX18" fmla="*/ 798021 w 2327563"/>
              <a:gd name="connsiteY18" fmla="*/ 1662545 h 2603071"/>
              <a:gd name="connsiteX19" fmla="*/ 845523 w 2327563"/>
              <a:gd name="connsiteY19" fmla="*/ 1596043 h 2603071"/>
              <a:gd name="connsiteX20" fmla="*/ 855023 w 2327563"/>
              <a:gd name="connsiteY20" fmla="*/ 1567543 h 2603071"/>
              <a:gd name="connsiteX21" fmla="*/ 874023 w 2327563"/>
              <a:gd name="connsiteY21" fmla="*/ 1539042 h 2603071"/>
              <a:gd name="connsiteX22" fmla="*/ 893023 w 2327563"/>
              <a:gd name="connsiteY22" fmla="*/ 1501041 h 2603071"/>
              <a:gd name="connsiteX23" fmla="*/ 912024 w 2327563"/>
              <a:gd name="connsiteY23" fmla="*/ 1472540 h 2603071"/>
              <a:gd name="connsiteX24" fmla="*/ 931025 w 2327563"/>
              <a:gd name="connsiteY24" fmla="*/ 1434539 h 2603071"/>
              <a:gd name="connsiteX25" fmla="*/ 969026 w 2327563"/>
              <a:gd name="connsiteY25" fmla="*/ 1377538 h 2603071"/>
              <a:gd name="connsiteX26" fmla="*/ 997527 w 2327563"/>
              <a:gd name="connsiteY26" fmla="*/ 1330036 h 2603071"/>
              <a:gd name="connsiteX27" fmla="*/ 1016527 w 2327563"/>
              <a:gd name="connsiteY27" fmla="*/ 1292035 h 2603071"/>
              <a:gd name="connsiteX28" fmla="*/ 1045027 w 2327563"/>
              <a:gd name="connsiteY28" fmla="*/ 1254034 h 2603071"/>
              <a:gd name="connsiteX29" fmla="*/ 1054528 w 2327563"/>
              <a:gd name="connsiteY29" fmla="*/ 1216033 h 2603071"/>
              <a:gd name="connsiteX30" fmla="*/ 1064028 w 2327563"/>
              <a:gd name="connsiteY30" fmla="*/ 1168531 h 2603071"/>
              <a:gd name="connsiteX31" fmla="*/ 1083029 w 2327563"/>
              <a:gd name="connsiteY31" fmla="*/ 1111530 h 2603071"/>
              <a:gd name="connsiteX32" fmla="*/ 1111530 w 2327563"/>
              <a:gd name="connsiteY32" fmla="*/ 1064029 h 2603071"/>
              <a:gd name="connsiteX33" fmla="*/ 1130530 w 2327563"/>
              <a:gd name="connsiteY33" fmla="*/ 1026028 h 2603071"/>
              <a:gd name="connsiteX34" fmla="*/ 1197032 w 2327563"/>
              <a:gd name="connsiteY34" fmla="*/ 940526 h 2603071"/>
              <a:gd name="connsiteX35" fmla="*/ 1225533 w 2327563"/>
              <a:gd name="connsiteY35" fmla="*/ 902524 h 2603071"/>
              <a:gd name="connsiteX36" fmla="*/ 1244533 w 2327563"/>
              <a:gd name="connsiteY36" fmla="*/ 864523 h 2603071"/>
              <a:gd name="connsiteX37" fmla="*/ 1292035 w 2327563"/>
              <a:gd name="connsiteY37" fmla="*/ 769521 h 2603071"/>
              <a:gd name="connsiteX38" fmla="*/ 1368037 w 2327563"/>
              <a:gd name="connsiteY38" fmla="*/ 712519 h 2603071"/>
              <a:gd name="connsiteX39" fmla="*/ 1444039 w 2327563"/>
              <a:gd name="connsiteY39" fmla="*/ 674519 h 2603071"/>
              <a:gd name="connsiteX40" fmla="*/ 1482039 w 2327563"/>
              <a:gd name="connsiteY40" fmla="*/ 646018 h 2603071"/>
              <a:gd name="connsiteX41" fmla="*/ 1548542 w 2327563"/>
              <a:gd name="connsiteY41" fmla="*/ 598516 h 2603071"/>
              <a:gd name="connsiteX42" fmla="*/ 1586543 w 2327563"/>
              <a:gd name="connsiteY42" fmla="*/ 541515 h 2603071"/>
              <a:gd name="connsiteX43" fmla="*/ 1653044 w 2327563"/>
              <a:gd name="connsiteY43" fmla="*/ 465512 h 2603071"/>
              <a:gd name="connsiteX44" fmla="*/ 1691046 w 2327563"/>
              <a:gd name="connsiteY44" fmla="*/ 399011 h 2603071"/>
              <a:gd name="connsiteX45" fmla="*/ 1814549 w 2327563"/>
              <a:gd name="connsiteY45" fmla="*/ 370510 h 2603071"/>
              <a:gd name="connsiteX46" fmla="*/ 1966553 w 2327563"/>
              <a:gd name="connsiteY46" fmla="*/ 313508 h 2603071"/>
              <a:gd name="connsiteX47" fmla="*/ 1995054 w 2327563"/>
              <a:gd name="connsiteY47" fmla="*/ 294508 h 2603071"/>
              <a:gd name="connsiteX48" fmla="*/ 2052055 w 2327563"/>
              <a:gd name="connsiteY48" fmla="*/ 275507 h 2603071"/>
              <a:gd name="connsiteX49" fmla="*/ 2128057 w 2327563"/>
              <a:gd name="connsiteY49" fmla="*/ 218506 h 2603071"/>
              <a:gd name="connsiteX50" fmla="*/ 2156558 w 2327563"/>
              <a:gd name="connsiteY50" fmla="*/ 180505 h 2603071"/>
              <a:gd name="connsiteX51" fmla="*/ 2213559 w 2327563"/>
              <a:gd name="connsiteY51" fmla="*/ 142503 h 2603071"/>
              <a:gd name="connsiteX52" fmla="*/ 2270561 w 2327563"/>
              <a:gd name="connsiteY52" fmla="*/ 95003 h 2603071"/>
              <a:gd name="connsiteX53" fmla="*/ 2299062 w 2327563"/>
              <a:gd name="connsiteY53" fmla="*/ 85502 h 2603071"/>
              <a:gd name="connsiteX54" fmla="*/ 2318063 w 2327563"/>
              <a:gd name="connsiteY54" fmla="*/ 28500 h 2603071"/>
              <a:gd name="connsiteX55" fmla="*/ 2327563 w 2327563"/>
              <a:gd name="connsiteY55" fmla="*/ 0 h 2603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327563" h="2603071" extrusionOk="0">
                <a:moveTo>
                  <a:pt x="0" y="2603071"/>
                </a:moveTo>
                <a:cubicBezTo>
                  <a:pt x="-1202" y="2568709"/>
                  <a:pt x="-60" y="2539634"/>
                  <a:pt x="9499" y="2508068"/>
                </a:cubicBezTo>
                <a:cubicBezTo>
                  <a:pt x="16730" y="2487897"/>
                  <a:pt x="25331" y="2470434"/>
                  <a:pt x="38000" y="2451067"/>
                </a:cubicBezTo>
                <a:cubicBezTo>
                  <a:pt x="50041" y="2423925"/>
                  <a:pt x="63242" y="2396843"/>
                  <a:pt x="76001" y="2365564"/>
                </a:cubicBezTo>
                <a:cubicBezTo>
                  <a:pt x="80553" y="2348705"/>
                  <a:pt x="91050" y="2335045"/>
                  <a:pt x="95002" y="2318063"/>
                </a:cubicBezTo>
                <a:cubicBezTo>
                  <a:pt x="227446" y="2120653"/>
                  <a:pt x="154543" y="2207833"/>
                  <a:pt x="209005" y="2137559"/>
                </a:cubicBezTo>
                <a:cubicBezTo>
                  <a:pt x="221331" y="2118733"/>
                  <a:pt x="233353" y="2100486"/>
                  <a:pt x="247006" y="2080557"/>
                </a:cubicBezTo>
                <a:cubicBezTo>
                  <a:pt x="253198" y="2069717"/>
                  <a:pt x="257366" y="2060918"/>
                  <a:pt x="266007" y="2052056"/>
                </a:cubicBezTo>
                <a:cubicBezTo>
                  <a:pt x="281984" y="2041242"/>
                  <a:pt x="296595" y="2028951"/>
                  <a:pt x="304007" y="2014055"/>
                </a:cubicBezTo>
                <a:cubicBezTo>
                  <a:pt x="314140" y="1995554"/>
                  <a:pt x="324319" y="1970793"/>
                  <a:pt x="342008" y="1957053"/>
                </a:cubicBezTo>
                <a:cubicBezTo>
                  <a:pt x="363822" y="1948574"/>
                  <a:pt x="383317" y="1939905"/>
                  <a:pt x="399010" y="1919052"/>
                </a:cubicBezTo>
                <a:cubicBezTo>
                  <a:pt x="410042" y="1911911"/>
                  <a:pt x="418654" y="1900801"/>
                  <a:pt x="427511" y="1890551"/>
                </a:cubicBezTo>
                <a:cubicBezTo>
                  <a:pt x="454833" y="1872345"/>
                  <a:pt x="479148" y="1860662"/>
                  <a:pt x="503513" y="1852551"/>
                </a:cubicBezTo>
                <a:cubicBezTo>
                  <a:pt x="514579" y="1846480"/>
                  <a:pt x="529201" y="1841369"/>
                  <a:pt x="541514" y="1833550"/>
                </a:cubicBezTo>
                <a:cubicBezTo>
                  <a:pt x="615200" y="1750403"/>
                  <a:pt x="505423" y="1835415"/>
                  <a:pt x="617516" y="1786048"/>
                </a:cubicBezTo>
                <a:cubicBezTo>
                  <a:pt x="630968" y="1777314"/>
                  <a:pt x="641424" y="1766329"/>
                  <a:pt x="655517" y="1757548"/>
                </a:cubicBezTo>
                <a:cubicBezTo>
                  <a:pt x="666133" y="1752535"/>
                  <a:pt x="683922" y="1748028"/>
                  <a:pt x="693518" y="1738547"/>
                </a:cubicBezTo>
                <a:cubicBezTo>
                  <a:pt x="719653" y="1726067"/>
                  <a:pt x="746436" y="1697175"/>
                  <a:pt x="769520" y="1681546"/>
                </a:cubicBezTo>
                <a:cubicBezTo>
                  <a:pt x="777420" y="1677752"/>
                  <a:pt x="788151" y="1669914"/>
                  <a:pt x="798021" y="1662545"/>
                </a:cubicBezTo>
                <a:cubicBezTo>
                  <a:pt x="827533" y="1639498"/>
                  <a:pt x="828951" y="1631765"/>
                  <a:pt x="845523" y="1596043"/>
                </a:cubicBezTo>
                <a:cubicBezTo>
                  <a:pt x="849775" y="1585080"/>
                  <a:pt x="849522" y="1576441"/>
                  <a:pt x="855023" y="1567543"/>
                </a:cubicBezTo>
                <a:cubicBezTo>
                  <a:pt x="861948" y="1558896"/>
                  <a:pt x="868207" y="1549415"/>
                  <a:pt x="874023" y="1539042"/>
                </a:cubicBezTo>
                <a:cubicBezTo>
                  <a:pt x="880534" y="1527781"/>
                  <a:pt x="885637" y="1512859"/>
                  <a:pt x="893023" y="1501041"/>
                </a:cubicBezTo>
                <a:cubicBezTo>
                  <a:pt x="901039" y="1491864"/>
                  <a:pt x="906297" y="1481170"/>
                  <a:pt x="912024" y="1472540"/>
                </a:cubicBezTo>
                <a:cubicBezTo>
                  <a:pt x="922396" y="1462351"/>
                  <a:pt x="922208" y="1447019"/>
                  <a:pt x="931025" y="1434539"/>
                </a:cubicBezTo>
                <a:cubicBezTo>
                  <a:pt x="942253" y="1416580"/>
                  <a:pt x="956437" y="1394473"/>
                  <a:pt x="969026" y="1377538"/>
                </a:cubicBezTo>
                <a:cubicBezTo>
                  <a:pt x="980868" y="1359945"/>
                  <a:pt x="991148" y="1341683"/>
                  <a:pt x="997527" y="1330036"/>
                </a:cubicBezTo>
                <a:cubicBezTo>
                  <a:pt x="1003239" y="1317209"/>
                  <a:pt x="1011024" y="1302076"/>
                  <a:pt x="1016527" y="1292035"/>
                </a:cubicBezTo>
                <a:cubicBezTo>
                  <a:pt x="1021976" y="1280258"/>
                  <a:pt x="1037022" y="1270752"/>
                  <a:pt x="1045027" y="1254034"/>
                </a:cubicBezTo>
                <a:cubicBezTo>
                  <a:pt x="1049966" y="1241016"/>
                  <a:pt x="1051192" y="1230662"/>
                  <a:pt x="1054528" y="1216033"/>
                </a:cubicBezTo>
                <a:cubicBezTo>
                  <a:pt x="1060488" y="1200975"/>
                  <a:pt x="1058904" y="1181258"/>
                  <a:pt x="1064028" y="1168531"/>
                </a:cubicBezTo>
                <a:cubicBezTo>
                  <a:pt x="1071963" y="1149294"/>
                  <a:pt x="1074209" y="1130243"/>
                  <a:pt x="1083029" y="1111530"/>
                </a:cubicBezTo>
                <a:cubicBezTo>
                  <a:pt x="1096037" y="1099055"/>
                  <a:pt x="1102943" y="1081100"/>
                  <a:pt x="1111530" y="1064029"/>
                </a:cubicBezTo>
                <a:cubicBezTo>
                  <a:pt x="1119089" y="1052323"/>
                  <a:pt x="1121771" y="1036738"/>
                  <a:pt x="1130530" y="1026028"/>
                </a:cubicBezTo>
                <a:cubicBezTo>
                  <a:pt x="1145787" y="1001598"/>
                  <a:pt x="1183283" y="971000"/>
                  <a:pt x="1197032" y="940526"/>
                </a:cubicBezTo>
                <a:cubicBezTo>
                  <a:pt x="1207594" y="927007"/>
                  <a:pt x="1216671" y="913506"/>
                  <a:pt x="1225533" y="902524"/>
                </a:cubicBezTo>
                <a:cubicBezTo>
                  <a:pt x="1229196" y="891098"/>
                  <a:pt x="1238809" y="877878"/>
                  <a:pt x="1244533" y="864523"/>
                </a:cubicBezTo>
                <a:cubicBezTo>
                  <a:pt x="1255116" y="825619"/>
                  <a:pt x="1267615" y="797041"/>
                  <a:pt x="1292035" y="769521"/>
                </a:cubicBezTo>
                <a:cubicBezTo>
                  <a:pt x="1302055" y="763171"/>
                  <a:pt x="1353914" y="723052"/>
                  <a:pt x="1368037" y="712519"/>
                </a:cubicBezTo>
                <a:cubicBezTo>
                  <a:pt x="1391460" y="699484"/>
                  <a:pt x="1421149" y="683609"/>
                  <a:pt x="1444039" y="674519"/>
                </a:cubicBezTo>
                <a:cubicBezTo>
                  <a:pt x="1456806" y="664005"/>
                  <a:pt x="1469962" y="652835"/>
                  <a:pt x="1482039" y="646018"/>
                </a:cubicBezTo>
                <a:cubicBezTo>
                  <a:pt x="1544034" y="579295"/>
                  <a:pt x="1442712" y="663042"/>
                  <a:pt x="1548542" y="598516"/>
                </a:cubicBezTo>
                <a:cubicBezTo>
                  <a:pt x="1564887" y="576621"/>
                  <a:pt x="1571071" y="557610"/>
                  <a:pt x="1586543" y="541515"/>
                </a:cubicBezTo>
                <a:cubicBezTo>
                  <a:pt x="1616187" y="511349"/>
                  <a:pt x="1632003" y="497528"/>
                  <a:pt x="1653044" y="465512"/>
                </a:cubicBezTo>
                <a:cubicBezTo>
                  <a:pt x="1654639" y="464739"/>
                  <a:pt x="1681670" y="402900"/>
                  <a:pt x="1691046" y="399011"/>
                </a:cubicBezTo>
                <a:cubicBezTo>
                  <a:pt x="1693626" y="399710"/>
                  <a:pt x="1785338" y="379320"/>
                  <a:pt x="1814549" y="370510"/>
                </a:cubicBezTo>
                <a:cubicBezTo>
                  <a:pt x="1854997" y="358494"/>
                  <a:pt x="1918753" y="325208"/>
                  <a:pt x="1966553" y="313508"/>
                </a:cubicBezTo>
                <a:cubicBezTo>
                  <a:pt x="1976427" y="308528"/>
                  <a:pt x="1984604" y="299393"/>
                  <a:pt x="1995054" y="294508"/>
                </a:cubicBezTo>
                <a:cubicBezTo>
                  <a:pt x="2013355" y="286374"/>
                  <a:pt x="2052055" y="275507"/>
                  <a:pt x="2052055" y="275507"/>
                </a:cubicBezTo>
                <a:cubicBezTo>
                  <a:pt x="2071944" y="255987"/>
                  <a:pt x="2107354" y="244584"/>
                  <a:pt x="2128057" y="218506"/>
                </a:cubicBezTo>
                <a:cubicBezTo>
                  <a:pt x="2135550" y="203502"/>
                  <a:pt x="2144899" y="188798"/>
                  <a:pt x="2156558" y="180505"/>
                </a:cubicBezTo>
                <a:cubicBezTo>
                  <a:pt x="2172215" y="167383"/>
                  <a:pt x="2196594" y="160693"/>
                  <a:pt x="2213559" y="142503"/>
                </a:cubicBezTo>
                <a:cubicBezTo>
                  <a:pt x="2233627" y="121718"/>
                  <a:pt x="2245430" y="111859"/>
                  <a:pt x="2270561" y="95003"/>
                </a:cubicBezTo>
                <a:cubicBezTo>
                  <a:pt x="2278890" y="90415"/>
                  <a:pt x="2289495" y="86922"/>
                  <a:pt x="2299062" y="85502"/>
                </a:cubicBezTo>
                <a:cubicBezTo>
                  <a:pt x="2300973" y="67520"/>
                  <a:pt x="2314494" y="50817"/>
                  <a:pt x="2318063" y="28500"/>
                </a:cubicBezTo>
                <a:cubicBezTo>
                  <a:pt x="2318236" y="17867"/>
                  <a:pt x="2328221" y="8320"/>
                  <a:pt x="2327563" y="0"/>
                </a:cubicBezTo>
              </a:path>
            </a:pathLst>
          </a:custGeom>
          <a:noFill/>
          <a:ln w="76200">
            <a:solidFill>
              <a:schemeClr val="accent5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2909454"/>
                      <a:gd name="connsiteY0" fmla="*/ 3253839 h 3253839"/>
                      <a:gd name="connsiteX1" fmla="*/ 11875 w 2909454"/>
                      <a:gd name="connsiteY1" fmla="*/ 3135086 h 3253839"/>
                      <a:gd name="connsiteX2" fmla="*/ 47501 w 2909454"/>
                      <a:gd name="connsiteY2" fmla="*/ 3063834 h 3253839"/>
                      <a:gd name="connsiteX3" fmla="*/ 95002 w 2909454"/>
                      <a:gd name="connsiteY3" fmla="*/ 2956956 h 3253839"/>
                      <a:gd name="connsiteX4" fmla="*/ 118753 w 2909454"/>
                      <a:gd name="connsiteY4" fmla="*/ 2897580 h 3253839"/>
                      <a:gd name="connsiteX5" fmla="*/ 261257 w 2909454"/>
                      <a:gd name="connsiteY5" fmla="*/ 2671949 h 3253839"/>
                      <a:gd name="connsiteX6" fmla="*/ 308758 w 2909454"/>
                      <a:gd name="connsiteY6" fmla="*/ 2600697 h 3253839"/>
                      <a:gd name="connsiteX7" fmla="*/ 332509 w 2909454"/>
                      <a:gd name="connsiteY7" fmla="*/ 2565071 h 3253839"/>
                      <a:gd name="connsiteX8" fmla="*/ 380010 w 2909454"/>
                      <a:gd name="connsiteY8" fmla="*/ 2517569 h 3253839"/>
                      <a:gd name="connsiteX9" fmla="*/ 427511 w 2909454"/>
                      <a:gd name="connsiteY9" fmla="*/ 2446317 h 3253839"/>
                      <a:gd name="connsiteX10" fmla="*/ 498763 w 2909454"/>
                      <a:gd name="connsiteY10" fmla="*/ 2398816 h 3253839"/>
                      <a:gd name="connsiteX11" fmla="*/ 534389 w 2909454"/>
                      <a:gd name="connsiteY11" fmla="*/ 2363190 h 3253839"/>
                      <a:gd name="connsiteX12" fmla="*/ 629392 w 2909454"/>
                      <a:gd name="connsiteY12" fmla="*/ 2315689 h 3253839"/>
                      <a:gd name="connsiteX13" fmla="*/ 676893 w 2909454"/>
                      <a:gd name="connsiteY13" fmla="*/ 2291938 h 3253839"/>
                      <a:gd name="connsiteX14" fmla="*/ 771896 w 2909454"/>
                      <a:gd name="connsiteY14" fmla="*/ 2232561 h 3253839"/>
                      <a:gd name="connsiteX15" fmla="*/ 819397 w 2909454"/>
                      <a:gd name="connsiteY15" fmla="*/ 2196936 h 3253839"/>
                      <a:gd name="connsiteX16" fmla="*/ 866898 w 2909454"/>
                      <a:gd name="connsiteY16" fmla="*/ 2173185 h 3253839"/>
                      <a:gd name="connsiteX17" fmla="*/ 961901 w 2909454"/>
                      <a:gd name="connsiteY17" fmla="*/ 2101933 h 3253839"/>
                      <a:gd name="connsiteX18" fmla="*/ 997527 w 2909454"/>
                      <a:gd name="connsiteY18" fmla="*/ 2078182 h 3253839"/>
                      <a:gd name="connsiteX19" fmla="*/ 1056904 w 2909454"/>
                      <a:gd name="connsiteY19" fmla="*/ 1995055 h 3253839"/>
                      <a:gd name="connsiteX20" fmla="*/ 1068779 w 2909454"/>
                      <a:gd name="connsiteY20" fmla="*/ 1959429 h 3253839"/>
                      <a:gd name="connsiteX21" fmla="*/ 1092530 w 2909454"/>
                      <a:gd name="connsiteY21" fmla="*/ 1923803 h 3253839"/>
                      <a:gd name="connsiteX22" fmla="*/ 1116280 w 2909454"/>
                      <a:gd name="connsiteY22" fmla="*/ 1876302 h 3253839"/>
                      <a:gd name="connsiteX23" fmla="*/ 1140031 w 2909454"/>
                      <a:gd name="connsiteY23" fmla="*/ 1840676 h 3253839"/>
                      <a:gd name="connsiteX24" fmla="*/ 1163782 w 2909454"/>
                      <a:gd name="connsiteY24" fmla="*/ 1793174 h 3253839"/>
                      <a:gd name="connsiteX25" fmla="*/ 1211283 w 2909454"/>
                      <a:gd name="connsiteY25" fmla="*/ 1721923 h 3253839"/>
                      <a:gd name="connsiteX26" fmla="*/ 1246909 w 2909454"/>
                      <a:gd name="connsiteY26" fmla="*/ 1662546 h 3253839"/>
                      <a:gd name="connsiteX27" fmla="*/ 1270660 w 2909454"/>
                      <a:gd name="connsiteY27" fmla="*/ 1615045 h 3253839"/>
                      <a:gd name="connsiteX28" fmla="*/ 1306285 w 2909454"/>
                      <a:gd name="connsiteY28" fmla="*/ 1567543 h 3253839"/>
                      <a:gd name="connsiteX29" fmla="*/ 1318161 w 2909454"/>
                      <a:gd name="connsiteY29" fmla="*/ 1520042 h 3253839"/>
                      <a:gd name="connsiteX30" fmla="*/ 1330036 w 2909454"/>
                      <a:gd name="connsiteY30" fmla="*/ 1460665 h 3253839"/>
                      <a:gd name="connsiteX31" fmla="*/ 1353787 w 2909454"/>
                      <a:gd name="connsiteY31" fmla="*/ 1389413 h 3253839"/>
                      <a:gd name="connsiteX32" fmla="*/ 1389413 w 2909454"/>
                      <a:gd name="connsiteY32" fmla="*/ 1330037 h 3253839"/>
                      <a:gd name="connsiteX33" fmla="*/ 1413163 w 2909454"/>
                      <a:gd name="connsiteY33" fmla="*/ 1282536 h 3253839"/>
                      <a:gd name="connsiteX34" fmla="*/ 1496291 w 2909454"/>
                      <a:gd name="connsiteY34" fmla="*/ 1175658 h 3253839"/>
                      <a:gd name="connsiteX35" fmla="*/ 1531917 w 2909454"/>
                      <a:gd name="connsiteY35" fmla="*/ 1128156 h 3253839"/>
                      <a:gd name="connsiteX36" fmla="*/ 1555667 w 2909454"/>
                      <a:gd name="connsiteY36" fmla="*/ 1080655 h 3253839"/>
                      <a:gd name="connsiteX37" fmla="*/ 1615044 w 2909454"/>
                      <a:gd name="connsiteY37" fmla="*/ 961902 h 3253839"/>
                      <a:gd name="connsiteX38" fmla="*/ 1710047 w 2909454"/>
                      <a:gd name="connsiteY38" fmla="*/ 890650 h 3253839"/>
                      <a:gd name="connsiteX39" fmla="*/ 1805049 w 2909454"/>
                      <a:gd name="connsiteY39" fmla="*/ 843149 h 3253839"/>
                      <a:gd name="connsiteX40" fmla="*/ 1852550 w 2909454"/>
                      <a:gd name="connsiteY40" fmla="*/ 807523 h 3253839"/>
                      <a:gd name="connsiteX41" fmla="*/ 1935678 w 2909454"/>
                      <a:gd name="connsiteY41" fmla="*/ 748146 h 3253839"/>
                      <a:gd name="connsiteX42" fmla="*/ 1983179 w 2909454"/>
                      <a:gd name="connsiteY42" fmla="*/ 676894 h 3253839"/>
                      <a:gd name="connsiteX43" fmla="*/ 2066306 w 2909454"/>
                      <a:gd name="connsiteY43" fmla="*/ 581891 h 3253839"/>
                      <a:gd name="connsiteX44" fmla="*/ 2113808 w 2909454"/>
                      <a:gd name="connsiteY44" fmla="*/ 498764 h 3253839"/>
                      <a:gd name="connsiteX45" fmla="*/ 2268187 w 2909454"/>
                      <a:gd name="connsiteY45" fmla="*/ 463138 h 3253839"/>
                      <a:gd name="connsiteX46" fmla="*/ 2458192 w 2909454"/>
                      <a:gd name="connsiteY46" fmla="*/ 391886 h 3253839"/>
                      <a:gd name="connsiteX47" fmla="*/ 2493818 w 2909454"/>
                      <a:gd name="connsiteY47" fmla="*/ 368136 h 3253839"/>
                      <a:gd name="connsiteX48" fmla="*/ 2565070 w 2909454"/>
                      <a:gd name="connsiteY48" fmla="*/ 344385 h 3253839"/>
                      <a:gd name="connsiteX49" fmla="*/ 2660072 w 2909454"/>
                      <a:gd name="connsiteY49" fmla="*/ 273133 h 3253839"/>
                      <a:gd name="connsiteX50" fmla="*/ 2695698 w 2909454"/>
                      <a:gd name="connsiteY50" fmla="*/ 225632 h 3253839"/>
                      <a:gd name="connsiteX51" fmla="*/ 2766950 w 2909454"/>
                      <a:gd name="connsiteY51" fmla="*/ 178130 h 3253839"/>
                      <a:gd name="connsiteX52" fmla="*/ 2838202 w 2909454"/>
                      <a:gd name="connsiteY52" fmla="*/ 118754 h 3253839"/>
                      <a:gd name="connsiteX53" fmla="*/ 2873828 w 2909454"/>
                      <a:gd name="connsiteY53" fmla="*/ 106878 h 3253839"/>
                      <a:gd name="connsiteX54" fmla="*/ 2897579 w 2909454"/>
                      <a:gd name="connsiteY54" fmla="*/ 35626 h 3253839"/>
                      <a:gd name="connsiteX55" fmla="*/ 2909454 w 2909454"/>
                      <a:gd name="connsiteY55" fmla="*/ 0 h 32538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</a:cxnLst>
                    <a:rect l="l" t="t" r="r" b="b"/>
                    <a:pathLst>
                      <a:path w="2909454" h="3253839">
                        <a:moveTo>
                          <a:pt x="0" y="3253839"/>
                        </a:moveTo>
                        <a:cubicBezTo>
                          <a:pt x="3958" y="3214255"/>
                          <a:pt x="2227" y="3173680"/>
                          <a:pt x="11875" y="3135086"/>
                        </a:cubicBezTo>
                        <a:cubicBezTo>
                          <a:pt x="18315" y="3109325"/>
                          <a:pt x="36272" y="3087897"/>
                          <a:pt x="47501" y="3063834"/>
                        </a:cubicBezTo>
                        <a:cubicBezTo>
                          <a:pt x="63988" y="3028505"/>
                          <a:pt x="79645" y="2992790"/>
                          <a:pt x="95002" y="2956956"/>
                        </a:cubicBezTo>
                        <a:cubicBezTo>
                          <a:pt x="103399" y="2937363"/>
                          <a:pt x="108480" y="2916258"/>
                          <a:pt x="118753" y="2897580"/>
                        </a:cubicBezTo>
                        <a:cubicBezTo>
                          <a:pt x="256300" y="2647495"/>
                          <a:pt x="178228" y="2790561"/>
                          <a:pt x="261257" y="2671949"/>
                        </a:cubicBezTo>
                        <a:cubicBezTo>
                          <a:pt x="277626" y="2648564"/>
                          <a:pt x="292924" y="2624448"/>
                          <a:pt x="308758" y="2600697"/>
                        </a:cubicBezTo>
                        <a:cubicBezTo>
                          <a:pt x="316675" y="2588822"/>
                          <a:pt x="322417" y="2575163"/>
                          <a:pt x="332509" y="2565071"/>
                        </a:cubicBezTo>
                        <a:cubicBezTo>
                          <a:pt x="348343" y="2549237"/>
                          <a:pt x="366022" y="2535055"/>
                          <a:pt x="380010" y="2517569"/>
                        </a:cubicBezTo>
                        <a:cubicBezTo>
                          <a:pt x="397842" y="2495279"/>
                          <a:pt x="403760" y="2462151"/>
                          <a:pt x="427511" y="2446317"/>
                        </a:cubicBezTo>
                        <a:cubicBezTo>
                          <a:pt x="451262" y="2430483"/>
                          <a:pt x="478579" y="2419000"/>
                          <a:pt x="498763" y="2398816"/>
                        </a:cubicBezTo>
                        <a:cubicBezTo>
                          <a:pt x="510638" y="2386941"/>
                          <a:pt x="520220" y="2372206"/>
                          <a:pt x="534389" y="2363190"/>
                        </a:cubicBezTo>
                        <a:cubicBezTo>
                          <a:pt x="564259" y="2344182"/>
                          <a:pt x="597724" y="2331523"/>
                          <a:pt x="629392" y="2315689"/>
                        </a:cubicBezTo>
                        <a:cubicBezTo>
                          <a:pt x="645226" y="2307772"/>
                          <a:pt x="662731" y="2302559"/>
                          <a:pt x="676893" y="2291938"/>
                        </a:cubicBezTo>
                        <a:cubicBezTo>
                          <a:pt x="811455" y="2191018"/>
                          <a:pt x="641491" y="2314064"/>
                          <a:pt x="771896" y="2232561"/>
                        </a:cubicBezTo>
                        <a:cubicBezTo>
                          <a:pt x="788680" y="2222071"/>
                          <a:pt x="802613" y="2207426"/>
                          <a:pt x="819397" y="2196936"/>
                        </a:cubicBezTo>
                        <a:cubicBezTo>
                          <a:pt x="834409" y="2187554"/>
                          <a:pt x="852169" y="2183005"/>
                          <a:pt x="866898" y="2173185"/>
                        </a:cubicBezTo>
                        <a:cubicBezTo>
                          <a:pt x="899834" y="2151227"/>
                          <a:pt x="928965" y="2123891"/>
                          <a:pt x="961901" y="2101933"/>
                        </a:cubicBezTo>
                        <a:cubicBezTo>
                          <a:pt x="973776" y="2094016"/>
                          <a:pt x="986563" y="2087319"/>
                          <a:pt x="997527" y="2078182"/>
                        </a:cubicBezTo>
                        <a:cubicBezTo>
                          <a:pt x="1033730" y="2048013"/>
                          <a:pt x="1038229" y="2038631"/>
                          <a:pt x="1056904" y="1995055"/>
                        </a:cubicBezTo>
                        <a:cubicBezTo>
                          <a:pt x="1061835" y="1983549"/>
                          <a:pt x="1063181" y="1970625"/>
                          <a:pt x="1068779" y="1959429"/>
                        </a:cubicBezTo>
                        <a:cubicBezTo>
                          <a:pt x="1075162" y="1946663"/>
                          <a:pt x="1085449" y="1936195"/>
                          <a:pt x="1092530" y="1923803"/>
                        </a:cubicBezTo>
                        <a:cubicBezTo>
                          <a:pt x="1101313" y="1908433"/>
                          <a:pt x="1107497" y="1891672"/>
                          <a:pt x="1116280" y="1876302"/>
                        </a:cubicBezTo>
                        <a:cubicBezTo>
                          <a:pt x="1123361" y="1863910"/>
                          <a:pt x="1132950" y="1853068"/>
                          <a:pt x="1140031" y="1840676"/>
                        </a:cubicBezTo>
                        <a:cubicBezTo>
                          <a:pt x="1148814" y="1825306"/>
                          <a:pt x="1154674" y="1808354"/>
                          <a:pt x="1163782" y="1793174"/>
                        </a:cubicBezTo>
                        <a:cubicBezTo>
                          <a:pt x="1178468" y="1768697"/>
                          <a:pt x="1196597" y="1746400"/>
                          <a:pt x="1211283" y="1721923"/>
                        </a:cubicBezTo>
                        <a:cubicBezTo>
                          <a:pt x="1223158" y="1702131"/>
                          <a:pt x="1235700" y="1682723"/>
                          <a:pt x="1246909" y="1662546"/>
                        </a:cubicBezTo>
                        <a:cubicBezTo>
                          <a:pt x="1255506" y="1647071"/>
                          <a:pt x="1261278" y="1630057"/>
                          <a:pt x="1270660" y="1615045"/>
                        </a:cubicBezTo>
                        <a:cubicBezTo>
                          <a:pt x="1281150" y="1598261"/>
                          <a:pt x="1294410" y="1583377"/>
                          <a:pt x="1306285" y="1567543"/>
                        </a:cubicBezTo>
                        <a:cubicBezTo>
                          <a:pt x="1310244" y="1551709"/>
                          <a:pt x="1314620" y="1535974"/>
                          <a:pt x="1318161" y="1520042"/>
                        </a:cubicBezTo>
                        <a:cubicBezTo>
                          <a:pt x="1322540" y="1500338"/>
                          <a:pt x="1324725" y="1480138"/>
                          <a:pt x="1330036" y="1460665"/>
                        </a:cubicBezTo>
                        <a:cubicBezTo>
                          <a:pt x="1336623" y="1436512"/>
                          <a:pt x="1340906" y="1410881"/>
                          <a:pt x="1353787" y="1389413"/>
                        </a:cubicBezTo>
                        <a:cubicBezTo>
                          <a:pt x="1365662" y="1369621"/>
                          <a:pt x="1378204" y="1350214"/>
                          <a:pt x="1389413" y="1330037"/>
                        </a:cubicBezTo>
                        <a:cubicBezTo>
                          <a:pt x="1398010" y="1314562"/>
                          <a:pt x="1403087" y="1297091"/>
                          <a:pt x="1413163" y="1282536"/>
                        </a:cubicBezTo>
                        <a:cubicBezTo>
                          <a:pt x="1438853" y="1245428"/>
                          <a:pt x="1468773" y="1211432"/>
                          <a:pt x="1496291" y="1175658"/>
                        </a:cubicBezTo>
                        <a:cubicBezTo>
                          <a:pt x="1508359" y="1159970"/>
                          <a:pt x="1523066" y="1145859"/>
                          <a:pt x="1531917" y="1128156"/>
                        </a:cubicBezTo>
                        <a:cubicBezTo>
                          <a:pt x="1539834" y="1112322"/>
                          <a:pt x="1548477" y="1096832"/>
                          <a:pt x="1555667" y="1080655"/>
                        </a:cubicBezTo>
                        <a:cubicBezTo>
                          <a:pt x="1574454" y="1038384"/>
                          <a:pt x="1583107" y="997831"/>
                          <a:pt x="1615044" y="961902"/>
                        </a:cubicBezTo>
                        <a:cubicBezTo>
                          <a:pt x="1624956" y="950751"/>
                          <a:pt x="1687460" y="902970"/>
                          <a:pt x="1710047" y="890650"/>
                        </a:cubicBezTo>
                        <a:cubicBezTo>
                          <a:pt x="1741129" y="873696"/>
                          <a:pt x="1776725" y="864392"/>
                          <a:pt x="1805049" y="843149"/>
                        </a:cubicBezTo>
                        <a:cubicBezTo>
                          <a:pt x="1820883" y="831274"/>
                          <a:pt x="1836445" y="819027"/>
                          <a:pt x="1852550" y="807523"/>
                        </a:cubicBezTo>
                        <a:cubicBezTo>
                          <a:pt x="1974133" y="720677"/>
                          <a:pt x="1780393" y="864608"/>
                          <a:pt x="1935678" y="748146"/>
                        </a:cubicBezTo>
                        <a:cubicBezTo>
                          <a:pt x="1951512" y="724395"/>
                          <a:pt x="1962995" y="697078"/>
                          <a:pt x="1983179" y="676894"/>
                        </a:cubicBezTo>
                        <a:cubicBezTo>
                          <a:pt x="2020008" y="640065"/>
                          <a:pt x="2039048" y="625504"/>
                          <a:pt x="2066306" y="581891"/>
                        </a:cubicBezTo>
                        <a:cubicBezTo>
                          <a:pt x="2068959" y="577647"/>
                          <a:pt x="2102393" y="503952"/>
                          <a:pt x="2113808" y="498764"/>
                        </a:cubicBezTo>
                        <a:cubicBezTo>
                          <a:pt x="2115176" y="498142"/>
                          <a:pt x="2239591" y="471937"/>
                          <a:pt x="2268187" y="463138"/>
                        </a:cubicBezTo>
                        <a:cubicBezTo>
                          <a:pt x="2331171" y="443759"/>
                          <a:pt x="2398744" y="421610"/>
                          <a:pt x="2458192" y="391886"/>
                        </a:cubicBezTo>
                        <a:cubicBezTo>
                          <a:pt x="2470958" y="385503"/>
                          <a:pt x="2480776" y="373932"/>
                          <a:pt x="2493818" y="368136"/>
                        </a:cubicBezTo>
                        <a:cubicBezTo>
                          <a:pt x="2516696" y="357968"/>
                          <a:pt x="2565070" y="344385"/>
                          <a:pt x="2565070" y="344385"/>
                        </a:cubicBezTo>
                        <a:cubicBezTo>
                          <a:pt x="2596737" y="320634"/>
                          <a:pt x="2636321" y="304800"/>
                          <a:pt x="2660072" y="273133"/>
                        </a:cubicBezTo>
                        <a:cubicBezTo>
                          <a:pt x="2671947" y="257299"/>
                          <a:pt x="2680905" y="238781"/>
                          <a:pt x="2695698" y="225632"/>
                        </a:cubicBezTo>
                        <a:cubicBezTo>
                          <a:pt x="2717033" y="206668"/>
                          <a:pt x="2746766" y="198314"/>
                          <a:pt x="2766950" y="178130"/>
                        </a:cubicBezTo>
                        <a:cubicBezTo>
                          <a:pt x="2793215" y="151865"/>
                          <a:pt x="2805134" y="135288"/>
                          <a:pt x="2838202" y="118754"/>
                        </a:cubicBezTo>
                        <a:cubicBezTo>
                          <a:pt x="2849398" y="113156"/>
                          <a:pt x="2861953" y="110837"/>
                          <a:pt x="2873828" y="106878"/>
                        </a:cubicBezTo>
                        <a:lnTo>
                          <a:pt x="2897579" y="35626"/>
                        </a:lnTo>
                        <a:lnTo>
                          <a:pt x="2909454" y="0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2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C860BE1F-9E7A-2F8A-ACC8-36D326BBDF1D}"/>
              </a:ext>
            </a:extLst>
          </p:cNvPr>
          <p:cNvSpPr/>
          <p:nvPr/>
        </p:nvSpPr>
        <p:spPr>
          <a:xfrm>
            <a:off x="6992192" y="9212878"/>
            <a:ext cx="1425039" cy="2603071"/>
          </a:xfrm>
          <a:custGeom>
            <a:avLst/>
            <a:gdLst>
              <a:gd name="connsiteX0" fmla="*/ 1206532 w 1425039"/>
              <a:gd name="connsiteY0" fmla="*/ 2603071 h 2603071"/>
              <a:gd name="connsiteX1" fmla="*/ 1225533 w 1425039"/>
              <a:gd name="connsiteY1" fmla="*/ 2479567 h 2603071"/>
              <a:gd name="connsiteX2" fmla="*/ 1244533 w 1425039"/>
              <a:gd name="connsiteY2" fmla="*/ 2394065 h 2603071"/>
              <a:gd name="connsiteX3" fmla="*/ 1263534 w 1425039"/>
              <a:gd name="connsiteY3" fmla="*/ 2356064 h 2603071"/>
              <a:gd name="connsiteX4" fmla="*/ 1282535 w 1425039"/>
              <a:gd name="connsiteY4" fmla="*/ 2280062 h 2603071"/>
              <a:gd name="connsiteX5" fmla="*/ 1292035 w 1425039"/>
              <a:gd name="connsiteY5" fmla="*/ 2251561 h 2603071"/>
              <a:gd name="connsiteX6" fmla="*/ 1330035 w 1425039"/>
              <a:gd name="connsiteY6" fmla="*/ 2185059 h 2603071"/>
              <a:gd name="connsiteX7" fmla="*/ 1339536 w 1425039"/>
              <a:gd name="connsiteY7" fmla="*/ 2147058 h 2603071"/>
              <a:gd name="connsiteX8" fmla="*/ 1358536 w 1425039"/>
              <a:gd name="connsiteY8" fmla="*/ 2109057 h 2603071"/>
              <a:gd name="connsiteX9" fmla="*/ 1368037 w 1425039"/>
              <a:gd name="connsiteY9" fmla="*/ 2071056 h 2603071"/>
              <a:gd name="connsiteX10" fmla="*/ 1387037 w 1425039"/>
              <a:gd name="connsiteY10" fmla="*/ 1976054 h 2603071"/>
              <a:gd name="connsiteX11" fmla="*/ 1396538 w 1425039"/>
              <a:gd name="connsiteY11" fmla="*/ 1919052 h 2603071"/>
              <a:gd name="connsiteX12" fmla="*/ 1415538 w 1425039"/>
              <a:gd name="connsiteY12" fmla="*/ 1700546 h 2603071"/>
              <a:gd name="connsiteX13" fmla="*/ 1425039 w 1425039"/>
              <a:gd name="connsiteY13" fmla="*/ 1624544 h 2603071"/>
              <a:gd name="connsiteX14" fmla="*/ 1415538 w 1425039"/>
              <a:gd name="connsiteY14" fmla="*/ 1491540 h 2603071"/>
              <a:gd name="connsiteX15" fmla="*/ 1406038 w 1425039"/>
              <a:gd name="connsiteY15" fmla="*/ 1463039 h 2603071"/>
              <a:gd name="connsiteX16" fmla="*/ 1368037 w 1425039"/>
              <a:gd name="connsiteY16" fmla="*/ 1406038 h 2603071"/>
              <a:gd name="connsiteX17" fmla="*/ 1349036 w 1425039"/>
              <a:gd name="connsiteY17" fmla="*/ 1377537 h 2603071"/>
              <a:gd name="connsiteX18" fmla="*/ 1320535 w 1425039"/>
              <a:gd name="connsiteY18" fmla="*/ 1349036 h 2603071"/>
              <a:gd name="connsiteX19" fmla="*/ 1301535 w 1425039"/>
              <a:gd name="connsiteY19" fmla="*/ 1320535 h 2603071"/>
              <a:gd name="connsiteX20" fmla="*/ 1263534 w 1425039"/>
              <a:gd name="connsiteY20" fmla="*/ 1292035 h 2603071"/>
              <a:gd name="connsiteX21" fmla="*/ 1206532 w 1425039"/>
              <a:gd name="connsiteY21" fmla="*/ 1235033 h 2603071"/>
              <a:gd name="connsiteX22" fmla="*/ 1178031 w 1425039"/>
              <a:gd name="connsiteY22" fmla="*/ 1206532 h 2603071"/>
              <a:gd name="connsiteX23" fmla="*/ 1111530 w 1425039"/>
              <a:gd name="connsiteY23" fmla="*/ 1149531 h 2603071"/>
              <a:gd name="connsiteX24" fmla="*/ 1083029 w 1425039"/>
              <a:gd name="connsiteY24" fmla="*/ 1130531 h 2603071"/>
              <a:gd name="connsiteX25" fmla="*/ 997527 w 1425039"/>
              <a:gd name="connsiteY25" fmla="*/ 1026027 h 2603071"/>
              <a:gd name="connsiteX26" fmla="*/ 959526 w 1425039"/>
              <a:gd name="connsiteY26" fmla="*/ 969026 h 2603071"/>
              <a:gd name="connsiteX27" fmla="*/ 931025 w 1425039"/>
              <a:gd name="connsiteY27" fmla="*/ 940525 h 2603071"/>
              <a:gd name="connsiteX28" fmla="*/ 912024 w 1425039"/>
              <a:gd name="connsiteY28" fmla="*/ 902524 h 2603071"/>
              <a:gd name="connsiteX29" fmla="*/ 893023 w 1425039"/>
              <a:gd name="connsiteY29" fmla="*/ 874023 h 2603071"/>
              <a:gd name="connsiteX30" fmla="*/ 864523 w 1425039"/>
              <a:gd name="connsiteY30" fmla="*/ 798021 h 2603071"/>
              <a:gd name="connsiteX31" fmla="*/ 807522 w 1425039"/>
              <a:gd name="connsiteY31" fmla="*/ 703019 h 2603071"/>
              <a:gd name="connsiteX32" fmla="*/ 788521 w 1425039"/>
              <a:gd name="connsiteY32" fmla="*/ 674518 h 2603071"/>
              <a:gd name="connsiteX33" fmla="*/ 769520 w 1425039"/>
              <a:gd name="connsiteY33" fmla="*/ 636517 h 2603071"/>
              <a:gd name="connsiteX34" fmla="*/ 741019 w 1425039"/>
              <a:gd name="connsiteY34" fmla="*/ 598516 h 2603071"/>
              <a:gd name="connsiteX35" fmla="*/ 674518 w 1425039"/>
              <a:gd name="connsiteY35" fmla="*/ 513014 h 2603071"/>
              <a:gd name="connsiteX36" fmla="*/ 665018 w 1425039"/>
              <a:gd name="connsiteY36" fmla="*/ 484513 h 2603071"/>
              <a:gd name="connsiteX37" fmla="*/ 608016 w 1425039"/>
              <a:gd name="connsiteY37" fmla="*/ 437011 h 2603071"/>
              <a:gd name="connsiteX38" fmla="*/ 551015 w 1425039"/>
              <a:gd name="connsiteY38" fmla="*/ 380010 h 2603071"/>
              <a:gd name="connsiteX39" fmla="*/ 494013 w 1425039"/>
              <a:gd name="connsiteY39" fmla="*/ 323008 h 2603071"/>
              <a:gd name="connsiteX40" fmla="*/ 465512 w 1425039"/>
              <a:gd name="connsiteY40" fmla="*/ 294507 h 2603071"/>
              <a:gd name="connsiteX41" fmla="*/ 399011 w 1425039"/>
              <a:gd name="connsiteY41" fmla="*/ 256507 h 2603071"/>
              <a:gd name="connsiteX42" fmla="*/ 313508 w 1425039"/>
              <a:gd name="connsiteY42" fmla="*/ 199505 h 2603071"/>
              <a:gd name="connsiteX43" fmla="*/ 285007 w 1425039"/>
              <a:gd name="connsiteY43" fmla="*/ 180504 h 2603071"/>
              <a:gd name="connsiteX44" fmla="*/ 256507 w 1425039"/>
              <a:gd name="connsiteY44" fmla="*/ 171004 h 2603071"/>
              <a:gd name="connsiteX45" fmla="*/ 199505 w 1425039"/>
              <a:gd name="connsiteY45" fmla="*/ 133003 h 2603071"/>
              <a:gd name="connsiteX46" fmla="*/ 171004 w 1425039"/>
              <a:gd name="connsiteY46" fmla="*/ 114003 h 2603071"/>
              <a:gd name="connsiteX47" fmla="*/ 142503 w 1425039"/>
              <a:gd name="connsiteY47" fmla="*/ 85502 h 2603071"/>
              <a:gd name="connsiteX48" fmla="*/ 123503 w 1425039"/>
              <a:gd name="connsiteY48" fmla="*/ 57001 h 2603071"/>
              <a:gd name="connsiteX49" fmla="*/ 38000 w 1425039"/>
              <a:gd name="connsiteY49" fmla="*/ 28500 h 2603071"/>
              <a:gd name="connsiteX50" fmla="*/ 9499 w 1425039"/>
              <a:gd name="connsiteY50" fmla="*/ 19000 h 2603071"/>
              <a:gd name="connsiteX51" fmla="*/ 0 w 1425039"/>
              <a:gd name="connsiteY51" fmla="*/ 0 h 2603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425039" h="2603071" extrusionOk="0">
                <a:moveTo>
                  <a:pt x="1206532" y="2603071"/>
                </a:moveTo>
                <a:cubicBezTo>
                  <a:pt x="1239645" y="2458743"/>
                  <a:pt x="1209009" y="2558290"/>
                  <a:pt x="1225533" y="2479567"/>
                </a:cubicBezTo>
                <a:cubicBezTo>
                  <a:pt x="1226812" y="2463747"/>
                  <a:pt x="1237426" y="2415725"/>
                  <a:pt x="1244533" y="2394065"/>
                </a:cubicBezTo>
                <a:cubicBezTo>
                  <a:pt x="1246441" y="2379723"/>
                  <a:pt x="1253900" y="2367705"/>
                  <a:pt x="1263534" y="2356064"/>
                </a:cubicBezTo>
                <a:cubicBezTo>
                  <a:pt x="1270904" y="2332344"/>
                  <a:pt x="1275430" y="2304846"/>
                  <a:pt x="1282535" y="2280062"/>
                </a:cubicBezTo>
                <a:cubicBezTo>
                  <a:pt x="1284893" y="2271589"/>
                  <a:pt x="1287330" y="2261597"/>
                  <a:pt x="1292035" y="2251561"/>
                </a:cubicBezTo>
                <a:cubicBezTo>
                  <a:pt x="1309504" y="2200509"/>
                  <a:pt x="1308769" y="2245593"/>
                  <a:pt x="1330035" y="2185059"/>
                </a:cubicBezTo>
                <a:cubicBezTo>
                  <a:pt x="1335755" y="2175538"/>
                  <a:pt x="1332465" y="2158069"/>
                  <a:pt x="1339536" y="2147058"/>
                </a:cubicBezTo>
                <a:cubicBezTo>
                  <a:pt x="1346228" y="2132449"/>
                  <a:pt x="1355319" y="2122267"/>
                  <a:pt x="1358536" y="2109057"/>
                </a:cubicBezTo>
                <a:cubicBezTo>
                  <a:pt x="1365710" y="2098244"/>
                  <a:pt x="1366595" y="2082857"/>
                  <a:pt x="1368037" y="2071056"/>
                </a:cubicBezTo>
                <a:cubicBezTo>
                  <a:pt x="1366829" y="2038888"/>
                  <a:pt x="1381249" y="2007047"/>
                  <a:pt x="1387037" y="1976054"/>
                </a:cubicBezTo>
                <a:cubicBezTo>
                  <a:pt x="1393035" y="1958055"/>
                  <a:pt x="1396571" y="1938863"/>
                  <a:pt x="1396538" y="1919052"/>
                </a:cubicBezTo>
                <a:cubicBezTo>
                  <a:pt x="1407262" y="1846499"/>
                  <a:pt x="1403917" y="1770763"/>
                  <a:pt x="1415538" y="1700546"/>
                </a:cubicBezTo>
                <a:cubicBezTo>
                  <a:pt x="1412221" y="1673122"/>
                  <a:pt x="1424617" y="1657093"/>
                  <a:pt x="1425039" y="1624544"/>
                </a:cubicBezTo>
                <a:cubicBezTo>
                  <a:pt x="1418273" y="1575345"/>
                  <a:pt x="1418528" y="1541242"/>
                  <a:pt x="1415538" y="1491540"/>
                </a:cubicBezTo>
                <a:cubicBezTo>
                  <a:pt x="1413530" y="1479747"/>
                  <a:pt x="1412824" y="1471804"/>
                  <a:pt x="1406038" y="1463039"/>
                </a:cubicBezTo>
                <a:cubicBezTo>
                  <a:pt x="1391608" y="1443938"/>
                  <a:pt x="1382398" y="1425677"/>
                  <a:pt x="1368037" y="1406038"/>
                </a:cubicBezTo>
                <a:cubicBezTo>
                  <a:pt x="1362371" y="1396633"/>
                  <a:pt x="1355276" y="1387159"/>
                  <a:pt x="1349036" y="1377537"/>
                </a:cubicBezTo>
                <a:cubicBezTo>
                  <a:pt x="1342191" y="1368026"/>
                  <a:pt x="1329319" y="1356581"/>
                  <a:pt x="1320535" y="1349036"/>
                </a:cubicBezTo>
                <a:cubicBezTo>
                  <a:pt x="1311039" y="1337850"/>
                  <a:pt x="1310285" y="1328436"/>
                  <a:pt x="1301535" y="1320535"/>
                </a:cubicBezTo>
                <a:cubicBezTo>
                  <a:pt x="1292636" y="1308071"/>
                  <a:pt x="1277339" y="1302480"/>
                  <a:pt x="1263534" y="1292035"/>
                </a:cubicBezTo>
                <a:cubicBezTo>
                  <a:pt x="1242441" y="1272229"/>
                  <a:pt x="1224603" y="1255656"/>
                  <a:pt x="1206532" y="1235033"/>
                </a:cubicBezTo>
                <a:cubicBezTo>
                  <a:pt x="1195710" y="1224892"/>
                  <a:pt x="1189103" y="1214665"/>
                  <a:pt x="1178031" y="1206532"/>
                </a:cubicBezTo>
                <a:cubicBezTo>
                  <a:pt x="1110408" y="1177875"/>
                  <a:pt x="1194282" y="1192483"/>
                  <a:pt x="1111530" y="1149531"/>
                </a:cubicBezTo>
                <a:cubicBezTo>
                  <a:pt x="1101009" y="1140127"/>
                  <a:pt x="1089569" y="1136725"/>
                  <a:pt x="1083029" y="1130531"/>
                </a:cubicBezTo>
                <a:cubicBezTo>
                  <a:pt x="1055679" y="1109449"/>
                  <a:pt x="1016898" y="1061245"/>
                  <a:pt x="997527" y="1026027"/>
                </a:cubicBezTo>
                <a:cubicBezTo>
                  <a:pt x="978278" y="1006017"/>
                  <a:pt x="974555" y="980909"/>
                  <a:pt x="959526" y="969026"/>
                </a:cubicBezTo>
                <a:cubicBezTo>
                  <a:pt x="946925" y="958303"/>
                  <a:pt x="938482" y="950972"/>
                  <a:pt x="931025" y="940525"/>
                </a:cubicBezTo>
                <a:cubicBezTo>
                  <a:pt x="922948" y="928084"/>
                  <a:pt x="919339" y="914509"/>
                  <a:pt x="912024" y="902524"/>
                </a:cubicBezTo>
                <a:cubicBezTo>
                  <a:pt x="904902" y="894820"/>
                  <a:pt x="898358" y="884649"/>
                  <a:pt x="893023" y="874023"/>
                </a:cubicBezTo>
                <a:cubicBezTo>
                  <a:pt x="885465" y="853012"/>
                  <a:pt x="874049" y="813441"/>
                  <a:pt x="864523" y="798021"/>
                </a:cubicBezTo>
                <a:cubicBezTo>
                  <a:pt x="847091" y="762966"/>
                  <a:pt x="827579" y="735140"/>
                  <a:pt x="807522" y="703019"/>
                </a:cubicBezTo>
                <a:cubicBezTo>
                  <a:pt x="802206" y="692918"/>
                  <a:pt x="794505" y="685020"/>
                  <a:pt x="788521" y="674518"/>
                </a:cubicBezTo>
                <a:cubicBezTo>
                  <a:pt x="780249" y="662084"/>
                  <a:pt x="778964" y="649428"/>
                  <a:pt x="769520" y="636517"/>
                </a:cubicBezTo>
                <a:cubicBezTo>
                  <a:pt x="760507" y="620534"/>
                  <a:pt x="753612" y="610028"/>
                  <a:pt x="741019" y="598516"/>
                </a:cubicBezTo>
                <a:cubicBezTo>
                  <a:pt x="684489" y="513773"/>
                  <a:pt x="724571" y="564675"/>
                  <a:pt x="674518" y="513014"/>
                </a:cubicBezTo>
                <a:cubicBezTo>
                  <a:pt x="673246" y="502605"/>
                  <a:pt x="670959" y="490626"/>
                  <a:pt x="665018" y="484513"/>
                </a:cubicBezTo>
                <a:cubicBezTo>
                  <a:pt x="641274" y="448635"/>
                  <a:pt x="638919" y="462073"/>
                  <a:pt x="608016" y="437011"/>
                </a:cubicBezTo>
                <a:cubicBezTo>
                  <a:pt x="586782" y="423517"/>
                  <a:pt x="572838" y="395755"/>
                  <a:pt x="551015" y="380010"/>
                </a:cubicBezTo>
                <a:cubicBezTo>
                  <a:pt x="528842" y="365898"/>
                  <a:pt x="512712" y="339604"/>
                  <a:pt x="494013" y="323008"/>
                </a:cubicBezTo>
                <a:cubicBezTo>
                  <a:pt x="483690" y="313108"/>
                  <a:pt x="473606" y="303532"/>
                  <a:pt x="465512" y="294507"/>
                </a:cubicBezTo>
                <a:cubicBezTo>
                  <a:pt x="363198" y="247016"/>
                  <a:pt x="498819" y="349694"/>
                  <a:pt x="399011" y="256507"/>
                </a:cubicBezTo>
                <a:cubicBezTo>
                  <a:pt x="399063" y="260522"/>
                  <a:pt x="326972" y="204257"/>
                  <a:pt x="313508" y="199505"/>
                </a:cubicBezTo>
                <a:cubicBezTo>
                  <a:pt x="304768" y="192081"/>
                  <a:pt x="294409" y="185253"/>
                  <a:pt x="285007" y="180504"/>
                </a:cubicBezTo>
                <a:cubicBezTo>
                  <a:pt x="273179" y="177404"/>
                  <a:pt x="266087" y="173286"/>
                  <a:pt x="256507" y="171004"/>
                </a:cubicBezTo>
                <a:cubicBezTo>
                  <a:pt x="235022" y="165299"/>
                  <a:pt x="214904" y="136773"/>
                  <a:pt x="199505" y="133003"/>
                </a:cubicBezTo>
                <a:cubicBezTo>
                  <a:pt x="189002" y="127224"/>
                  <a:pt x="178067" y="124783"/>
                  <a:pt x="171004" y="114003"/>
                </a:cubicBezTo>
                <a:cubicBezTo>
                  <a:pt x="165057" y="103144"/>
                  <a:pt x="153213" y="96440"/>
                  <a:pt x="142503" y="85502"/>
                </a:cubicBezTo>
                <a:cubicBezTo>
                  <a:pt x="135552" y="78619"/>
                  <a:pt x="132484" y="61516"/>
                  <a:pt x="123503" y="57001"/>
                </a:cubicBezTo>
                <a:cubicBezTo>
                  <a:pt x="123314" y="56450"/>
                  <a:pt x="51216" y="35554"/>
                  <a:pt x="38000" y="28500"/>
                </a:cubicBezTo>
                <a:cubicBezTo>
                  <a:pt x="29088" y="27133"/>
                  <a:pt x="11492" y="26574"/>
                  <a:pt x="9499" y="19000"/>
                </a:cubicBezTo>
                <a:cubicBezTo>
                  <a:pt x="5697" y="14264"/>
                  <a:pt x="4727" y="4513"/>
                  <a:pt x="0" y="0"/>
                </a:cubicBezTo>
              </a:path>
            </a:pathLst>
          </a:custGeom>
          <a:noFill/>
          <a:ln w="76200">
            <a:solidFill>
              <a:schemeClr val="accent5"/>
            </a:solidFill>
            <a:extLst>
              <a:ext uri="{C807C97D-BFC1-408E-A445-0C87EB9F89A2}">
                <ask:lineSketchStyleProps xmlns:ask="http://schemas.microsoft.com/office/drawing/2018/sketchyshapes" sd="3283138760">
                  <a:custGeom>
                    <a:avLst/>
                    <a:gdLst>
                      <a:gd name="connsiteX0" fmla="*/ 1508166 w 1781299"/>
                      <a:gd name="connsiteY0" fmla="*/ 3253839 h 3253839"/>
                      <a:gd name="connsiteX1" fmla="*/ 1531917 w 1781299"/>
                      <a:gd name="connsiteY1" fmla="*/ 3099460 h 3253839"/>
                      <a:gd name="connsiteX2" fmla="*/ 1555667 w 1781299"/>
                      <a:gd name="connsiteY2" fmla="*/ 2992582 h 3253839"/>
                      <a:gd name="connsiteX3" fmla="*/ 1579418 w 1781299"/>
                      <a:gd name="connsiteY3" fmla="*/ 2945081 h 3253839"/>
                      <a:gd name="connsiteX4" fmla="*/ 1603169 w 1781299"/>
                      <a:gd name="connsiteY4" fmla="*/ 2850078 h 3253839"/>
                      <a:gd name="connsiteX5" fmla="*/ 1615044 w 1781299"/>
                      <a:gd name="connsiteY5" fmla="*/ 2814452 h 3253839"/>
                      <a:gd name="connsiteX6" fmla="*/ 1662545 w 1781299"/>
                      <a:gd name="connsiteY6" fmla="*/ 2731325 h 3253839"/>
                      <a:gd name="connsiteX7" fmla="*/ 1674421 w 1781299"/>
                      <a:gd name="connsiteY7" fmla="*/ 2683823 h 3253839"/>
                      <a:gd name="connsiteX8" fmla="*/ 1698171 w 1781299"/>
                      <a:gd name="connsiteY8" fmla="*/ 2636322 h 3253839"/>
                      <a:gd name="connsiteX9" fmla="*/ 1710047 w 1781299"/>
                      <a:gd name="connsiteY9" fmla="*/ 2588821 h 3253839"/>
                      <a:gd name="connsiteX10" fmla="*/ 1733797 w 1781299"/>
                      <a:gd name="connsiteY10" fmla="*/ 2470068 h 3253839"/>
                      <a:gd name="connsiteX11" fmla="*/ 1745673 w 1781299"/>
                      <a:gd name="connsiteY11" fmla="*/ 2398816 h 3253839"/>
                      <a:gd name="connsiteX12" fmla="*/ 1769423 w 1781299"/>
                      <a:gd name="connsiteY12" fmla="*/ 2125683 h 3253839"/>
                      <a:gd name="connsiteX13" fmla="*/ 1781299 w 1781299"/>
                      <a:gd name="connsiteY13" fmla="*/ 2030681 h 3253839"/>
                      <a:gd name="connsiteX14" fmla="*/ 1769423 w 1781299"/>
                      <a:gd name="connsiteY14" fmla="*/ 1864426 h 3253839"/>
                      <a:gd name="connsiteX15" fmla="*/ 1757548 w 1781299"/>
                      <a:gd name="connsiteY15" fmla="*/ 1828800 h 3253839"/>
                      <a:gd name="connsiteX16" fmla="*/ 1710047 w 1781299"/>
                      <a:gd name="connsiteY16" fmla="*/ 1757548 h 3253839"/>
                      <a:gd name="connsiteX17" fmla="*/ 1686296 w 1781299"/>
                      <a:gd name="connsiteY17" fmla="*/ 1721922 h 3253839"/>
                      <a:gd name="connsiteX18" fmla="*/ 1650670 w 1781299"/>
                      <a:gd name="connsiteY18" fmla="*/ 1686296 h 3253839"/>
                      <a:gd name="connsiteX19" fmla="*/ 1626919 w 1781299"/>
                      <a:gd name="connsiteY19" fmla="*/ 1650670 h 3253839"/>
                      <a:gd name="connsiteX20" fmla="*/ 1579418 w 1781299"/>
                      <a:gd name="connsiteY20" fmla="*/ 1615044 h 3253839"/>
                      <a:gd name="connsiteX21" fmla="*/ 1508166 w 1781299"/>
                      <a:gd name="connsiteY21" fmla="*/ 1543792 h 3253839"/>
                      <a:gd name="connsiteX22" fmla="*/ 1472540 w 1781299"/>
                      <a:gd name="connsiteY22" fmla="*/ 1508166 h 3253839"/>
                      <a:gd name="connsiteX23" fmla="*/ 1389413 w 1781299"/>
                      <a:gd name="connsiteY23" fmla="*/ 1436914 h 3253839"/>
                      <a:gd name="connsiteX24" fmla="*/ 1353787 w 1781299"/>
                      <a:gd name="connsiteY24" fmla="*/ 1413164 h 3253839"/>
                      <a:gd name="connsiteX25" fmla="*/ 1246909 w 1781299"/>
                      <a:gd name="connsiteY25" fmla="*/ 1282535 h 3253839"/>
                      <a:gd name="connsiteX26" fmla="*/ 1199408 w 1781299"/>
                      <a:gd name="connsiteY26" fmla="*/ 1211283 h 3253839"/>
                      <a:gd name="connsiteX27" fmla="*/ 1163782 w 1781299"/>
                      <a:gd name="connsiteY27" fmla="*/ 1175657 h 3253839"/>
                      <a:gd name="connsiteX28" fmla="*/ 1140031 w 1781299"/>
                      <a:gd name="connsiteY28" fmla="*/ 1128156 h 3253839"/>
                      <a:gd name="connsiteX29" fmla="*/ 1116280 w 1781299"/>
                      <a:gd name="connsiteY29" fmla="*/ 1092530 h 3253839"/>
                      <a:gd name="connsiteX30" fmla="*/ 1080655 w 1781299"/>
                      <a:gd name="connsiteY30" fmla="*/ 997527 h 3253839"/>
                      <a:gd name="connsiteX31" fmla="*/ 1009403 w 1781299"/>
                      <a:gd name="connsiteY31" fmla="*/ 878774 h 3253839"/>
                      <a:gd name="connsiteX32" fmla="*/ 985652 w 1781299"/>
                      <a:gd name="connsiteY32" fmla="*/ 843148 h 3253839"/>
                      <a:gd name="connsiteX33" fmla="*/ 961901 w 1781299"/>
                      <a:gd name="connsiteY33" fmla="*/ 795647 h 3253839"/>
                      <a:gd name="connsiteX34" fmla="*/ 926275 w 1781299"/>
                      <a:gd name="connsiteY34" fmla="*/ 748146 h 3253839"/>
                      <a:gd name="connsiteX35" fmla="*/ 843148 w 1781299"/>
                      <a:gd name="connsiteY35" fmla="*/ 641268 h 3253839"/>
                      <a:gd name="connsiteX36" fmla="*/ 831273 w 1781299"/>
                      <a:gd name="connsiteY36" fmla="*/ 605642 h 3253839"/>
                      <a:gd name="connsiteX37" fmla="*/ 760021 w 1781299"/>
                      <a:gd name="connsiteY37" fmla="*/ 546265 h 3253839"/>
                      <a:gd name="connsiteX38" fmla="*/ 688769 w 1781299"/>
                      <a:gd name="connsiteY38" fmla="*/ 475013 h 3253839"/>
                      <a:gd name="connsiteX39" fmla="*/ 617517 w 1781299"/>
                      <a:gd name="connsiteY39" fmla="*/ 403761 h 3253839"/>
                      <a:gd name="connsiteX40" fmla="*/ 581891 w 1781299"/>
                      <a:gd name="connsiteY40" fmla="*/ 368135 h 3253839"/>
                      <a:gd name="connsiteX41" fmla="*/ 498764 w 1781299"/>
                      <a:gd name="connsiteY41" fmla="*/ 320634 h 3253839"/>
                      <a:gd name="connsiteX42" fmla="*/ 391886 w 1781299"/>
                      <a:gd name="connsiteY42" fmla="*/ 249382 h 3253839"/>
                      <a:gd name="connsiteX43" fmla="*/ 356260 w 1781299"/>
                      <a:gd name="connsiteY43" fmla="*/ 225631 h 3253839"/>
                      <a:gd name="connsiteX44" fmla="*/ 320634 w 1781299"/>
                      <a:gd name="connsiteY44" fmla="*/ 213756 h 3253839"/>
                      <a:gd name="connsiteX45" fmla="*/ 249382 w 1781299"/>
                      <a:gd name="connsiteY45" fmla="*/ 166255 h 3253839"/>
                      <a:gd name="connsiteX46" fmla="*/ 213756 w 1781299"/>
                      <a:gd name="connsiteY46" fmla="*/ 142504 h 3253839"/>
                      <a:gd name="connsiteX47" fmla="*/ 178130 w 1781299"/>
                      <a:gd name="connsiteY47" fmla="*/ 106878 h 3253839"/>
                      <a:gd name="connsiteX48" fmla="*/ 154379 w 1781299"/>
                      <a:gd name="connsiteY48" fmla="*/ 71252 h 3253839"/>
                      <a:gd name="connsiteX49" fmla="*/ 47501 w 1781299"/>
                      <a:gd name="connsiteY49" fmla="*/ 35626 h 3253839"/>
                      <a:gd name="connsiteX50" fmla="*/ 11875 w 1781299"/>
                      <a:gd name="connsiteY50" fmla="*/ 23751 h 3253839"/>
                      <a:gd name="connsiteX51" fmla="*/ 0 w 1781299"/>
                      <a:gd name="connsiteY51" fmla="*/ 0 h 32538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</a:cxnLst>
                    <a:rect l="l" t="t" r="r" b="b"/>
                    <a:pathLst>
                      <a:path w="1781299" h="3253839">
                        <a:moveTo>
                          <a:pt x="1508166" y="3253839"/>
                        </a:moveTo>
                        <a:cubicBezTo>
                          <a:pt x="1526865" y="3085558"/>
                          <a:pt x="1509063" y="3202308"/>
                          <a:pt x="1531917" y="3099460"/>
                        </a:cubicBezTo>
                        <a:cubicBezTo>
                          <a:pt x="1536021" y="3080993"/>
                          <a:pt x="1547769" y="3013644"/>
                          <a:pt x="1555667" y="2992582"/>
                        </a:cubicBezTo>
                        <a:cubicBezTo>
                          <a:pt x="1561883" y="2976007"/>
                          <a:pt x="1571501" y="2960915"/>
                          <a:pt x="1579418" y="2945081"/>
                        </a:cubicBezTo>
                        <a:cubicBezTo>
                          <a:pt x="1587335" y="2913413"/>
                          <a:pt x="1592847" y="2881045"/>
                          <a:pt x="1603169" y="2850078"/>
                        </a:cubicBezTo>
                        <a:cubicBezTo>
                          <a:pt x="1607127" y="2838203"/>
                          <a:pt x="1609446" y="2825648"/>
                          <a:pt x="1615044" y="2814452"/>
                        </a:cubicBezTo>
                        <a:cubicBezTo>
                          <a:pt x="1649501" y="2745538"/>
                          <a:pt x="1631313" y="2814610"/>
                          <a:pt x="1662545" y="2731325"/>
                        </a:cubicBezTo>
                        <a:cubicBezTo>
                          <a:pt x="1668276" y="2716043"/>
                          <a:pt x="1668690" y="2699105"/>
                          <a:pt x="1674421" y="2683823"/>
                        </a:cubicBezTo>
                        <a:cubicBezTo>
                          <a:pt x="1680637" y="2667248"/>
                          <a:pt x="1691955" y="2652897"/>
                          <a:pt x="1698171" y="2636322"/>
                        </a:cubicBezTo>
                        <a:cubicBezTo>
                          <a:pt x="1703902" y="2621040"/>
                          <a:pt x="1706627" y="2604780"/>
                          <a:pt x="1710047" y="2588821"/>
                        </a:cubicBezTo>
                        <a:cubicBezTo>
                          <a:pt x="1718505" y="2549349"/>
                          <a:pt x="1727160" y="2509887"/>
                          <a:pt x="1733797" y="2470068"/>
                        </a:cubicBezTo>
                        <a:cubicBezTo>
                          <a:pt x="1737756" y="2446317"/>
                          <a:pt x="1743195" y="2422767"/>
                          <a:pt x="1745673" y="2398816"/>
                        </a:cubicBezTo>
                        <a:cubicBezTo>
                          <a:pt x="1755077" y="2307913"/>
                          <a:pt x="1758087" y="2216365"/>
                          <a:pt x="1769423" y="2125683"/>
                        </a:cubicBezTo>
                        <a:lnTo>
                          <a:pt x="1781299" y="2030681"/>
                        </a:lnTo>
                        <a:cubicBezTo>
                          <a:pt x="1777340" y="1975263"/>
                          <a:pt x="1775915" y="1919605"/>
                          <a:pt x="1769423" y="1864426"/>
                        </a:cubicBezTo>
                        <a:cubicBezTo>
                          <a:pt x="1767960" y="1851994"/>
                          <a:pt x="1763627" y="1839742"/>
                          <a:pt x="1757548" y="1828800"/>
                        </a:cubicBezTo>
                        <a:cubicBezTo>
                          <a:pt x="1743686" y="1803847"/>
                          <a:pt x="1725881" y="1781299"/>
                          <a:pt x="1710047" y="1757548"/>
                        </a:cubicBezTo>
                        <a:cubicBezTo>
                          <a:pt x="1702130" y="1745673"/>
                          <a:pt x="1696388" y="1732014"/>
                          <a:pt x="1686296" y="1721922"/>
                        </a:cubicBezTo>
                        <a:cubicBezTo>
                          <a:pt x="1674421" y="1710047"/>
                          <a:pt x="1661421" y="1699198"/>
                          <a:pt x="1650670" y="1686296"/>
                        </a:cubicBezTo>
                        <a:cubicBezTo>
                          <a:pt x="1641533" y="1675332"/>
                          <a:pt x="1637011" y="1660762"/>
                          <a:pt x="1626919" y="1650670"/>
                        </a:cubicBezTo>
                        <a:cubicBezTo>
                          <a:pt x="1612924" y="1636675"/>
                          <a:pt x="1594129" y="1628284"/>
                          <a:pt x="1579418" y="1615044"/>
                        </a:cubicBezTo>
                        <a:cubicBezTo>
                          <a:pt x="1554452" y="1592574"/>
                          <a:pt x="1531917" y="1567543"/>
                          <a:pt x="1508166" y="1543792"/>
                        </a:cubicBezTo>
                        <a:cubicBezTo>
                          <a:pt x="1496291" y="1531917"/>
                          <a:pt x="1486514" y="1517482"/>
                          <a:pt x="1472540" y="1508166"/>
                        </a:cubicBezTo>
                        <a:cubicBezTo>
                          <a:pt x="1390751" y="1453642"/>
                          <a:pt x="1490201" y="1523304"/>
                          <a:pt x="1389413" y="1436914"/>
                        </a:cubicBezTo>
                        <a:cubicBezTo>
                          <a:pt x="1378577" y="1427626"/>
                          <a:pt x="1364751" y="1422301"/>
                          <a:pt x="1353787" y="1413164"/>
                        </a:cubicBezTo>
                        <a:cubicBezTo>
                          <a:pt x="1314701" y="1380593"/>
                          <a:pt x="1270418" y="1317799"/>
                          <a:pt x="1246909" y="1282535"/>
                        </a:cubicBezTo>
                        <a:cubicBezTo>
                          <a:pt x="1231075" y="1258784"/>
                          <a:pt x="1219592" y="1231467"/>
                          <a:pt x="1199408" y="1211283"/>
                        </a:cubicBezTo>
                        <a:cubicBezTo>
                          <a:pt x="1187533" y="1199408"/>
                          <a:pt x="1173544" y="1189323"/>
                          <a:pt x="1163782" y="1175657"/>
                        </a:cubicBezTo>
                        <a:cubicBezTo>
                          <a:pt x="1153492" y="1161252"/>
                          <a:pt x="1148814" y="1143526"/>
                          <a:pt x="1140031" y="1128156"/>
                        </a:cubicBezTo>
                        <a:cubicBezTo>
                          <a:pt x="1132950" y="1115764"/>
                          <a:pt x="1124197" y="1104405"/>
                          <a:pt x="1116280" y="1092530"/>
                        </a:cubicBezTo>
                        <a:cubicBezTo>
                          <a:pt x="1106929" y="1064477"/>
                          <a:pt x="1093276" y="1021191"/>
                          <a:pt x="1080655" y="997527"/>
                        </a:cubicBezTo>
                        <a:cubicBezTo>
                          <a:pt x="1058931" y="956795"/>
                          <a:pt x="1035010" y="917184"/>
                          <a:pt x="1009403" y="878774"/>
                        </a:cubicBezTo>
                        <a:cubicBezTo>
                          <a:pt x="1001486" y="866899"/>
                          <a:pt x="992733" y="855540"/>
                          <a:pt x="985652" y="843148"/>
                        </a:cubicBezTo>
                        <a:cubicBezTo>
                          <a:pt x="976869" y="827778"/>
                          <a:pt x="971283" y="810659"/>
                          <a:pt x="961901" y="795647"/>
                        </a:cubicBezTo>
                        <a:cubicBezTo>
                          <a:pt x="951411" y="778863"/>
                          <a:pt x="937625" y="764360"/>
                          <a:pt x="926275" y="748146"/>
                        </a:cubicBezTo>
                        <a:cubicBezTo>
                          <a:pt x="859988" y="653450"/>
                          <a:pt x="904530" y="702650"/>
                          <a:pt x="843148" y="641268"/>
                        </a:cubicBezTo>
                        <a:cubicBezTo>
                          <a:pt x="839190" y="629393"/>
                          <a:pt x="838217" y="616057"/>
                          <a:pt x="831273" y="605642"/>
                        </a:cubicBezTo>
                        <a:cubicBezTo>
                          <a:pt x="801739" y="561340"/>
                          <a:pt x="795867" y="578128"/>
                          <a:pt x="760021" y="546265"/>
                        </a:cubicBezTo>
                        <a:cubicBezTo>
                          <a:pt x="734917" y="523950"/>
                          <a:pt x="712520" y="498764"/>
                          <a:pt x="688769" y="475013"/>
                        </a:cubicBezTo>
                        <a:lnTo>
                          <a:pt x="617517" y="403761"/>
                        </a:lnTo>
                        <a:cubicBezTo>
                          <a:pt x="605642" y="391886"/>
                          <a:pt x="595865" y="377451"/>
                          <a:pt x="581891" y="368135"/>
                        </a:cubicBezTo>
                        <a:cubicBezTo>
                          <a:pt x="458637" y="285968"/>
                          <a:pt x="649450" y="411046"/>
                          <a:pt x="498764" y="320634"/>
                        </a:cubicBezTo>
                        <a:cubicBezTo>
                          <a:pt x="498747" y="320624"/>
                          <a:pt x="409707" y="261263"/>
                          <a:pt x="391886" y="249382"/>
                        </a:cubicBezTo>
                        <a:cubicBezTo>
                          <a:pt x="380011" y="241465"/>
                          <a:pt x="369800" y="230144"/>
                          <a:pt x="356260" y="225631"/>
                        </a:cubicBezTo>
                        <a:lnTo>
                          <a:pt x="320634" y="213756"/>
                        </a:lnTo>
                        <a:lnTo>
                          <a:pt x="249382" y="166255"/>
                        </a:lnTo>
                        <a:cubicBezTo>
                          <a:pt x="237507" y="158338"/>
                          <a:pt x="223848" y="152596"/>
                          <a:pt x="213756" y="142504"/>
                        </a:cubicBezTo>
                        <a:cubicBezTo>
                          <a:pt x="201881" y="130629"/>
                          <a:pt x="188881" y="119780"/>
                          <a:pt x="178130" y="106878"/>
                        </a:cubicBezTo>
                        <a:cubicBezTo>
                          <a:pt x="168993" y="95914"/>
                          <a:pt x="166482" y="78816"/>
                          <a:pt x="154379" y="71252"/>
                        </a:cubicBezTo>
                        <a:cubicBezTo>
                          <a:pt x="154375" y="71250"/>
                          <a:pt x="65316" y="41564"/>
                          <a:pt x="47501" y="35626"/>
                        </a:cubicBezTo>
                        <a:cubicBezTo>
                          <a:pt x="35626" y="31668"/>
                          <a:pt x="17473" y="34947"/>
                          <a:pt x="11875" y="23751"/>
                        </a:cubicBezTo>
                        <a:lnTo>
                          <a:pt x="0" y="0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2"/>
          </a:p>
        </p:txBody>
      </p:sp>
    </p:spTree>
    <p:extLst>
      <p:ext uri="{BB962C8B-B14F-4D97-AF65-F5344CB8AC3E}">
        <p14:creationId xmlns:p14="http://schemas.microsoft.com/office/powerpoint/2010/main" val="29955254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DF47FADC-2714-EE45-462D-868787F2FC72}"/>
              </a:ext>
            </a:extLst>
          </p:cNvPr>
          <p:cNvGrpSpPr/>
          <p:nvPr/>
        </p:nvGrpSpPr>
        <p:grpSpPr>
          <a:xfrm>
            <a:off x="3017917" y="16963746"/>
            <a:ext cx="8291576" cy="6035855"/>
            <a:chOff x="15010130" y="9503229"/>
            <a:chExt cx="10364470" cy="754481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AB70C66-AD52-B1CC-2909-F33818D154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10130" y="9503229"/>
              <a:ext cx="4453527" cy="747587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C7649-4F23-0A5D-79B1-84CC3C2680E7}"/>
                </a:ext>
              </a:extLst>
            </p:cNvPr>
            <p:cNvCxnSpPr>
              <a:cxnSpLocks/>
            </p:cNvCxnSpPr>
            <p:nvPr/>
          </p:nvCxnSpPr>
          <p:spPr>
            <a:xfrm>
              <a:off x="21096514" y="9503229"/>
              <a:ext cx="4278086" cy="747587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87EA36B-BE79-EC81-46A3-398D70CF4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59116" y="16979099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367E6FB-514F-1C19-F0D9-2FDE2107E6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655143" y="15838712"/>
              <a:ext cx="689882" cy="1140387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B0E78A-45EA-963C-5CC4-7BEFF9CC2D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236893" y="15838713"/>
              <a:ext cx="822507" cy="1174861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6E70D3D-A5D4-442B-4397-241D1DA312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59400" y="17013574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A00C2B4-0DF4-8D30-8946-E872113C8F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034906" y="14524442"/>
              <a:ext cx="1620521" cy="2489132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6A5132-8223-A7FD-A036-03E51BDCF9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34906" y="13378103"/>
              <a:ext cx="810260" cy="114633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60CDEF2-A2B1-AE46-680D-3BAF8FC808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769691" y="13349580"/>
              <a:ext cx="2289993" cy="361344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B7C1EF5-B21A-4F41-ABB7-2882963B7B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59684" y="17013574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D51DA80-7717-951C-76B2-6378FE4567D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45263" y="12105015"/>
              <a:ext cx="2992121" cy="490855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FF4B2-061F-427F-4188-6AD40A6F7E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253506" y="10964383"/>
              <a:ext cx="3706677" cy="608366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266EBB0-4D17-5FC1-4B9F-0CD88D4F0D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78573" y="16963025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7FA21C7-E9E7-550B-A97A-C38BD3B969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553462" y="10956859"/>
              <a:ext cx="810260" cy="114633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3BBA109-3A96-A1D6-56EE-8E6EB30067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93534" y="9503229"/>
              <a:ext cx="1747789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E15F5B86-9F2F-52F9-92A6-CA59693F4005}"/>
              </a:ext>
            </a:extLst>
          </p:cNvPr>
          <p:cNvGrpSpPr/>
          <p:nvPr/>
        </p:nvGrpSpPr>
        <p:grpSpPr>
          <a:xfrm>
            <a:off x="2276187" y="5098193"/>
            <a:ext cx="8291576" cy="6504665"/>
            <a:chOff x="27681102" y="7359358"/>
            <a:chExt cx="10364470" cy="8130831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F9DABC8-934C-A6C0-DDC1-95D9455581B5}"/>
                </a:ext>
              </a:extLst>
            </p:cNvPr>
            <p:cNvGrpSpPr/>
            <p:nvPr/>
          </p:nvGrpSpPr>
          <p:grpSpPr>
            <a:xfrm>
              <a:off x="27681102" y="7359358"/>
              <a:ext cx="10364470" cy="8130831"/>
              <a:chOff x="15010130" y="8882743"/>
              <a:chExt cx="10364470" cy="8130831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8BE3099-EC92-F557-6820-78ECE3700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010130" y="9503229"/>
                <a:ext cx="4453527" cy="747587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ECACCFB-9496-7BF3-4E5C-92EE142E7B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96514" y="9503229"/>
                <a:ext cx="4278086" cy="747587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6EB58834-2B5A-E29A-F9FE-4D5ECC9785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059116" y="16979099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B2708057-C482-348D-7810-16648B41D0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655143" y="15838712"/>
                <a:ext cx="689882" cy="1140387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BB4DB21-9860-27DC-B37F-5E92A398FA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7236893" y="15838713"/>
                <a:ext cx="822507" cy="117486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7B0A968-394B-B64F-A4DF-71ED713B88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59400" y="17013574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05E8772-E667-D2B8-F79E-A2E2B91E86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034906" y="14524442"/>
                <a:ext cx="1620521" cy="2489132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79FE54A-088B-BD17-8309-5704C201322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10303" y="13349580"/>
                <a:ext cx="1616909" cy="3629519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8A8F5BFB-DAE3-79EC-B168-664C483C924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958592" y="16963025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DAE79D32-C8A5-60CC-6A9D-FB5E5D812D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60733" y="14559294"/>
                <a:ext cx="1086211" cy="240373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4177575-6BA4-EF69-33F4-6AA1FA03A2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546944" y="14559294"/>
                <a:ext cx="1231629" cy="240373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A12AEEC0-664E-DD4F-B037-BEF72DCFA6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778573" y="16963025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997C1992-33E5-B79C-81AA-0C1CC3BD13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20621" y="10956859"/>
                <a:ext cx="2253387" cy="3602435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20BCB4-8A93-CE89-9CF8-B4E13539CB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93533" y="8882743"/>
                <a:ext cx="1747789" cy="0"/>
              </a:xfrm>
              <a:prstGeom prst="line">
                <a:avLst/>
              </a:prstGeom>
              <a:ln w="1270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CD2BDB2-D89D-850E-7D07-980661BF373A}"/>
                </a:ext>
              </a:extLst>
            </p:cNvPr>
            <p:cNvCxnSpPr>
              <a:cxnSpLocks/>
            </p:cNvCxnSpPr>
            <p:nvPr/>
          </p:nvCxnSpPr>
          <p:spPr>
            <a:xfrm>
              <a:off x="32938400" y="9433473"/>
              <a:ext cx="1359784" cy="242124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8EDB915-48F5-8766-E4AE-ABBE14B37C76}"/>
              </a:ext>
            </a:extLst>
          </p:cNvPr>
          <p:cNvCxnSpPr>
            <a:cxnSpLocks/>
          </p:cNvCxnSpPr>
          <p:nvPr/>
        </p:nvCxnSpPr>
        <p:spPr>
          <a:xfrm>
            <a:off x="7199555" y="16977536"/>
            <a:ext cx="3471527" cy="595404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600935A-C443-1892-FF9C-F9B0404C3F65}"/>
              </a:ext>
            </a:extLst>
          </p:cNvPr>
          <p:cNvCxnSpPr>
            <a:cxnSpLocks/>
          </p:cNvCxnSpPr>
          <p:nvPr/>
        </p:nvCxnSpPr>
        <p:spPr>
          <a:xfrm flipV="1">
            <a:off x="1875206" y="10396398"/>
            <a:ext cx="25315392" cy="110647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C480C2BC-1D0E-2861-4AA0-404D007616C1}"/>
              </a:ext>
            </a:extLst>
          </p:cNvPr>
          <p:cNvCxnSpPr>
            <a:cxnSpLocks/>
          </p:cNvCxnSpPr>
          <p:nvPr/>
        </p:nvCxnSpPr>
        <p:spPr>
          <a:xfrm flipV="1">
            <a:off x="1946276" y="9611551"/>
            <a:ext cx="25244323" cy="5401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3BC376C-12F4-A854-FB5E-AD6F8EBCDEC2}"/>
              </a:ext>
            </a:extLst>
          </p:cNvPr>
          <p:cNvCxnSpPr>
            <a:cxnSpLocks/>
          </p:cNvCxnSpPr>
          <p:nvPr/>
        </p:nvCxnSpPr>
        <p:spPr>
          <a:xfrm flipV="1">
            <a:off x="1946276" y="8543161"/>
            <a:ext cx="25244323" cy="43382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8AF2849-AB75-F080-1DC1-22F28D485587}"/>
              </a:ext>
            </a:extLst>
          </p:cNvPr>
          <p:cNvCxnSpPr>
            <a:cxnSpLocks/>
          </p:cNvCxnSpPr>
          <p:nvPr/>
        </p:nvCxnSpPr>
        <p:spPr>
          <a:xfrm>
            <a:off x="3551412" y="10487338"/>
            <a:ext cx="5739530" cy="19475"/>
          </a:xfrm>
          <a:prstGeom prst="straightConnector1">
            <a:avLst/>
          </a:prstGeom>
          <a:ln w="10160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05E8611-8126-56E5-9FD4-E78AE95D7783}"/>
                  </a:ext>
                </a:extLst>
              </p:cNvPr>
              <p:cNvSpPr txBox="1"/>
              <p:nvPr/>
            </p:nvSpPr>
            <p:spPr>
              <a:xfrm>
                <a:off x="2437479" y="11602857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05E8611-8126-56E5-9FD4-E78AE95D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479" y="11602857"/>
                <a:ext cx="896110" cy="830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477336B-4F42-4F4F-5EE7-6532DEB1C31E}"/>
                  </a:ext>
                </a:extLst>
              </p:cNvPr>
              <p:cNvSpPr txBox="1"/>
              <p:nvPr/>
            </p:nvSpPr>
            <p:spPr>
              <a:xfrm>
                <a:off x="4951700" y="11637093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477336B-4F42-4F4F-5EE7-6532DEB1C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00" y="11637093"/>
                <a:ext cx="896110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E9FBAC8-5E74-FFB8-3944-EEFBF92DAB7A}"/>
                  </a:ext>
                </a:extLst>
              </p:cNvPr>
              <p:cNvSpPr txBox="1"/>
              <p:nvPr/>
            </p:nvSpPr>
            <p:spPr>
              <a:xfrm>
                <a:off x="6501876" y="11647807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E9FBAC8-5E74-FFB8-3944-EEFBF92DA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876" y="11647807"/>
                <a:ext cx="896110" cy="8309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6F14DDE-9233-9CDF-D984-585D4F26122D}"/>
                  </a:ext>
                </a:extLst>
              </p:cNvPr>
              <p:cNvSpPr txBox="1"/>
              <p:nvPr/>
            </p:nvSpPr>
            <p:spPr>
              <a:xfrm>
                <a:off x="9631542" y="11683315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6F14DDE-9233-9CDF-D984-585D4F261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542" y="11683315"/>
                <a:ext cx="896110" cy="8309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1C76537-5F89-F801-F6B2-9926C985D76A}"/>
              </a:ext>
            </a:extLst>
          </p:cNvPr>
          <p:cNvCxnSpPr>
            <a:cxnSpLocks/>
          </p:cNvCxnSpPr>
          <p:nvPr/>
        </p:nvCxnSpPr>
        <p:spPr>
          <a:xfrm>
            <a:off x="6477420" y="5566669"/>
            <a:ext cx="3657356" cy="5999900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00C093E3-88FA-73AC-E90E-6CCC50FC6B39}"/>
              </a:ext>
            </a:extLst>
          </p:cNvPr>
          <p:cNvSpPr txBox="1"/>
          <p:nvPr/>
        </p:nvSpPr>
        <p:spPr>
          <a:xfrm>
            <a:off x="4856100" y="4131535"/>
            <a:ext cx="32094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Species tree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0C8AC78-F0DB-69AB-2AEA-37D3CE83A139}"/>
              </a:ext>
            </a:extLst>
          </p:cNvPr>
          <p:cNvGrpSpPr/>
          <p:nvPr/>
        </p:nvGrpSpPr>
        <p:grpSpPr>
          <a:xfrm>
            <a:off x="2685998" y="12313407"/>
            <a:ext cx="7595037" cy="962172"/>
            <a:chOff x="18352840" y="15504496"/>
            <a:chExt cx="6187849" cy="827175"/>
          </a:xfrm>
        </p:grpSpPr>
        <p:sp>
          <p:nvSpPr>
            <p:cNvPr id="97" name="Left Bracket 96">
              <a:extLst>
                <a:ext uri="{FF2B5EF4-FFF2-40B4-BE49-F238E27FC236}">
                  <a16:creationId xmlns:a16="http://schemas.microsoft.com/office/drawing/2014/main" id="{DC8B84E8-34AD-2794-753E-49CD0C2ADAAF}"/>
                </a:ext>
              </a:extLst>
            </p:cNvPr>
            <p:cNvSpPr/>
            <p:nvPr/>
          </p:nvSpPr>
          <p:spPr>
            <a:xfrm rot="16200000">
              <a:off x="19366892" y="14525845"/>
              <a:ext cx="435593" cy="2450941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8" name="Left Bracket 97">
              <a:extLst>
                <a:ext uri="{FF2B5EF4-FFF2-40B4-BE49-F238E27FC236}">
                  <a16:creationId xmlns:a16="http://schemas.microsoft.com/office/drawing/2014/main" id="{96A24E4F-CD5C-404A-5A19-9C34C7A5C967}"/>
                </a:ext>
              </a:extLst>
            </p:cNvPr>
            <p:cNvSpPr/>
            <p:nvPr/>
          </p:nvSpPr>
          <p:spPr>
            <a:xfrm rot="16200000">
              <a:off x="20027601" y="14079305"/>
              <a:ext cx="444216" cy="3793738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9" name="Left Bracket 98">
              <a:extLst>
                <a:ext uri="{FF2B5EF4-FFF2-40B4-BE49-F238E27FC236}">
                  <a16:creationId xmlns:a16="http://schemas.microsoft.com/office/drawing/2014/main" id="{C0E1F4B2-F040-53C6-AC76-A71CC7DE8581}"/>
                </a:ext>
              </a:extLst>
            </p:cNvPr>
            <p:cNvSpPr/>
            <p:nvPr/>
          </p:nvSpPr>
          <p:spPr>
            <a:xfrm rot="16200000">
              <a:off x="21168323" y="12748992"/>
              <a:ext cx="248279" cy="5859581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2BFEEFD-B4B5-72D7-D988-B40D0DD40E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40689" y="15504496"/>
              <a:ext cx="0" cy="579765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1038C9F5-2F8E-57B2-FFEF-5A9F02BD07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42008" y="15751906"/>
              <a:ext cx="0" cy="579765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1D85AE42-61B6-D067-89F8-D835E23D6421}"/>
              </a:ext>
            </a:extLst>
          </p:cNvPr>
          <p:cNvCxnSpPr>
            <a:cxnSpLocks/>
          </p:cNvCxnSpPr>
          <p:nvPr/>
        </p:nvCxnSpPr>
        <p:spPr>
          <a:xfrm flipH="1">
            <a:off x="2857482" y="5625881"/>
            <a:ext cx="3619936" cy="5968990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9A3AFFE-D7CC-7600-C1D5-39A5A81B7B59}"/>
              </a:ext>
            </a:extLst>
          </p:cNvPr>
          <p:cNvCxnSpPr>
            <a:cxnSpLocks/>
          </p:cNvCxnSpPr>
          <p:nvPr/>
        </p:nvCxnSpPr>
        <p:spPr>
          <a:xfrm flipH="1" flipV="1">
            <a:off x="4026775" y="9679359"/>
            <a:ext cx="1407758" cy="1900999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5775BEB-F984-3DAD-FF85-43B568C52E34}"/>
              </a:ext>
            </a:extLst>
          </p:cNvPr>
          <p:cNvCxnSpPr>
            <a:cxnSpLocks/>
          </p:cNvCxnSpPr>
          <p:nvPr/>
        </p:nvCxnSpPr>
        <p:spPr>
          <a:xfrm flipV="1">
            <a:off x="6733639" y="8420371"/>
            <a:ext cx="1561652" cy="3154907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F7D250E-8D3F-A55E-4D89-1ACE33E7B50E}"/>
              </a:ext>
            </a:extLst>
          </p:cNvPr>
          <p:cNvCxnSpPr>
            <a:cxnSpLocks/>
          </p:cNvCxnSpPr>
          <p:nvPr/>
        </p:nvCxnSpPr>
        <p:spPr>
          <a:xfrm flipV="1">
            <a:off x="5839008" y="5071837"/>
            <a:ext cx="0" cy="51403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C6981B7-FCD8-A513-37B5-2DB029DD05CE}"/>
              </a:ext>
            </a:extLst>
          </p:cNvPr>
          <p:cNvCxnSpPr>
            <a:cxnSpLocks/>
          </p:cNvCxnSpPr>
          <p:nvPr/>
        </p:nvCxnSpPr>
        <p:spPr>
          <a:xfrm flipV="1">
            <a:off x="7145294" y="5080545"/>
            <a:ext cx="0" cy="51403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5AF3B9F-05E9-BE31-D4B8-F0F10AA08EE1}"/>
              </a:ext>
            </a:extLst>
          </p:cNvPr>
          <p:cNvCxnSpPr>
            <a:cxnSpLocks/>
          </p:cNvCxnSpPr>
          <p:nvPr/>
        </p:nvCxnSpPr>
        <p:spPr>
          <a:xfrm>
            <a:off x="12575294" y="9527966"/>
            <a:ext cx="0" cy="1958154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F8793DD-B797-71E0-0607-144D39F733EC}"/>
              </a:ext>
            </a:extLst>
          </p:cNvPr>
          <p:cNvCxnSpPr>
            <a:cxnSpLocks/>
          </p:cNvCxnSpPr>
          <p:nvPr/>
        </p:nvCxnSpPr>
        <p:spPr>
          <a:xfrm>
            <a:off x="14452862" y="9508260"/>
            <a:ext cx="0" cy="1958154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00DAD63F-6C7C-ABC6-8007-BE59A7DBB480}"/>
              </a:ext>
            </a:extLst>
          </p:cNvPr>
          <p:cNvCxnSpPr>
            <a:cxnSpLocks/>
          </p:cNvCxnSpPr>
          <p:nvPr/>
        </p:nvCxnSpPr>
        <p:spPr>
          <a:xfrm flipV="1">
            <a:off x="15682050" y="8425450"/>
            <a:ext cx="0" cy="3040964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232B1C3-5DF6-CE75-D94A-5C9C4C0F14A1}"/>
              </a:ext>
            </a:extLst>
          </p:cNvPr>
          <p:cNvCxnSpPr>
            <a:cxnSpLocks/>
          </p:cNvCxnSpPr>
          <p:nvPr/>
        </p:nvCxnSpPr>
        <p:spPr>
          <a:xfrm flipH="1" flipV="1">
            <a:off x="12575294" y="9597846"/>
            <a:ext cx="1877568" cy="13706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39F4EBEB-681C-1E9A-984A-AAAAA9841717}"/>
              </a:ext>
            </a:extLst>
          </p:cNvPr>
          <p:cNvCxnSpPr>
            <a:cxnSpLocks/>
          </p:cNvCxnSpPr>
          <p:nvPr/>
        </p:nvCxnSpPr>
        <p:spPr>
          <a:xfrm flipH="1" flipV="1">
            <a:off x="15711578" y="8531332"/>
            <a:ext cx="1877568" cy="13706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5D36BD6-BF4D-152C-90C2-3D39B6F0A99C}"/>
              </a:ext>
            </a:extLst>
          </p:cNvPr>
          <p:cNvCxnSpPr>
            <a:cxnSpLocks/>
          </p:cNvCxnSpPr>
          <p:nvPr/>
        </p:nvCxnSpPr>
        <p:spPr>
          <a:xfrm flipV="1">
            <a:off x="17589146" y="8531333"/>
            <a:ext cx="0" cy="2930002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2CA4342-E303-F8D1-4CBD-9785D03169E5}"/>
              </a:ext>
            </a:extLst>
          </p:cNvPr>
          <p:cNvCxnSpPr>
            <a:cxnSpLocks/>
          </p:cNvCxnSpPr>
          <p:nvPr/>
        </p:nvCxnSpPr>
        <p:spPr>
          <a:xfrm flipV="1">
            <a:off x="13514078" y="5555621"/>
            <a:ext cx="0" cy="3993279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7AB20A18-D374-DC30-C2B1-F208A9FC753D}"/>
              </a:ext>
            </a:extLst>
          </p:cNvPr>
          <p:cNvCxnSpPr>
            <a:cxnSpLocks/>
          </p:cNvCxnSpPr>
          <p:nvPr/>
        </p:nvCxnSpPr>
        <p:spPr>
          <a:xfrm flipH="1" flipV="1">
            <a:off x="16620834" y="5521136"/>
            <a:ext cx="44010" cy="3022182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5A8A6DE6-7C34-0E4A-674B-0A96F094F306}"/>
              </a:ext>
            </a:extLst>
          </p:cNvPr>
          <p:cNvCxnSpPr>
            <a:cxnSpLocks/>
          </p:cNvCxnSpPr>
          <p:nvPr/>
        </p:nvCxnSpPr>
        <p:spPr>
          <a:xfrm flipH="1" flipV="1">
            <a:off x="13459893" y="5597505"/>
            <a:ext cx="3106756" cy="9823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B9255B00-9327-D714-4217-2F5773B526A9}"/>
              </a:ext>
            </a:extLst>
          </p:cNvPr>
          <p:cNvCxnSpPr>
            <a:cxnSpLocks/>
          </p:cNvCxnSpPr>
          <p:nvPr/>
        </p:nvCxnSpPr>
        <p:spPr>
          <a:xfrm flipV="1">
            <a:off x="15067455" y="4943545"/>
            <a:ext cx="0" cy="632166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1354E8C-71A2-0CFB-95F7-B3EB9AFF93C6}"/>
              </a:ext>
            </a:extLst>
          </p:cNvPr>
          <p:cNvCxnSpPr>
            <a:cxnSpLocks/>
          </p:cNvCxnSpPr>
          <p:nvPr/>
        </p:nvCxnSpPr>
        <p:spPr>
          <a:xfrm flipV="1">
            <a:off x="1946275" y="5566670"/>
            <a:ext cx="25338786" cy="68905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ADD2CA08-37BD-6100-D538-8154A46A554C}"/>
              </a:ext>
            </a:extLst>
          </p:cNvPr>
          <p:cNvCxnSpPr>
            <a:cxnSpLocks/>
          </p:cNvCxnSpPr>
          <p:nvPr/>
        </p:nvCxnSpPr>
        <p:spPr>
          <a:xfrm>
            <a:off x="20114284" y="10259025"/>
            <a:ext cx="0" cy="117342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77510056-8C2A-4640-B40E-41F6E325A46A}"/>
              </a:ext>
            </a:extLst>
          </p:cNvPr>
          <p:cNvCxnSpPr>
            <a:cxnSpLocks/>
          </p:cNvCxnSpPr>
          <p:nvPr/>
        </p:nvCxnSpPr>
        <p:spPr>
          <a:xfrm>
            <a:off x="21991852" y="10396397"/>
            <a:ext cx="0" cy="106531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8A6DFF6E-8E45-79E2-4E6B-F886CDF97AB5}"/>
              </a:ext>
            </a:extLst>
          </p:cNvPr>
          <p:cNvCxnSpPr>
            <a:cxnSpLocks/>
          </p:cNvCxnSpPr>
          <p:nvPr/>
        </p:nvCxnSpPr>
        <p:spPr>
          <a:xfrm flipH="1">
            <a:off x="20114284" y="10382442"/>
            <a:ext cx="1877568" cy="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94E9E25-AE08-6721-CAE7-BDB0F713D993}"/>
              </a:ext>
            </a:extLst>
          </p:cNvPr>
          <p:cNvCxnSpPr>
            <a:cxnSpLocks/>
          </p:cNvCxnSpPr>
          <p:nvPr/>
        </p:nvCxnSpPr>
        <p:spPr>
          <a:xfrm>
            <a:off x="20972601" y="9421261"/>
            <a:ext cx="0" cy="920862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0701389A-316A-DB09-88F0-862D2E978CF5}"/>
                  </a:ext>
                </a:extLst>
              </p:cNvPr>
              <p:cNvSpPr txBox="1"/>
              <p:nvPr/>
            </p:nvSpPr>
            <p:spPr>
              <a:xfrm>
                <a:off x="12146412" y="11429001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0701389A-316A-DB09-88F0-862D2E97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6412" y="11429001"/>
                <a:ext cx="896110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450679AF-A50A-EACD-5E97-876D83945B37}"/>
                  </a:ext>
                </a:extLst>
              </p:cNvPr>
              <p:cNvSpPr txBox="1"/>
              <p:nvPr/>
            </p:nvSpPr>
            <p:spPr>
              <a:xfrm>
                <a:off x="14046477" y="11426134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450679AF-A50A-EACD-5E97-876D83945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6477" y="11426134"/>
                <a:ext cx="896110" cy="830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E9F3D93-8869-7E4B-C4DC-EAA22E2EC9E1}"/>
                  </a:ext>
                </a:extLst>
              </p:cNvPr>
              <p:cNvSpPr txBox="1"/>
              <p:nvPr/>
            </p:nvSpPr>
            <p:spPr>
              <a:xfrm>
                <a:off x="15248264" y="11447316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E9F3D93-8869-7E4B-C4DC-EAA22E2EC9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8264" y="11447316"/>
                <a:ext cx="896110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82F0CE8-5760-8984-5CA7-197BC17A8725}"/>
                  </a:ext>
                </a:extLst>
              </p:cNvPr>
              <p:cNvSpPr txBox="1"/>
              <p:nvPr/>
            </p:nvSpPr>
            <p:spPr>
              <a:xfrm>
                <a:off x="17175579" y="11478093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82F0CE8-5760-8984-5CA7-197BC17A8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5579" y="11478093"/>
                <a:ext cx="896110" cy="8309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755940B6-F1A3-C578-B259-AE55D8176F7B}"/>
                  </a:ext>
                </a:extLst>
              </p:cNvPr>
              <p:cNvSpPr txBox="1"/>
              <p:nvPr/>
            </p:nvSpPr>
            <p:spPr>
              <a:xfrm>
                <a:off x="19678064" y="11461335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755940B6-F1A3-C578-B259-AE55D8176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8064" y="11461335"/>
                <a:ext cx="896110" cy="8309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A24B8E1F-6B21-242B-2648-BF3045ACA01C}"/>
                  </a:ext>
                </a:extLst>
              </p:cNvPr>
              <p:cNvSpPr txBox="1"/>
              <p:nvPr/>
            </p:nvSpPr>
            <p:spPr>
              <a:xfrm>
                <a:off x="21531855" y="11476948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A24B8E1F-6B21-242B-2648-BF3045ACA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855" y="11476948"/>
                <a:ext cx="896110" cy="830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9AE2E58-1C22-50F7-D72F-79A0C09B27BD}"/>
              </a:ext>
            </a:extLst>
          </p:cNvPr>
          <p:cNvCxnSpPr>
            <a:cxnSpLocks/>
          </p:cNvCxnSpPr>
          <p:nvPr/>
        </p:nvCxnSpPr>
        <p:spPr>
          <a:xfrm>
            <a:off x="23291209" y="9470807"/>
            <a:ext cx="0" cy="1906701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D17060-89CE-3A65-F5A8-CC69463F9446}"/>
              </a:ext>
            </a:extLst>
          </p:cNvPr>
          <p:cNvCxnSpPr>
            <a:cxnSpLocks/>
          </p:cNvCxnSpPr>
          <p:nvPr/>
        </p:nvCxnSpPr>
        <p:spPr>
          <a:xfrm flipH="1">
            <a:off x="20893519" y="9580472"/>
            <a:ext cx="2384145" cy="14989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BB314E3B-7CA6-5BAD-4666-1648F856FA81}"/>
                  </a:ext>
                </a:extLst>
              </p:cNvPr>
              <p:cNvSpPr txBox="1"/>
              <p:nvPr/>
            </p:nvSpPr>
            <p:spPr>
              <a:xfrm>
                <a:off x="22843155" y="11429596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BB314E3B-7CA6-5BAD-4666-1648F856F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3155" y="11429596"/>
                <a:ext cx="896110" cy="8309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5DD82BB-430B-2874-4F9B-65F553DADE55}"/>
              </a:ext>
            </a:extLst>
          </p:cNvPr>
          <p:cNvCxnSpPr>
            <a:cxnSpLocks/>
          </p:cNvCxnSpPr>
          <p:nvPr/>
        </p:nvCxnSpPr>
        <p:spPr>
          <a:xfrm flipV="1">
            <a:off x="24343325" y="8368606"/>
            <a:ext cx="0" cy="3040964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8D81B6A-464B-60DC-6591-F2614A3A5CCC}"/>
                  </a:ext>
                </a:extLst>
              </p:cNvPr>
              <p:cNvSpPr txBox="1"/>
              <p:nvPr/>
            </p:nvSpPr>
            <p:spPr>
              <a:xfrm>
                <a:off x="24034340" y="11409330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8D81B6A-464B-60DC-6591-F2614A3A5C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4340" y="11409330"/>
                <a:ext cx="896110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91EAFC8A-9FBC-B2C2-D194-116A05D05826}"/>
              </a:ext>
            </a:extLst>
          </p:cNvPr>
          <p:cNvCxnSpPr>
            <a:cxnSpLocks/>
          </p:cNvCxnSpPr>
          <p:nvPr/>
        </p:nvCxnSpPr>
        <p:spPr>
          <a:xfrm>
            <a:off x="22219699" y="5658796"/>
            <a:ext cx="12380" cy="3798188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EF4F131A-7CCC-DA25-1DAF-81178135439E}"/>
              </a:ext>
            </a:extLst>
          </p:cNvPr>
          <p:cNvCxnSpPr>
            <a:cxnSpLocks/>
          </p:cNvCxnSpPr>
          <p:nvPr/>
        </p:nvCxnSpPr>
        <p:spPr>
          <a:xfrm flipH="1">
            <a:off x="22126810" y="5655768"/>
            <a:ext cx="2253589" cy="36476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08AC84B-0CB7-34F7-4553-378F9315DED0}"/>
              </a:ext>
            </a:extLst>
          </p:cNvPr>
          <p:cNvCxnSpPr>
            <a:cxnSpLocks/>
          </p:cNvCxnSpPr>
          <p:nvPr/>
        </p:nvCxnSpPr>
        <p:spPr>
          <a:xfrm>
            <a:off x="24297748" y="5674004"/>
            <a:ext cx="45578" cy="2864181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A83256B-C66A-225D-2133-525346ADC48D}"/>
              </a:ext>
            </a:extLst>
          </p:cNvPr>
          <p:cNvSpPr txBox="1"/>
          <p:nvPr/>
        </p:nvSpPr>
        <p:spPr>
          <a:xfrm>
            <a:off x="13660726" y="3842842"/>
            <a:ext cx="26740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Gene tree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10E20C79-93C1-AD7C-EC7C-5B9BDBE8A5F6}"/>
              </a:ext>
            </a:extLst>
          </p:cNvPr>
          <p:cNvSpPr txBox="1"/>
          <p:nvPr/>
        </p:nvSpPr>
        <p:spPr>
          <a:xfrm>
            <a:off x="20574174" y="4045029"/>
            <a:ext cx="51332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Gene tree with HGT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42D70F69-2A69-4CF9-EF3D-7C65AB0BEB94}"/>
              </a:ext>
            </a:extLst>
          </p:cNvPr>
          <p:cNvCxnSpPr>
            <a:cxnSpLocks/>
            <a:endCxn id="91" idx="0"/>
          </p:cNvCxnSpPr>
          <p:nvPr/>
        </p:nvCxnSpPr>
        <p:spPr>
          <a:xfrm flipH="1">
            <a:off x="2885534" y="9705784"/>
            <a:ext cx="1110297" cy="1897073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D99F1575-6E4C-9576-0992-7BF69F1CD051}"/>
              </a:ext>
            </a:extLst>
          </p:cNvPr>
          <p:cNvCxnSpPr>
            <a:cxnSpLocks/>
          </p:cNvCxnSpPr>
          <p:nvPr/>
        </p:nvCxnSpPr>
        <p:spPr>
          <a:xfrm flipH="1" flipV="1">
            <a:off x="4049964" y="9697315"/>
            <a:ext cx="1406062" cy="1939779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1DFE831-1705-BB6B-1A3F-D32D8C3DE210}"/>
              </a:ext>
            </a:extLst>
          </p:cNvPr>
          <p:cNvCxnSpPr>
            <a:cxnSpLocks/>
          </p:cNvCxnSpPr>
          <p:nvPr/>
        </p:nvCxnSpPr>
        <p:spPr>
          <a:xfrm>
            <a:off x="3314318" y="10018339"/>
            <a:ext cx="0" cy="488474"/>
          </a:xfrm>
          <a:prstGeom prst="straightConnector1">
            <a:avLst/>
          </a:prstGeom>
          <a:ln w="7620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3090A997-68B9-E112-CFF2-69B809B51037}"/>
              </a:ext>
            </a:extLst>
          </p:cNvPr>
          <p:cNvCxnSpPr>
            <a:cxnSpLocks/>
          </p:cNvCxnSpPr>
          <p:nvPr/>
        </p:nvCxnSpPr>
        <p:spPr>
          <a:xfrm>
            <a:off x="20029878" y="10190721"/>
            <a:ext cx="0" cy="1255414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AB4B1A3-2E5A-67C2-CBDB-560231790458}"/>
              </a:ext>
            </a:extLst>
          </p:cNvPr>
          <p:cNvCxnSpPr>
            <a:cxnSpLocks/>
          </p:cNvCxnSpPr>
          <p:nvPr/>
        </p:nvCxnSpPr>
        <p:spPr>
          <a:xfrm>
            <a:off x="23391387" y="9501858"/>
            <a:ext cx="0" cy="187565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5C9C7DA4-BE32-6C45-91C6-FBB4BA2B7E03}"/>
              </a:ext>
            </a:extLst>
          </p:cNvPr>
          <p:cNvCxnSpPr>
            <a:cxnSpLocks/>
          </p:cNvCxnSpPr>
          <p:nvPr/>
        </p:nvCxnSpPr>
        <p:spPr>
          <a:xfrm flipH="1" flipV="1">
            <a:off x="20866589" y="9496634"/>
            <a:ext cx="1372505" cy="10449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EF33A3-EC17-E042-FD6F-27863BC1832F}"/>
              </a:ext>
            </a:extLst>
          </p:cNvPr>
          <p:cNvCxnSpPr>
            <a:cxnSpLocks/>
          </p:cNvCxnSpPr>
          <p:nvPr/>
        </p:nvCxnSpPr>
        <p:spPr>
          <a:xfrm flipH="1">
            <a:off x="22239094" y="9507082"/>
            <a:ext cx="1108367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B14AD5B1-5563-BE8A-9FCC-A79571EB7A2F}"/>
              </a:ext>
            </a:extLst>
          </p:cNvPr>
          <p:cNvCxnSpPr>
            <a:cxnSpLocks/>
          </p:cNvCxnSpPr>
          <p:nvPr/>
        </p:nvCxnSpPr>
        <p:spPr>
          <a:xfrm>
            <a:off x="20866588" y="9456985"/>
            <a:ext cx="0" cy="762593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E31FDB08-8C1C-E842-FF25-5FAC16C8A7FA}"/>
              </a:ext>
            </a:extLst>
          </p:cNvPr>
          <p:cNvCxnSpPr>
            <a:cxnSpLocks/>
          </p:cNvCxnSpPr>
          <p:nvPr/>
        </p:nvCxnSpPr>
        <p:spPr>
          <a:xfrm flipH="1">
            <a:off x="20005902" y="10277804"/>
            <a:ext cx="901163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D403EF48-1DDF-623E-F6AA-283313032412}"/>
              </a:ext>
            </a:extLst>
          </p:cNvPr>
          <p:cNvCxnSpPr>
            <a:cxnSpLocks/>
          </p:cNvCxnSpPr>
          <p:nvPr/>
        </p:nvCxnSpPr>
        <p:spPr>
          <a:xfrm flipH="1">
            <a:off x="2727358" y="5580067"/>
            <a:ext cx="3665454" cy="599962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1326A9B-9001-FEEB-1A5D-2B1FB63B35D5}"/>
              </a:ext>
            </a:extLst>
          </p:cNvPr>
          <p:cNvCxnSpPr>
            <a:cxnSpLocks/>
          </p:cNvCxnSpPr>
          <p:nvPr/>
        </p:nvCxnSpPr>
        <p:spPr>
          <a:xfrm>
            <a:off x="6452355" y="5658796"/>
            <a:ext cx="1722037" cy="2884365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E861882A-FEA3-6F74-6C13-D8C156EDAFB7}"/>
              </a:ext>
            </a:extLst>
          </p:cNvPr>
          <p:cNvCxnSpPr>
            <a:cxnSpLocks/>
          </p:cNvCxnSpPr>
          <p:nvPr/>
        </p:nvCxnSpPr>
        <p:spPr>
          <a:xfrm flipH="1">
            <a:off x="6651740" y="8503749"/>
            <a:ext cx="1482441" cy="300351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B1283C21-3055-8AB9-A3F8-C4A526BF94E7}"/>
              </a:ext>
            </a:extLst>
          </p:cNvPr>
          <p:cNvCxnSpPr>
            <a:cxnSpLocks/>
          </p:cNvCxnSpPr>
          <p:nvPr/>
        </p:nvCxnSpPr>
        <p:spPr>
          <a:xfrm flipH="1">
            <a:off x="12484348" y="9470808"/>
            <a:ext cx="1899" cy="2004647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42E4548F-B1AA-50A4-5C4F-826FB02ECCBA}"/>
              </a:ext>
            </a:extLst>
          </p:cNvPr>
          <p:cNvCxnSpPr>
            <a:cxnSpLocks/>
          </p:cNvCxnSpPr>
          <p:nvPr/>
        </p:nvCxnSpPr>
        <p:spPr>
          <a:xfrm flipH="1">
            <a:off x="12484769" y="9507081"/>
            <a:ext cx="1015459" cy="1792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2EEFAF02-BF45-1ADD-7230-2A77826578E2}"/>
              </a:ext>
            </a:extLst>
          </p:cNvPr>
          <p:cNvCxnSpPr>
            <a:cxnSpLocks/>
          </p:cNvCxnSpPr>
          <p:nvPr/>
        </p:nvCxnSpPr>
        <p:spPr>
          <a:xfrm flipH="1">
            <a:off x="13411560" y="5463986"/>
            <a:ext cx="9986" cy="4111065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78A38EDA-43A8-A99F-6EC1-B35FE57B7467}"/>
              </a:ext>
            </a:extLst>
          </p:cNvPr>
          <p:cNvCxnSpPr>
            <a:cxnSpLocks/>
          </p:cNvCxnSpPr>
          <p:nvPr/>
        </p:nvCxnSpPr>
        <p:spPr>
          <a:xfrm flipH="1" flipV="1">
            <a:off x="13404590" y="5495730"/>
            <a:ext cx="3149075" cy="696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964CC210-AFCA-2634-9A07-E39F9BB5D280}"/>
              </a:ext>
            </a:extLst>
          </p:cNvPr>
          <p:cNvCxnSpPr>
            <a:cxnSpLocks/>
          </p:cNvCxnSpPr>
          <p:nvPr/>
        </p:nvCxnSpPr>
        <p:spPr>
          <a:xfrm>
            <a:off x="16515274" y="5451378"/>
            <a:ext cx="46016" cy="2945938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48C2FE9B-3596-6E08-FC5C-0573C09700B0}"/>
              </a:ext>
            </a:extLst>
          </p:cNvPr>
          <p:cNvCxnSpPr>
            <a:cxnSpLocks/>
          </p:cNvCxnSpPr>
          <p:nvPr/>
        </p:nvCxnSpPr>
        <p:spPr>
          <a:xfrm flipH="1">
            <a:off x="15586143" y="8383769"/>
            <a:ext cx="16852" cy="308001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8490A406-EFB4-77E5-E1BA-5B0BCBE8A185}"/>
              </a:ext>
            </a:extLst>
          </p:cNvPr>
          <p:cNvCxnSpPr>
            <a:cxnSpLocks/>
          </p:cNvCxnSpPr>
          <p:nvPr/>
        </p:nvCxnSpPr>
        <p:spPr>
          <a:xfrm flipH="1" flipV="1">
            <a:off x="15575604" y="8437147"/>
            <a:ext cx="1043662" cy="7941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Box 258">
            <a:extLst>
              <a:ext uri="{FF2B5EF4-FFF2-40B4-BE49-F238E27FC236}">
                <a16:creationId xmlns:a16="http://schemas.microsoft.com/office/drawing/2014/main" id="{6A7E00B0-AF27-21FE-279B-33CA6883D964}"/>
              </a:ext>
            </a:extLst>
          </p:cNvPr>
          <p:cNvSpPr txBox="1"/>
          <p:nvPr/>
        </p:nvSpPr>
        <p:spPr>
          <a:xfrm>
            <a:off x="4960066" y="9662251"/>
            <a:ext cx="2100127" cy="6340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520" dirty="0">
                <a:solidFill>
                  <a:schemeClr val="accent1"/>
                </a:solidFill>
              </a:rPr>
              <a:t>HGT event</a:t>
            </a:r>
          </a:p>
        </p:txBody>
      </p: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78C5ABBE-4716-86F2-2522-03AC7EC61BE6}"/>
              </a:ext>
            </a:extLst>
          </p:cNvPr>
          <p:cNvCxnSpPr>
            <a:cxnSpLocks/>
          </p:cNvCxnSpPr>
          <p:nvPr/>
        </p:nvCxnSpPr>
        <p:spPr>
          <a:xfrm flipH="1">
            <a:off x="19920575" y="10143790"/>
            <a:ext cx="32777" cy="1290525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28D93EFD-7025-2653-43F9-5EA786351BDD}"/>
              </a:ext>
            </a:extLst>
          </p:cNvPr>
          <p:cNvCxnSpPr>
            <a:cxnSpLocks/>
          </p:cNvCxnSpPr>
          <p:nvPr/>
        </p:nvCxnSpPr>
        <p:spPr>
          <a:xfrm>
            <a:off x="24399576" y="5555621"/>
            <a:ext cx="47412" cy="5860747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2A542EBA-F2DB-C931-0BD4-07768881BF89}"/>
              </a:ext>
            </a:extLst>
          </p:cNvPr>
          <p:cNvCxnSpPr>
            <a:cxnSpLocks/>
          </p:cNvCxnSpPr>
          <p:nvPr/>
        </p:nvCxnSpPr>
        <p:spPr>
          <a:xfrm flipH="1">
            <a:off x="19914824" y="10170153"/>
            <a:ext cx="924305" cy="1133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39FE00E4-6B2B-127E-0A65-028CC0CD9AB8}"/>
              </a:ext>
            </a:extLst>
          </p:cNvPr>
          <p:cNvCxnSpPr>
            <a:cxnSpLocks/>
          </p:cNvCxnSpPr>
          <p:nvPr/>
        </p:nvCxnSpPr>
        <p:spPr>
          <a:xfrm flipH="1">
            <a:off x="20771010" y="9382227"/>
            <a:ext cx="25162" cy="812866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576CB444-E459-3F44-FB4F-8A5678C513E4}"/>
              </a:ext>
            </a:extLst>
          </p:cNvPr>
          <p:cNvCxnSpPr>
            <a:cxnSpLocks/>
          </p:cNvCxnSpPr>
          <p:nvPr/>
        </p:nvCxnSpPr>
        <p:spPr>
          <a:xfrm flipH="1">
            <a:off x="20806736" y="9435725"/>
            <a:ext cx="1342545" cy="3969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DCCF5417-BDAD-165E-CCA6-07FC48712467}"/>
              </a:ext>
            </a:extLst>
          </p:cNvPr>
          <p:cNvCxnSpPr>
            <a:cxnSpLocks/>
          </p:cNvCxnSpPr>
          <p:nvPr/>
        </p:nvCxnSpPr>
        <p:spPr>
          <a:xfrm>
            <a:off x="22115421" y="5566668"/>
            <a:ext cx="17944" cy="387619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4972178D-6EA1-ECFF-C016-834F6AC3AF04}"/>
              </a:ext>
            </a:extLst>
          </p:cNvPr>
          <p:cNvCxnSpPr>
            <a:cxnSpLocks/>
          </p:cNvCxnSpPr>
          <p:nvPr/>
        </p:nvCxnSpPr>
        <p:spPr>
          <a:xfrm flipH="1">
            <a:off x="6524640" y="12289479"/>
            <a:ext cx="27874" cy="698312"/>
          </a:xfrm>
          <a:prstGeom prst="straightConnector1">
            <a:avLst/>
          </a:prstGeom>
          <a:ln w="7620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122737D8-8D11-CE5F-CEEA-7A2A8251DDE3}"/>
              </a:ext>
            </a:extLst>
          </p:cNvPr>
          <p:cNvCxnSpPr>
            <a:cxnSpLocks/>
          </p:cNvCxnSpPr>
          <p:nvPr/>
        </p:nvCxnSpPr>
        <p:spPr>
          <a:xfrm flipV="1">
            <a:off x="7397985" y="6210580"/>
            <a:ext cx="0" cy="674384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94EE39-E0F1-1403-4779-BD60E3EAAC36}"/>
              </a:ext>
            </a:extLst>
          </p:cNvPr>
          <p:cNvCxnSpPr>
            <a:cxnSpLocks/>
          </p:cNvCxnSpPr>
          <p:nvPr/>
        </p:nvCxnSpPr>
        <p:spPr>
          <a:xfrm flipV="1">
            <a:off x="23305544" y="4993714"/>
            <a:ext cx="0" cy="632166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495473FD-071A-7E3D-801E-3C852675D7F5}"/>
              </a:ext>
            </a:extLst>
          </p:cNvPr>
          <p:cNvCxnSpPr>
            <a:cxnSpLocks/>
          </p:cNvCxnSpPr>
          <p:nvPr/>
        </p:nvCxnSpPr>
        <p:spPr>
          <a:xfrm flipH="1">
            <a:off x="22180731" y="5591442"/>
            <a:ext cx="2193862" cy="1570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45564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4BE92-61FA-5FE6-86AB-10AE13C70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8E6880B1-BB46-089A-932D-BAFF6CEC33FB}"/>
              </a:ext>
            </a:extLst>
          </p:cNvPr>
          <p:cNvGrpSpPr/>
          <p:nvPr/>
        </p:nvGrpSpPr>
        <p:grpSpPr>
          <a:xfrm>
            <a:off x="3017917" y="16963746"/>
            <a:ext cx="8291576" cy="6035855"/>
            <a:chOff x="15010130" y="9503229"/>
            <a:chExt cx="10364470" cy="754481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0300A8A-3587-EC0D-7CBD-1CBA232481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10130" y="9503229"/>
              <a:ext cx="4453527" cy="747587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63B98C-871D-B4C9-F3C8-E1E9C60423C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6514" y="9503229"/>
              <a:ext cx="4278086" cy="747587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C1186B9-2FFC-510C-AC77-D422DAE076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59116" y="16979099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24C1AB8-096D-2268-073A-F28A8E92CC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655143" y="15838712"/>
              <a:ext cx="689882" cy="1140387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A56FFE1-1C96-521F-F718-CFF3356382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236893" y="15838713"/>
              <a:ext cx="822507" cy="1174861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0887E89-88E8-865A-FE46-30E43448A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59400" y="17013574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64B4B1F-D2D0-7022-F155-A230F4E289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034906" y="14524442"/>
              <a:ext cx="1620521" cy="2489132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46DDF2B-259E-A3AA-F6D9-E79C8BCB03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34906" y="13378103"/>
              <a:ext cx="810260" cy="114633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33B78F9-BBE1-33BA-6268-9776C97781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769691" y="13349580"/>
              <a:ext cx="2289993" cy="361344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64A0B1-EAC3-CF1D-CCB5-AD1ADE1B1F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59684" y="17013574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918AC4D-42A8-3234-098B-1648E6A67B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45263" y="12105015"/>
              <a:ext cx="2992121" cy="490855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C783AF8-843C-EA82-E099-80EBCFAFBD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253506" y="10964383"/>
              <a:ext cx="3706677" cy="608366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B5A39C5-736E-7136-79DD-508EB43544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78573" y="16963025"/>
              <a:ext cx="1596027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D0BD351-FEB6-ABC4-E9A2-29F54970A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553462" y="10956859"/>
              <a:ext cx="810260" cy="1146338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A824CFF-9FDE-3E04-FF61-395BC0CC8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93534" y="9503229"/>
              <a:ext cx="1747789" cy="0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A2D3703-1C68-2326-C678-0A1B8ADE7438}"/>
              </a:ext>
            </a:extLst>
          </p:cNvPr>
          <p:cNvGrpSpPr/>
          <p:nvPr/>
        </p:nvGrpSpPr>
        <p:grpSpPr>
          <a:xfrm>
            <a:off x="2276187" y="5098193"/>
            <a:ext cx="8291576" cy="6504665"/>
            <a:chOff x="27681102" y="7359358"/>
            <a:chExt cx="10364470" cy="8130831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F1CAC61-8C77-7A6B-A739-04F0357F5318}"/>
                </a:ext>
              </a:extLst>
            </p:cNvPr>
            <p:cNvGrpSpPr/>
            <p:nvPr/>
          </p:nvGrpSpPr>
          <p:grpSpPr>
            <a:xfrm>
              <a:off x="27681102" y="7359358"/>
              <a:ext cx="10364470" cy="8130831"/>
              <a:chOff x="15010130" y="8882743"/>
              <a:chExt cx="10364470" cy="8130831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194F6AF-913E-1CDD-DA0E-F7A6CB701E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010130" y="9503229"/>
                <a:ext cx="4453527" cy="747587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3C088F-6792-A980-8B19-BD5B654341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96514" y="9503229"/>
                <a:ext cx="4278086" cy="747587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CDDDC24-3E42-7F3F-E36D-A6A5B46248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059116" y="16979099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C58868A-5B11-3B8B-550A-7AEE4D9C7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655143" y="15838712"/>
                <a:ext cx="689882" cy="1140387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3ED511B-2523-D6DB-AAE3-0511F1BFCA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7236893" y="15838713"/>
                <a:ext cx="822507" cy="117486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C849EFA-9772-B531-4353-886A43EBE9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59400" y="17013574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D19F1E2-A2A9-3762-772A-CD2982991B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034906" y="14524442"/>
                <a:ext cx="1620521" cy="2489132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005278E6-7036-50A3-1CFA-7F08271DA3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10303" y="13349580"/>
                <a:ext cx="1616909" cy="3629519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4E75A946-DD73-F6FC-7F86-09647C4DED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958592" y="16963025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277F125-9BF7-007C-7095-AE080100EE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60733" y="14559294"/>
                <a:ext cx="1086211" cy="240373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405F820-339B-C8B5-E482-EE367A00F3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546944" y="14559294"/>
                <a:ext cx="1231629" cy="2403731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7D0B204B-26C9-4556-4363-075B640F62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778573" y="16963025"/>
                <a:ext cx="1596027" cy="0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5D0BD52D-36D3-9E27-F4F7-6DECA038B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20621" y="10956859"/>
                <a:ext cx="2253387" cy="3602435"/>
              </a:xfrm>
              <a:prstGeom prst="line">
                <a:avLst/>
              </a:prstGeom>
              <a:ln w="1270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95D08C6-36F0-93A9-9A9F-D033014A60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93533" y="8882743"/>
                <a:ext cx="1747789" cy="0"/>
              </a:xfrm>
              <a:prstGeom prst="line">
                <a:avLst/>
              </a:prstGeom>
              <a:ln w="1270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DDC61C4-CD4D-44A4-90EC-AA15DD288622}"/>
                </a:ext>
              </a:extLst>
            </p:cNvPr>
            <p:cNvCxnSpPr>
              <a:cxnSpLocks/>
            </p:cNvCxnSpPr>
            <p:nvPr/>
          </p:nvCxnSpPr>
          <p:spPr>
            <a:xfrm>
              <a:off x="32938400" y="9433473"/>
              <a:ext cx="1359784" cy="2421245"/>
            </a:xfrm>
            <a:prstGeom prst="line">
              <a:avLst/>
            </a:prstGeom>
            <a:ln w="1270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3DAE801-D676-9A4D-3345-A3F7C22D26C3}"/>
              </a:ext>
            </a:extLst>
          </p:cNvPr>
          <p:cNvCxnSpPr>
            <a:cxnSpLocks/>
          </p:cNvCxnSpPr>
          <p:nvPr/>
        </p:nvCxnSpPr>
        <p:spPr>
          <a:xfrm>
            <a:off x="7199555" y="16977536"/>
            <a:ext cx="3471527" cy="595404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BF1FC53-7F3F-5B47-E18C-D4912B0F2AB9}"/>
              </a:ext>
            </a:extLst>
          </p:cNvPr>
          <p:cNvCxnSpPr>
            <a:cxnSpLocks/>
          </p:cNvCxnSpPr>
          <p:nvPr/>
        </p:nvCxnSpPr>
        <p:spPr>
          <a:xfrm flipV="1">
            <a:off x="1875206" y="10396398"/>
            <a:ext cx="25315392" cy="110647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AF73E21-9D4C-061C-1984-3EA9BEC742E4}"/>
              </a:ext>
            </a:extLst>
          </p:cNvPr>
          <p:cNvCxnSpPr>
            <a:cxnSpLocks/>
          </p:cNvCxnSpPr>
          <p:nvPr/>
        </p:nvCxnSpPr>
        <p:spPr>
          <a:xfrm flipV="1">
            <a:off x="1946276" y="9611551"/>
            <a:ext cx="25244323" cy="5401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23CD3E6-E8A1-1028-19CD-9DD6A61E5F15}"/>
              </a:ext>
            </a:extLst>
          </p:cNvPr>
          <p:cNvCxnSpPr>
            <a:cxnSpLocks/>
          </p:cNvCxnSpPr>
          <p:nvPr/>
        </p:nvCxnSpPr>
        <p:spPr>
          <a:xfrm flipV="1">
            <a:off x="1946276" y="8543161"/>
            <a:ext cx="25244323" cy="43382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4A7F545-CEFE-111B-C7CC-B8F8BCEF73AC}"/>
              </a:ext>
            </a:extLst>
          </p:cNvPr>
          <p:cNvCxnSpPr>
            <a:cxnSpLocks/>
          </p:cNvCxnSpPr>
          <p:nvPr/>
        </p:nvCxnSpPr>
        <p:spPr>
          <a:xfrm>
            <a:off x="3551412" y="10487338"/>
            <a:ext cx="5739530" cy="19475"/>
          </a:xfrm>
          <a:prstGeom prst="straightConnector1">
            <a:avLst/>
          </a:prstGeom>
          <a:ln w="101600">
            <a:solidFill>
              <a:schemeClr val="accent6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246A88-BDF8-03EF-BD81-A1F87748E5E9}"/>
                  </a:ext>
                </a:extLst>
              </p:cNvPr>
              <p:cNvSpPr txBox="1"/>
              <p:nvPr/>
            </p:nvSpPr>
            <p:spPr>
              <a:xfrm>
                <a:off x="2437479" y="11602857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246A88-BDF8-03EF-BD81-A1F87748E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479" y="11602857"/>
                <a:ext cx="896110" cy="830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82D43FC-E5A4-1BF5-354B-2D17B9C91C65}"/>
                  </a:ext>
                </a:extLst>
              </p:cNvPr>
              <p:cNvSpPr txBox="1"/>
              <p:nvPr/>
            </p:nvSpPr>
            <p:spPr>
              <a:xfrm>
                <a:off x="4951700" y="11637093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82D43FC-E5A4-1BF5-354B-2D17B9C91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00" y="11637093"/>
                <a:ext cx="896110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623D343-4883-CA2E-F926-828495CCDB96}"/>
                  </a:ext>
                </a:extLst>
              </p:cNvPr>
              <p:cNvSpPr txBox="1"/>
              <p:nvPr/>
            </p:nvSpPr>
            <p:spPr>
              <a:xfrm>
                <a:off x="6501876" y="11647807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623D343-4883-CA2E-F926-828495CC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876" y="11647807"/>
                <a:ext cx="896110" cy="8309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236A57E-0322-7802-7B93-938FECC65D14}"/>
                  </a:ext>
                </a:extLst>
              </p:cNvPr>
              <p:cNvSpPr txBox="1"/>
              <p:nvPr/>
            </p:nvSpPr>
            <p:spPr>
              <a:xfrm>
                <a:off x="9631542" y="11683315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236A57E-0322-7802-7B93-938FECC65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1542" y="11683315"/>
                <a:ext cx="896110" cy="8309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8663A88-6267-8A5A-BF74-218E4AE96EEC}"/>
              </a:ext>
            </a:extLst>
          </p:cNvPr>
          <p:cNvCxnSpPr>
            <a:cxnSpLocks/>
          </p:cNvCxnSpPr>
          <p:nvPr/>
        </p:nvCxnSpPr>
        <p:spPr>
          <a:xfrm>
            <a:off x="6477420" y="5566669"/>
            <a:ext cx="3657356" cy="599990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6DC8B4DC-D080-7649-D5EE-8F0FD5DA1264}"/>
              </a:ext>
            </a:extLst>
          </p:cNvPr>
          <p:cNvSpPr txBox="1"/>
          <p:nvPr/>
        </p:nvSpPr>
        <p:spPr>
          <a:xfrm>
            <a:off x="4856100" y="4131535"/>
            <a:ext cx="32094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Species tree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91915DE-97D9-23F4-6FD1-4F9C2306EB7F}"/>
              </a:ext>
            </a:extLst>
          </p:cNvPr>
          <p:cNvGrpSpPr/>
          <p:nvPr/>
        </p:nvGrpSpPr>
        <p:grpSpPr>
          <a:xfrm>
            <a:off x="2698068" y="12371651"/>
            <a:ext cx="7192120" cy="1110489"/>
            <a:chOff x="18362672" y="15554643"/>
            <a:chExt cx="5859583" cy="954687"/>
          </a:xfrm>
        </p:grpSpPr>
        <p:sp>
          <p:nvSpPr>
            <p:cNvPr id="97" name="Left Bracket 96">
              <a:extLst>
                <a:ext uri="{FF2B5EF4-FFF2-40B4-BE49-F238E27FC236}">
                  <a16:creationId xmlns:a16="http://schemas.microsoft.com/office/drawing/2014/main" id="{DC5FA9C4-F5C0-FBEA-01E9-F6E875B843E3}"/>
                </a:ext>
              </a:extLst>
            </p:cNvPr>
            <p:cNvSpPr/>
            <p:nvPr/>
          </p:nvSpPr>
          <p:spPr>
            <a:xfrm rot="16200000">
              <a:off x="22183043" y="13956780"/>
              <a:ext cx="435593" cy="3642831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8" name="Left Bracket 97">
              <a:extLst>
                <a:ext uri="{FF2B5EF4-FFF2-40B4-BE49-F238E27FC236}">
                  <a16:creationId xmlns:a16="http://schemas.microsoft.com/office/drawing/2014/main" id="{05C50F65-5FB6-DBE0-82A0-9D92FAD6CDA4}"/>
                </a:ext>
              </a:extLst>
            </p:cNvPr>
            <p:cNvSpPr/>
            <p:nvPr/>
          </p:nvSpPr>
          <p:spPr>
            <a:xfrm rot="16200000" flipV="1">
              <a:off x="22655614" y="14693865"/>
              <a:ext cx="698519" cy="2434759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9" name="Left Bracket 98">
              <a:extLst>
                <a:ext uri="{FF2B5EF4-FFF2-40B4-BE49-F238E27FC236}">
                  <a16:creationId xmlns:a16="http://schemas.microsoft.com/office/drawing/2014/main" id="{C3E0944A-28CB-25C2-4F4F-7EE82A8DE946}"/>
                </a:ext>
              </a:extLst>
            </p:cNvPr>
            <p:cNvSpPr/>
            <p:nvPr/>
          </p:nvSpPr>
          <p:spPr>
            <a:xfrm rot="16200000">
              <a:off x="21168323" y="12748992"/>
              <a:ext cx="248279" cy="5859581"/>
            </a:xfrm>
            <a:prstGeom prst="leftBracket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0BBC1CE8-1E10-3FEB-5E4A-E685615C2883}"/>
                </a:ext>
              </a:extLst>
            </p:cNvPr>
            <p:cNvCxnSpPr>
              <a:cxnSpLocks/>
            </p:cNvCxnSpPr>
            <p:nvPr/>
          </p:nvCxnSpPr>
          <p:spPr>
            <a:xfrm>
              <a:off x="23086354" y="15997254"/>
              <a:ext cx="0" cy="512076"/>
            </a:xfrm>
            <a:prstGeom prst="straightConnector1">
              <a:avLst/>
            </a:prstGeom>
            <a:ln w="76200">
              <a:solidFill>
                <a:srgbClr val="00B05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6C84F73-69A8-44D5-21F3-F7F1A0068BEF}"/>
              </a:ext>
            </a:extLst>
          </p:cNvPr>
          <p:cNvCxnSpPr>
            <a:cxnSpLocks/>
          </p:cNvCxnSpPr>
          <p:nvPr/>
        </p:nvCxnSpPr>
        <p:spPr>
          <a:xfrm flipH="1">
            <a:off x="2857482" y="5625881"/>
            <a:ext cx="3619936" cy="596899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AFBADCD-86B6-8865-1F2A-DADF517F70D1}"/>
              </a:ext>
            </a:extLst>
          </p:cNvPr>
          <p:cNvCxnSpPr>
            <a:cxnSpLocks/>
          </p:cNvCxnSpPr>
          <p:nvPr/>
        </p:nvCxnSpPr>
        <p:spPr>
          <a:xfrm flipH="1" flipV="1">
            <a:off x="4026775" y="9679359"/>
            <a:ext cx="1407758" cy="1900999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E93C3E9-5D6E-5A7B-89DF-A038BAC83644}"/>
              </a:ext>
            </a:extLst>
          </p:cNvPr>
          <p:cNvCxnSpPr>
            <a:cxnSpLocks/>
          </p:cNvCxnSpPr>
          <p:nvPr/>
        </p:nvCxnSpPr>
        <p:spPr>
          <a:xfrm flipV="1">
            <a:off x="6748125" y="8458804"/>
            <a:ext cx="1527986" cy="3076035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B287F27-846F-AD2B-4B20-3289429F021E}"/>
              </a:ext>
            </a:extLst>
          </p:cNvPr>
          <p:cNvCxnSpPr>
            <a:cxnSpLocks/>
          </p:cNvCxnSpPr>
          <p:nvPr/>
        </p:nvCxnSpPr>
        <p:spPr>
          <a:xfrm flipV="1">
            <a:off x="5839008" y="5071837"/>
            <a:ext cx="0" cy="51403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BD06170-62BA-9766-72D7-601C9548FFDE}"/>
              </a:ext>
            </a:extLst>
          </p:cNvPr>
          <p:cNvCxnSpPr>
            <a:cxnSpLocks/>
          </p:cNvCxnSpPr>
          <p:nvPr/>
        </p:nvCxnSpPr>
        <p:spPr>
          <a:xfrm flipV="1">
            <a:off x="7145294" y="5080545"/>
            <a:ext cx="0" cy="51403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082E91F3-890D-F4D2-76BD-2FE75E3AA976}"/>
              </a:ext>
            </a:extLst>
          </p:cNvPr>
          <p:cNvCxnSpPr>
            <a:cxnSpLocks/>
          </p:cNvCxnSpPr>
          <p:nvPr/>
        </p:nvCxnSpPr>
        <p:spPr>
          <a:xfrm>
            <a:off x="12575294" y="9527966"/>
            <a:ext cx="0" cy="1958154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E75C367A-B83F-31E5-4F4C-49D2EB63A169}"/>
              </a:ext>
            </a:extLst>
          </p:cNvPr>
          <p:cNvCxnSpPr>
            <a:cxnSpLocks/>
          </p:cNvCxnSpPr>
          <p:nvPr/>
        </p:nvCxnSpPr>
        <p:spPr>
          <a:xfrm>
            <a:off x="14452862" y="9580472"/>
            <a:ext cx="0" cy="1885942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AD9107D5-B653-7422-1117-D80C3AA6C841}"/>
              </a:ext>
            </a:extLst>
          </p:cNvPr>
          <p:cNvCxnSpPr>
            <a:cxnSpLocks/>
          </p:cNvCxnSpPr>
          <p:nvPr/>
        </p:nvCxnSpPr>
        <p:spPr>
          <a:xfrm flipV="1">
            <a:off x="15675418" y="8511311"/>
            <a:ext cx="0" cy="2964246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7B9A6CE5-BB89-7190-E6C7-201F8BB6FB32}"/>
              </a:ext>
            </a:extLst>
          </p:cNvPr>
          <p:cNvCxnSpPr>
            <a:cxnSpLocks/>
          </p:cNvCxnSpPr>
          <p:nvPr/>
        </p:nvCxnSpPr>
        <p:spPr>
          <a:xfrm flipH="1" flipV="1">
            <a:off x="12575294" y="9597846"/>
            <a:ext cx="1877568" cy="13706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2307D360-7420-85CE-2A4A-F780C26053C9}"/>
              </a:ext>
            </a:extLst>
          </p:cNvPr>
          <p:cNvCxnSpPr>
            <a:cxnSpLocks/>
          </p:cNvCxnSpPr>
          <p:nvPr/>
        </p:nvCxnSpPr>
        <p:spPr>
          <a:xfrm flipV="1">
            <a:off x="17562384" y="8531333"/>
            <a:ext cx="18157" cy="2971723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AAA10054-71D2-53E2-CF54-F057371017C3}"/>
              </a:ext>
            </a:extLst>
          </p:cNvPr>
          <p:cNvCxnSpPr>
            <a:cxnSpLocks/>
          </p:cNvCxnSpPr>
          <p:nvPr/>
        </p:nvCxnSpPr>
        <p:spPr>
          <a:xfrm flipV="1">
            <a:off x="13514078" y="5555621"/>
            <a:ext cx="0" cy="3993279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215A0B2A-B396-B350-0545-A36CB50051B2}"/>
              </a:ext>
            </a:extLst>
          </p:cNvPr>
          <p:cNvCxnSpPr>
            <a:cxnSpLocks/>
          </p:cNvCxnSpPr>
          <p:nvPr/>
        </p:nvCxnSpPr>
        <p:spPr>
          <a:xfrm flipH="1" flipV="1">
            <a:off x="16620834" y="5521136"/>
            <a:ext cx="44010" cy="3022182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47844864-A47B-7FE5-C006-3617D9B7180E}"/>
              </a:ext>
            </a:extLst>
          </p:cNvPr>
          <p:cNvCxnSpPr>
            <a:cxnSpLocks/>
          </p:cNvCxnSpPr>
          <p:nvPr/>
        </p:nvCxnSpPr>
        <p:spPr>
          <a:xfrm flipH="1" flipV="1">
            <a:off x="13459893" y="5597505"/>
            <a:ext cx="3106756" cy="9823"/>
          </a:xfrm>
          <a:prstGeom prst="line">
            <a:avLst/>
          </a:prstGeom>
          <a:ln w="1270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416F5D7B-637A-77B5-F548-37BDA9F04197}"/>
              </a:ext>
            </a:extLst>
          </p:cNvPr>
          <p:cNvCxnSpPr>
            <a:cxnSpLocks/>
          </p:cNvCxnSpPr>
          <p:nvPr/>
        </p:nvCxnSpPr>
        <p:spPr>
          <a:xfrm flipV="1">
            <a:off x="15067455" y="4943545"/>
            <a:ext cx="0" cy="632166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60793BEE-0EDA-2FF8-5708-1EB0B6A743E8}"/>
              </a:ext>
            </a:extLst>
          </p:cNvPr>
          <p:cNvCxnSpPr>
            <a:cxnSpLocks/>
          </p:cNvCxnSpPr>
          <p:nvPr/>
        </p:nvCxnSpPr>
        <p:spPr>
          <a:xfrm flipV="1">
            <a:off x="1946275" y="5566670"/>
            <a:ext cx="25338786" cy="68905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BB841C3-4BC1-C88C-C005-FB14E8170AE3}"/>
              </a:ext>
            </a:extLst>
          </p:cNvPr>
          <p:cNvCxnSpPr>
            <a:cxnSpLocks/>
          </p:cNvCxnSpPr>
          <p:nvPr/>
        </p:nvCxnSpPr>
        <p:spPr>
          <a:xfrm>
            <a:off x="20114284" y="10259025"/>
            <a:ext cx="0" cy="117342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32BB6344-7505-514F-96A4-AB20E91DF403}"/>
              </a:ext>
            </a:extLst>
          </p:cNvPr>
          <p:cNvCxnSpPr>
            <a:cxnSpLocks/>
          </p:cNvCxnSpPr>
          <p:nvPr/>
        </p:nvCxnSpPr>
        <p:spPr>
          <a:xfrm>
            <a:off x="21991852" y="10396397"/>
            <a:ext cx="0" cy="106531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3229B9B1-4C5A-A3DF-034E-6AE76FD54AB6}"/>
              </a:ext>
            </a:extLst>
          </p:cNvPr>
          <p:cNvCxnSpPr>
            <a:cxnSpLocks/>
          </p:cNvCxnSpPr>
          <p:nvPr/>
        </p:nvCxnSpPr>
        <p:spPr>
          <a:xfrm flipH="1">
            <a:off x="20114284" y="10382442"/>
            <a:ext cx="1952348" cy="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56340BE8-8DA9-6CB1-66E3-3C354AA3FB19}"/>
              </a:ext>
            </a:extLst>
          </p:cNvPr>
          <p:cNvCxnSpPr>
            <a:cxnSpLocks/>
          </p:cNvCxnSpPr>
          <p:nvPr/>
        </p:nvCxnSpPr>
        <p:spPr>
          <a:xfrm>
            <a:off x="20942373" y="9525005"/>
            <a:ext cx="0" cy="817119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D21DCFE0-E54F-1885-C828-9CF245B565A5}"/>
                  </a:ext>
                </a:extLst>
              </p:cNvPr>
              <p:cNvSpPr txBox="1"/>
              <p:nvPr/>
            </p:nvSpPr>
            <p:spPr>
              <a:xfrm>
                <a:off x="12146412" y="11429001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D21DCFE0-E54F-1885-C828-9CF245B56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6412" y="11429001"/>
                <a:ext cx="896110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5A78DABB-AB5E-99CC-FB6C-214E9FAAA53B}"/>
                  </a:ext>
                </a:extLst>
              </p:cNvPr>
              <p:cNvSpPr txBox="1"/>
              <p:nvPr/>
            </p:nvSpPr>
            <p:spPr>
              <a:xfrm>
                <a:off x="14046477" y="11426134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5A78DABB-AB5E-99CC-FB6C-214E9FAAA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6477" y="11426134"/>
                <a:ext cx="896110" cy="830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82719D10-8456-3F58-7FA0-C2A45CEAF44C}"/>
                  </a:ext>
                </a:extLst>
              </p:cNvPr>
              <p:cNvSpPr txBox="1"/>
              <p:nvPr/>
            </p:nvSpPr>
            <p:spPr>
              <a:xfrm>
                <a:off x="15248264" y="11447316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82719D10-8456-3F58-7FA0-C2A45CEAF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8264" y="11447316"/>
                <a:ext cx="896110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D3339892-9F06-36C5-79EC-D3B19527DAF1}"/>
                  </a:ext>
                </a:extLst>
              </p:cNvPr>
              <p:cNvSpPr txBox="1"/>
              <p:nvPr/>
            </p:nvSpPr>
            <p:spPr>
              <a:xfrm>
                <a:off x="17175579" y="11478093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D3339892-9F06-36C5-79EC-D3B19527D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5579" y="11478093"/>
                <a:ext cx="896110" cy="8309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F482EF29-A053-9C79-D2A9-DC6FB090E9AA}"/>
                  </a:ext>
                </a:extLst>
              </p:cNvPr>
              <p:cNvSpPr txBox="1"/>
              <p:nvPr/>
            </p:nvSpPr>
            <p:spPr>
              <a:xfrm>
                <a:off x="19678064" y="11461335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F482EF29-A053-9C79-D2A9-DC6FB090E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8064" y="11461335"/>
                <a:ext cx="896110" cy="8309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7BE0A074-F632-2380-F4DD-368B9ED42056}"/>
                  </a:ext>
                </a:extLst>
              </p:cNvPr>
              <p:cNvSpPr txBox="1"/>
              <p:nvPr/>
            </p:nvSpPr>
            <p:spPr>
              <a:xfrm>
                <a:off x="21531855" y="11476948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7BE0A074-F632-2380-F4DD-368B9ED42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855" y="11476948"/>
                <a:ext cx="896110" cy="830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2C10AA2-4D23-DF62-41D4-501868D730BB}"/>
              </a:ext>
            </a:extLst>
          </p:cNvPr>
          <p:cNvCxnSpPr>
            <a:cxnSpLocks/>
          </p:cNvCxnSpPr>
          <p:nvPr/>
        </p:nvCxnSpPr>
        <p:spPr>
          <a:xfrm>
            <a:off x="23277663" y="9525003"/>
            <a:ext cx="13547" cy="1852504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A692ADCF-B2AF-B453-708E-CAD8BE9C9534}"/>
              </a:ext>
            </a:extLst>
          </p:cNvPr>
          <p:cNvCxnSpPr>
            <a:cxnSpLocks/>
          </p:cNvCxnSpPr>
          <p:nvPr/>
        </p:nvCxnSpPr>
        <p:spPr>
          <a:xfrm flipH="1">
            <a:off x="20893519" y="9580472"/>
            <a:ext cx="2384145" cy="14989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CA8C6F1-C975-C47D-1E4B-B9391B97E21E}"/>
                  </a:ext>
                </a:extLst>
              </p:cNvPr>
              <p:cNvSpPr txBox="1"/>
              <p:nvPr/>
            </p:nvSpPr>
            <p:spPr>
              <a:xfrm>
                <a:off x="22843155" y="11429596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CA8C6F1-C975-C47D-1E4B-B9391B97E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3155" y="11429596"/>
                <a:ext cx="896110" cy="8309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C85A9F8-D097-15E6-B1D2-76E34550A7B0}"/>
              </a:ext>
            </a:extLst>
          </p:cNvPr>
          <p:cNvCxnSpPr>
            <a:cxnSpLocks/>
          </p:cNvCxnSpPr>
          <p:nvPr/>
        </p:nvCxnSpPr>
        <p:spPr>
          <a:xfrm flipV="1">
            <a:off x="24343325" y="8368606"/>
            <a:ext cx="0" cy="3040964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19BD754-39EA-525B-4E84-5FB90F4EB398}"/>
                  </a:ext>
                </a:extLst>
              </p:cNvPr>
              <p:cNvSpPr txBox="1"/>
              <p:nvPr/>
            </p:nvSpPr>
            <p:spPr>
              <a:xfrm>
                <a:off x="24034340" y="11409330"/>
                <a:ext cx="8961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1" i="1"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en-US" sz="4800" b="1" dirty="0"/>
              </a:p>
            </p:txBody>
          </p:sp>
        </mc:Choice>
        <mc:Fallback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19BD754-39EA-525B-4E84-5FB90F4EB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4340" y="11409330"/>
                <a:ext cx="896110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29054F2-E433-DDC8-3EE8-6AD0D2C300DA}"/>
              </a:ext>
            </a:extLst>
          </p:cNvPr>
          <p:cNvCxnSpPr>
            <a:cxnSpLocks/>
          </p:cNvCxnSpPr>
          <p:nvPr/>
        </p:nvCxnSpPr>
        <p:spPr>
          <a:xfrm>
            <a:off x="22219699" y="5658796"/>
            <a:ext cx="12380" cy="3899370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78587816-A722-927F-2D2C-0062115C6720}"/>
              </a:ext>
            </a:extLst>
          </p:cNvPr>
          <p:cNvCxnSpPr>
            <a:cxnSpLocks/>
          </p:cNvCxnSpPr>
          <p:nvPr/>
        </p:nvCxnSpPr>
        <p:spPr>
          <a:xfrm flipH="1">
            <a:off x="22126810" y="5655768"/>
            <a:ext cx="2253589" cy="36476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558BE99D-6007-94FB-E817-A02A6B971116}"/>
              </a:ext>
            </a:extLst>
          </p:cNvPr>
          <p:cNvCxnSpPr>
            <a:cxnSpLocks/>
          </p:cNvCxnSpPr>
          <p:nvPr/>
        </p:nvCxnSpPr>
        <p:spPr>
          <a:xfrm>
            <a:off x="24297748" y="5674004"/>
            <a:ext cx="45578" cy="2864181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905D2DC9-1D04-6A5F-E441-7AA425FBC8B0}"/>
              </a:ext>
            </a:extLst>
          </p:cNvPr>
          <p:cNvSpPr txBox="1"/>
          <p:nvPr/>
        </p:nvSpPr>
        <p:spPr>
          <a:xfrm>
            <a:off x="13660726" y="3842842"/>
            <a:ext cx="26740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Gene tree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8B8278B-3DF1-6AB7-1C8A-D717D7E37935}"/>
              </a:ext>
            </a:extLst>
          </p:cNvPr>
          <p:cNvSpPr txBox="1"/>
          <p:nvPr/>
        </p:nvSpPr>
        <p:spPr>
          <a:xfrm>
            <a:off x="20574174" y="4045029"/>
            <a:ext cx="51332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Gene tree with HGT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7C44D737-ABDD-8950-ACE1-D41A99A55E49}"/>
              </a:ext>
            </a:extLst>
          </p:cNvPr>
          <p:cNvCxnSpPr>
            <a:cxnSpLocks/>
          </p:cNvCxnSpPr>
          <p:nvPr/>
        </p:nvCxnSpPr>
        <p:spPr>
          <a:xfrm flipH="1">
            <a:off x="6640676" y="8482370"/>
            <a:ext cx="1521781" cy="3022128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B98C9DED-E306-4FAF-EDEB-84A6D05E040A}"/>
              </a:ext>
            </a:extLst>
          </p:cNvPr>
          <p:cNvCxnSpPr>
            <a:cxnSpLocks/>
          </p:cNvCxnSpPr>
          <p:nvPr/>
        </p:nvCxnSpPr>
        <p:spPr>
          <a:xfrm flipH="1" flipV="1">
            <a:off x="8285623" y="8538186"/>
            <a:ext cx="1828232" cy="2996653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EE7115-EA30-300D-C346-033CD8CEAEF4}"/>
              </a:ext>
            </a:extLst>
          </p:cNvPr>
          <p:cNvCxnSpPr>
            <a:cxnSpLocks/>
          </p:cNvCxnSpPr>
          <p:nvPr/>
        </p:nvCxnSpPr>
        <p:spPr>
          <a:xfrm>
            <a:off x="21043238" y="9525004"/>
            <a:ext cx="3607" cy="710941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0D9572DB-25F8-5BF7-DDFC-9F5FD3774399}"/>
              </a:ext>
            </a:extLst>
          </p:cNvPr>
          <p:cNvCxnSpPr>
            <a:cxnSpLocks/>
          </p:cNvCxnSpPr>
          <p:nvPr/>
        </p:nvCxnSpPr>
        <p:spPr>
          <a:xfrm flipH="1">
            <a:off x="21024998" y="10186412"/>
            <a:ext cx="1207080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D6904D8-C7A2-DA92-8F7E-066CEC938DE8}"/>
              </a:ext>
            </a:extLst>
          </p:cNvPr>
          <p:cNvCxnSpPr>
            <a:cxnSpLocks/>
          </p:cNvCxnSpPr>
          <p:nvPr/>
        </p:nvCxnSpPr>
        <p:spPr>
          <a:xfrm>
            <a:off x="22190617" y="10203015"/>
            <a:ext cx="0" cy="1248434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EB5231F-1EA9-BE8C-D12A-6FDBB7F06CC9}"/>
              </a:ext>
            </a:extLst>
          </p:cNvPr>
          <p:cNvCxnSpPr>
            <a:cxnSpLocks/>
          </p:cNvCxnSpPr>
          <p:nvPr/>
        </p:nvCxnSpPr>
        <p:spPr>
          <a:xfrm flipH="1">
            <a:off x="2746608" y="5580067"/>
            <a:ext cx="3665454" cy="599962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36AC50F-4F1F-7090-2C87-73D77B521BD3}"/>
              </a:ext>
            </a:extLst>
          </p:cNvPr>
          <p:cNvCxnSpPr>
            <a:cxnSpLocks/>
          </p:cNvCxnSpPr>
          <p:nvPr/>
        </p:nvCxnSpPr>
        <p:spPr>
          <a:xfrm>
            <a:off x="6452355" y="5658796"/>
            <a:ext cx="1722037" cy="2884365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CEE0B70-1E97-AEC3-555F-D060EA86BDB2}"/>
              </a:ext>
            </a:extLst>
          </p:cNvPr>
          <p:cNvCxnSpPr>
            <a:cxnSpLocks/>
          </p:cNvCxnSpPr>
          <p:nvPr/>
        </p:nvCxnSpPr>
        <p:spPr>
          <a:xfrm>
            <a:off x="8176838" y="8531332"/>
            <a:ext cx="1834630" cy="3031086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B5AC8C94-1176-2EBA-C1AE-A55E7BC0B69C}"/>
              </a:ext>
            </a:extLst>
          </p:cNvPr>
          <p:cNvCxnSpPr>
            <a:cxnSpLocks/>
          </p:cNvCxnSpPr>
          <p:nvPr/>
        </p:nvCxnSpPr>
        <p:spPr>
          <a:xfrm flipH="1">
            <a:off x="12484348" y="9470808"/>
            <a:ext cx="1899" cy="2004647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7F63C403-4DB0-9E97-9602-018F5DF666B1}"/>
              </a:ext>
            </a:extLst>
          </p:cNvPr>
          <p:cNvCxnSpPr>
            <a:cxnSpLocks/>
          </p:cNvCxnSpPr>
          <p:nvPr/>
        </p:nvCxnSpPr>
        <p:spPr>
          <a:xfrm flipH="1">
            <a:off x="12484769" y="9507081"/>
            <a:ext cx="1015459" cy="17922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50DF8B3E-3F63-71D2-0A73-3B67D8DFDABE}"/>
              </a:ext>
            </a:extLst>
          </p:cNvPr>
          <p:cNvCxnSpPr>
            <a:cxnSpLocks/>
          </p:cNvCxnSpPr>
          <p:nvPr/>
        </p:nvCxnSpPr>
        <p:spPr>
          <a:xfrm flipH="1">
            <a:off x="13411560" y="5463986"/>
            <a:ext cx="9986" cy="4111065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B9C56B9-7091-BE70-B15D-6FE1ADB95E93}"/>
              </a:ext>
            </a:extLst>
          </p:cNvPr>
          <p:cNvCxnSpPr>
            <a:cxnSpLocks/>
          </p:cNvCxnSpPr>
          <p:nvPr/>
        </p:nvCxnSpPr>
        <p:spPr>
          <a:xfrm flipH="1">
            <a:off x="13404590" y="5495730"/>
            <a:ext cx="3268708" cy="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31A5D801-854D-DD89-3F8B-814FAE3E8902}"/>
              </a:ext>
            </a:extLst>
          </p:cNvPr>
          <p:cNvCxnSpPr>
            <a:cxnSpLocks/>
          </p:cNvCxnSpPr>
          <p:nvPr/>
        </p:nvCxnSpPr>
        <p:spPr>
          <a:xfrm>
            <a:off x="16708722" y="5470733"/>
            <a:ext cx="46016" cy="2945938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0A5F62BA-BAE0-6F93-6D85-B8F55BF60CF7}"/>
              </a:ext>
            </a:extLst>
          </p:cNvPr>
          <p:cNvCxnSpPr>
            <a:cxnSpLocks/>
          </p:cNvCxnSpPr>
          <p:nvPr/>
        </p:nvCxnSpPr>
        <p:spPr>
          <a:xfrm flipH="1">
            <a:off x="17664738" y="8423045"/>
            <a:ext cx="16852" cy="308001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F2A4D2DC-634D-C662-E72C-4165C84D1CEF}"/>
              </a:ext>
            </a:extLst>
          </p:cNvPr>
          <p:cNvCxnSpPr>
            <a:cxnSpLocks/>
          </p:cNvCxnSpPr>
          <p:nvPr/>
        </p:nvCxnSpPr>
        <p:spPr>
          <a:xfrm flipH="1">
            <a:off x="16719030" y="8445403"/>
            <a:ext cx="997930" cy="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Box 258">
            <a:extLst>
              <a:ext uri="{FF2B5EF4-FFF2-40B4-BE49-F238E27FC236}">
                <a16:creationId xmlns:a16="http://schemas.microsoft.com/office/drawing/2014/main" id="{A7F755CA-425D-1858-5CFE-4B6C2CEDB6F8}"/>
              </a:ext>
            </a:extLst>
          </p:cNvPr>
          <p:cNvSpPr txBox="1"/>
          <p:nvPr/>
        </p:nvSpPr>
        <p:spPr>
          <a:xfrm>
            <a:off x="4960066" y="9662251"/>
            <a:ext cx="2100127" cy="6340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520" dirty="0">
                <a:solidFill>
                  <a:schemeClr val="accent1"/>
                </a:solidFill>
              </a:rPr>
              <a:t>HGT event</a:t>
            </a:r>
          </a:p>
        </p:txBody>
      </p: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1C8929B9-2F8B-4DE6-D3ED-914B422627E6}"/>
              </a:ext>
            </a:extLst>
          </p:cNvPr>
          <p:cNvCxnSpPr>
            <a:cxnSpLocks/>
          </p:cNvCxnSpPr>
          <p:nvPr/>
        </p:nvCxnSpPr>
        <p:spPr>
          <a:xfrm flipH="1">
            <a:off x="20016674" y="10219576"/>
            <a:ext cx="3991" cy="121566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0221DF1F-1511-A6CC-764E-230A638F746C}"/>
              </a:ext>
            </a:extLst>
          </p:cNvPr>
          <p:cNvCxnSpPr>
            <a:cxnSpLocks/>
          </p:cNvCxnSpPr>
          <p:nvPr/>
        </p:nvCxnSpPr>
        <p:spPr>
          <a:xfrm>
            <a:off x="24411374" y="5555621"/>
            <a:ext cx="47412" cy="5860747"/>
          </a:xfrm>
          <a:prstGeom prst="line">
            <a:avLst/>
          </a:prstGeom>
          <a:ln w="1270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BFE1911-4F8C-654A-EB33-5513DED6F5A5}"/>
              </a:ext>
            </a:extLst>
          </p:cNvPr>
          <p:cNvCxnSpPr>
            <a:cxnSpLocks/>
          </p:cNvCxnSpPr>
          <p:nvPr/>
        </p:nvCxnSpPr>
        <p:spPr>
          <a:xfrm flipH="1">
            <a:off x="20033062" y="10282206"/>
            <a:ext cx="2033570" cy="0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3041F91B-14F7-A6C0-0877-5195A54536A7}"/>
              </a:ext>
            </a:extLst>
          </p:cNvPr>
          <p:cNvCxnSpPr>
            <a:cxnSpLocks/>
          </p:cNvCxnSpPr>
          <p:nvPr/>
        </p:nvCxnSpPr>
        <p:spPr>
          <a:xfrm>
            <a:off x="22091612" y="10229042"/>
            <a:ext cx="4" cy="1232293"/>
          </a:xfrm>
          <a:prstGeom prst="line">
            <a:avLst/>
          </a:prstGeom>
          <a:ln w="127000">
            <a:solidFill>
              <a:srgbClr val="00D3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AFBF6A38-142B-06D2-9804-C4516D28F3C1}"/>
              </a:ext>
            </a:extLst>
          </p:cNvPr>
          <p:cNvCxnSpPr>
            <a:cxnSpLocks/>
          </p:cNvCxnSpPr>
          <p:nvPr/>
        </p:nvCxnSpPr>
        <p:spPr>
          <a:xfrm>
            <a:off x="22115421" y="5566668"/>
            <a:ext cx="17944" cy="3876192"/>
          </a:xfrm>
          <a:prstGeom prst="line">
            <a:avLst/>
          </a:prstGeom>
          <a:ln w="1270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0E664658-B22A-7737-37FE-278AAE7F5B04}"/>
              </a:ext>
            </a:extLst>
          </p:cNvPr>
          <p:cNvCxnSpPr>
            <a:cxnSpLocks/>
          </p:cNvCxnSpPr>
          <p:nvPr/>
        </p:nvCxnSpPr>
        <p:spPr>
          <a:xfrm flipV="1">
            <a:off x="4154502" y="12273865"/>
            <a:ext cx="0" cy="728210"/>
          </a:xfrm>
          <a:prstGeom prst="straightConnector1">
            <a:avLst/>
          </a:prstGeom>
          <a:ln w="76200">
            <a:solidFill>
              <a:srgbClr val="C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C288D7-C731-AF06-361E-F98E7A39F1CB}"/>
              </a:ext>
            </a:extLst>
          </p:cNvPr>
          <p:cNvCxnSpPr>
            <a:cxnSpLocks/>
          </p:cNvCxnSpPr>
          <p:nvPr/>
        </p:nvCxnSpPr>
        <p:spPr>
          <a:xfrm flipV="1">
            <a:off x="23305544" y="4993714"/>
            <a:ext cx="0" cy="632166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CF7F608-F21A-D63D-D69C-3FF1252866DF}"/>
              </a:ext>
            </a:extLst>
          </p:cNvPr>
          <p:cNvCxnSpPr>
            <a:cxnSpLocks/>
          </p:cNvCxnSpPr>
          <p:nvPr/>
        </p:nvCxnSpPr>
        <p:spPr>
          <a:xfrm flipH="1">
            <a:off x="22180731" y="5591442"/>
            <a:ext cx="2193862" cy="15702"/>
          </a:xfrm>
          <a:prstGeom prst="line">
            <a:avLst/>
          </a:prstGeom>
          <a:ln w="1270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8BEE0F9-9C21-1FCD-46EF-C47E517FD0C2}"/>
              </a:ext>
            </a:extLst>
          </p:cNvPr>
          <p:cNvCxnSpPr>
            <a:cxnSpLocks/>
          </p:cNvCxnSpPr>
          <p:nvPr/>
        </p:nvCxnSpPr>
        <p:spPr>
          <a:xfrm flipH="1">
            <a:off x="20972601" y="9492451"/>
            <a:ext cx="1207080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8512180-B588-2EEA-BE6D-096868A48228}"/>
              </a:ext>
            </a:extLst>
          </p:cNvPr>
          <p:cNvCxnSpPr>
            <a:cxnSpLocks/>
          </p:cNvCxnSpPr>
          <p:nvPr/>
        </p:nvCxnSpPr>
        <p:spPr>
          <a:xfrm>
            <a:off x="15776564" y="8549874"/>
            <a:ext cx="0" cy="2925581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3762D05-CC0B-1133-20A9-B2CD88B1EB07}"/>
              </a:ext>
            </a:extLst>
          </p:cNvPr>
          <p:cNvCxnSpPr>
            <a:cxnSpLocks/>
          </p:cNvCxnSpPr>
          <p:nvPr/>
        </p:nvCxnSpPr>
        <p:spPr>
          <a:xfrm flipH="1" flipV="1">
            <a:off x="15777582" y="8602107"/>
            <a:ext cx="1776196" cy="13414"/>
          </a:xfrm>
          <a:prstGeom prst="line">
            <a:avLst/>
          </a:prstGeom>
          <a:ln w="1270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6DB17B80-719C-4DE9-73E0-9FEFDC736616}"/>
              </a:ext>
            </a:extLst>
          </p:cNvPr>
          <p:cNvCxnSpPr>
            <a:cxnSpLocks/>
          </p:cNvCxnSpPr>
          <p:nvPr/>
        </p:nvCxnSpPr>
        <p:spPr>
          <a:xfrm flipH="1" flipV="1">
            <a:off x="15685760" y="8510432"/>
            <a:ext cx="1937244" cy="18541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572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9E6AC6-415F-4794-1C94-47601F9F36F1}"/>
              </a:ext>
            </a:extLst>
          </p:cNvPr>
          <p:cNvCxnSpPr>
            <a:cxnSpLocks/>
          </p:cNvCxnSpPr>
          <p:nvPr/>
        </p:nvCxnSpPr>
        <p:spPr>
          <a:xfrm flipV="1">
            <a:off x="17588262" y="15280151"/>
            <a:ext cx="342992" cy="612437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FC3289-75DD-0E15-BEB8-536D7584B234}"/>
              </a:ext>
            </a:extLst>
          </p:cNvPr>
          <p:cNvCxnSpPr>
            <a:cxnSpLocks/>
          </p:cNvCxnSpPr>
          <p:nvPr/>
        </p:nvCxnSpPr>
        <p:spPr>
          <a:xfrm>
            <a:off x="18437927" y="12496213"/>
            <a:ext cx="2676037" cy="3308299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07634-CB7D-25D1-C6CC-4E25AC1EC588}"/>
              </a:ext>
            </a:extLst>
          </p:cNvPr>
          <p:cNvCxnSpPr>
            <a:cxnSpLocks/>
          </p:cNvCxnSpPr>
          <p:nvPr/>
        </p:nvCxnSpPr>
        <p:spPr>
          <a:xfrm flipV="1">
            <a:off x="15632281" y="11564392"/>
            <a:ext cx="3476174" cy="4328195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84EDFB-0932-5B23-7E9B-E8ABAAC00D21}"/>
              </a:ext>
            </a:extLst>
          </p:cNvPr>
          <p:cNvCxnSpPr>
            <a:cxnSpLocks/>
          </p:cNvCxnSpPr>
          <p:nvPr/>
        </p:nvCxnSpPr>
        <p:spPr>
          <a:xfrm flipH="1" flipV="1">
            <a:off x="17034572" y="14094675"/>
            <a:ext cx="1282078" cy="1709837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99099C-DA5C-6465-69F9-0DF2868F6EFC}"/>
              </a:ext>
            </a:extLst>
          </p:cNvPr>
          <p:cNvCxnSpPr>
            <a:cxnSpLocks/>
          </p:cNvCxnSpPr>
          <p:nvPr/>
        </p:nvCxnSpPr>
        <p:spPr>
          <a:xfrm flipH="1">
            <a:off x="19108456" y="14420423"/>
            <a:ext cx="806414" cy="1522482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F690C5A-0BEB-6041-FF23-9DB0F5FC0F9A}"/>
              </a:ext>
            </a:extLst>
          </p:cNvPr>
          <p:cNvCxnSpPr>
            <a:cxnSpLocks/>
          </p:cNvCxnSpPr>
          <p:nvPr/>
        </p:nvCxnSpPr>
        <p:spPr>
          <a:xfrm flipH="1" flipV="1">
            <a:off x="16185973" y="15159602"/>
            <a:ext cx="441170" cy="732984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755616-EB1F-FA00-812E-7D7E7661A8F3}"/>
              </a:ext>
            </a:extLst>
          </p:cNvPr>
          <p:cNvCxnSpPr>
            <a:cxnSpLocks/>
          </p:cNvCxnSpPr>
          <p:nvPr/>
        </p:nvCxnSpPr>
        <p:spPr>
          <a:xfrm>
            <a:off x="19044904" y="11514074"/>
            <a:ext cx="3503738" cy="4012021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306E11-32FE-09BA-823F-E3BA7758FCB0}"/>
              </a:ext>
            </a:extLst>
          </p:cNvPr>
          <p:cNvCxnSpPr>
            <a:cxnSpLocks/>
          </p:cNvCxnSpPr>
          <p:nvPr/>
        </p:nvCxnSpPr>
        <p:spPr>
          <a:xfrm>
            <a:off x="6091919" y="12389666"/>
            <a:ext cx="864222" cy="1461365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11A514C-D3B6-4798-8647-052AFFDA5126}"/>
              </a:ext>
            </a:extLst>
          </p:cNvPr>
          <p:cNvCxnSpPr>
            <a:cxnSpLocks/>
          </p:cNvCxnSpPr>
          <p:nvPr/>
        </p:nvCxnSpPr>
        <p:spPr>
          <a:xfrm flipH="1">
            <a:off x="5938468" y="14275994"/>
            <a:ext cx="634603" cy="229034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74A3D1-F0B2-B66F-60A6-E2E2BFB85AEE}"/>
              </a:ext>
            </a:extLst>
          </p:cNvPr>
          <p:cNvCxnSpPr>
            <a:cxnSpLocks/>
          </p:cNvCxnSpPr>
          <p:nvPr/>
        </p:nvCxnSpPr>
        <p:spPr>
          <a:xfrm flipV="1">
            <a:off x="4953878" y="12343627"/>
            <a:ext cx="1138042" cy="2861486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75792B-253D-CC17-EEC7-46926932E0D5}"/>
              </a:ext>
            </a:extLst>
          </p:cNvPr>
          <p:cNvCxnSpPr>
            <a:cxnSpLocks/>
          </p:cNvCxnSpPr>
          <p:nvPr/>
        </p:nvCxnSpPr>
        <p:spPr>
          <a:xfrm flipH="1" flipV="1">
            <a:off x="5844128" y="13047411"/>
            <a:ext cx="1264266" cy="2138195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F5B82C8-FB97-2076-AFA1-4AB716AE8303}"/>
              </a:ext>
            </a:extLst>
          </p:cNvPr>
          <p:cNvCxnSpPr>
            <a:cxnSpLocks/>
          </p:cNvCxnSpPr>
          <p:nvPr/>
        </p:nvCxnSpPr>
        <p:spPr>
          <a:xfrm flipH="1" flipV="1">
            <a:off x="5367750" y="14256487"/>
            <a:ext cx="259606" cy="65457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0AECE8E-F80D-392E-51C0-06FC24F637AA}"/>
              </a:ext>
            </a:extLst>
          </p:cNvPr>
          <p:cNvCxnSpPr>
            <a:cxnSpLocks/>
          </p:cNvCxnSpPr>
          <p:nvPr/>
        </p:nvCxnSpPr>
        <p:spPr>
          <a:xfrm>
            <a:off x="9342768" y="12343627"/>
            <a:ext cx="480709" cy="87160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0DCA9DF-F49C-B50D-D9C1-21BFFDBC3471}"/>
              </a:ext>
            </a:extLst>
          </p:cNvPr>
          <p:cNvCxnSpPr>
            <a:cxnSpLocks/>
          </p:cNvCxnSpPr>
          <p:nvPr/>
        </p:nvCxnSpPr>
        <p:spPr>
          <a:xfrm>
            <a:off x="8714914" y="13659099"/>
            <a:ext cx="120011" cy="340774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4F80A14-5DB3-1C47-DBA3-44FBDF146B5D}"/>
              </a:ext>
            </a:extLst>
          </p:cNvPr>
          <p:cNvCxnSpPr>
            <a:cxnSpLocks/>
            <a:stCxn id="59" idx="1"/>
          </p:cNvCxnSpPr>
          <p:nvPr/>
        </p:nvCxnSpPr>
        <p:spPr>
          <a:xfrm flipV="1">
            <a:off x="7739216" y="12348627"/>
            <a:ext cx="1603551" cy="324343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016F99F-9A71-1C4A-D07A-2274FAE34B2B}"/>
              </a:ext>
            </a:extLst>
          </p:cNvPr>
          <p:cNvCxnSpPr>
            <a:cxnSpLocks/>
          </p:cNvCxnSpPr>
          <p:nvPr/>
        </p:nvCxnSpPr>
        <p:spPr>
          <a:xfrm flipH="1" flipV="1">
            <a:off x="9039470" y="12967235"/>
            <a:ext cx="833427" cy="220374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8D7AD08-BCF2-51F6-3FA5-B98B452E7170}"/>
              </a:ext>
            </a:extLst>
          </p:cNvPr>
          <p:cNvCxnSpPr>
            <a:cxnSpLocks/>
          </p:cNvCxnSpPr>
          <p:nvPr/>
        </p:nvCxnSpPr>
        <p:spPr>
          <a:xfrm flipH="1" flipV="1">
            <a:off x="8506845" y="14049923"/>
            <a:ext cx="259606" cy="654573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1C234D-04F1-F86B-BC72-AA9EE5629621}"/>
              </a:ext>
            </a:extLst>
          </p:cNvPr>
          <p:cNvSpPr txBox="1"/>
          <p:nvPr/>
        </p:nvSpPr>
        <p:spPr>
          <a:xfrm>
            <a:off x="7739216" y="15201182"/>
            <a:ext cx="513475" cy="7817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14785E-1F02-8D4F-D0CC-1A43E0CE4A43}"/>
              </a:ext>
            </a:extLst>
          </p:cNvPr>
          <p:cNvSpPr txBox="1"/>
          <p:nvPr/>
        </p:nvSpPr>
        <p:spPr>
          <a:xfrm>
            <a:off x="8631726" y="14614181"/>
            <a:ext cx="437940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F72390-4904-E3C2-238A-114F5D0011C4}"/>
              </a:ext>
            </a:extLst>
          </p:cNvPr>
          <p:cNvSpPr txBox="1"/>
          <p:nvPr/>
        </p:nvSpPr>
        <p:spPr>
          <a:xfrm>
            <a:off x="9696277" y="15156970"/>
            <a:ext cx="498855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2414C5-8CBB-A765-1FEF-FDD65876B1E7}"/>
              </a:ext>
            </a:extLst>
          </p:cNvPr>
          <p:cNvSpPr txBox="1"/>
          <p:nvPr/>
        </p:nvSpPr>
        <p:spPr>
          <a:xfrm>
            <a:off x="9676795" y="13102964"/>
            <a:ext cx="503664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7E650C-6222-FC72-EB7C-900F6AA3D0D7}"/>
              </a:ext>
            </a:extLst>
          </p:cNvPr>
          <p:cNvSpPr txBox="1"/>
          <p:nvPr/>
        </p:nvSpPr>
        <p:spPr>
          <a:xfrm>
            <a:off x="4725950" y="15092173"/>
            <a:ext cx="465192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E80429-444E-CB07-0FA8-5A0F8774CC78}"/>
              </a:ext>
            </a:extLst>
          </p:cNvPr>
          <p:cNvSpPr txBox="1"/>
          <p:nvPr/>
        </p:nvSpPr>
        <p:spPr>
          <a:xfrm>
            <a:off x="5403806" y="14824429"/>
            <a:ext cx="498855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ACB607-7C78-11A0-6179-7EDD09E0D87F}"/>
              </a:ext>
            </a:extLst>
          </p:cNvPr>
          <p:cNvSpPr txBox="1"/>
          <p:nvPr/>
        </p:nvSpPr>
        <p:spPr>
          <a:xfrm>
            <a:off x="6841850" y="15085346"/>
            <a:ext cx="437940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9809CE-AB8F-4F72-2C42-09338D8B12D4}"/>
              </a:ext>
            </a:extLst>
          </p:cNvPr>
          <p:cNvSpPr txBox="1"/>
          <p:nvPr/>
        </p:nvSpPr>
        <p:spPr>
          <a:xfrm>
            <a:off x="6780659" y="13798510"/>
            <a:ext cx="503664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5F3B3BC-9F20-9939-844E-7E9109736C34}"/>
              </a:ext>
            </a:extLst>
          </p:cNvPr>
          <p:cNvCxnSpPr>
            <a:cxnSpLocks/>
          </p:cNvCxnSpPr>
          <p:nvPr/>
        </p:nvCxnSpPr>
        <p:spPr>
          <a:xfrm flipV="1">
            <a:off x="5346238" y="13010929"/>
            <a:ext cx="488445" cy="1265066"/>
          </a:xfrm>
          <a:prstGeom prst="line">
            <a:avLst/>
          </a:prstGeom>
          <a:ln w="889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4AA1762-874C-D5C1-4EE3-E027CED23703}"/>
              </a:ext>
            </a:extLst>
          </p:cNvPr>
          <p:cNvCxnSpPr>
            <a:cxnSpLocks/>
          </p:cNvCxnSpPr>
          <p:nvPr/>
        </p:nvCxnSpPr>
        <p:spPr>
          <a:xfrm flipV="1">
            <a:off x="8481770" y="12967235"/>
            <a:ext cx="548254" cy="1129803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8DA7F133-D9AA-5CAD-99AD-A3EDA6F6F588}"/>
              </a:ext>
            </a:extLst>
          </p:cNvPr>
          <p:cNvCxnSpPr>
            <a:cxnSpLocks/>
          </p:cNvCxnSpPr>
          <p:nvPr/>
        </p:nvCxnSpPr>
        <p:spPr>
          <a:xfrm>
            <a:off x="12110633" y="14530030"/>
            <a:ext cx="455693" cy="1045757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90C3508-EE4C-55F3-85D8-04423226A2AA}"/>
              </a:ext>
            </a:extLst>
          </p:cNvPr>
          <p:cNvCxnSpPr>
            <a:cxnSpLocks/>
          </p:cNvCxnSpPr>
          <p:nvPr/>
        </p:nvCxnSpPr>
        <p:spPr>
          <a:xfrm flipH="1">
            <a:off x="13185712" y="13838744"/>
            <a:ext cx="634603" cy="2290341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23F6B67-44CD-0E1A-3FBF-749AB34F7A73}"/>
              </a:ext>
            </a:extLst>
          </p:cNvPr>
          <p:cNvCxnSpPr>
            <a:cxnSpLocks/>
          </p:cNvCxnSpPr>
          <p:nvPr/>
        </p:nvCxnSpPr>
        <p:spPr>
          <a:xfrm flipV="1">
            <a:off x="11792922" y="12593461"/>
            <a:ext cx="1284082" cy="2468990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BDA1DFF-24B7-2344-A219-0FE1BFB07E8C}"/>
              </a:ext>
            </a:extLst>
          </p:cNvPr>
          <p:cNvCxnSpPr>
            <a:cxnSpLocks/>
          </p:cNvCxnSpPr>
          <p:nvPr/>
        </p:nvCxnSpPr>
        <p:spPr>
          <a:xfrm flipH="1" flipV="1">
            <a:off x="13091373" y="12610160"/>
            <a:ext cx="1264266" cy="2138195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153138B9-1057-A4C3-E8EC-9B61F4802B36}"/>
              </a:ext>
            </a:extLst>
          </p:cNvPr>
          <p:cNvCxnSpPr>
            <a:cxnSpLocks/>
          </p:cNvCxnSpPr>
          <p:nvPr/>
        </p:nvCxnSpPr>
        <p:spPr>
          <a:xfrm flipV="1">
            <a:off x="12874602" y="13171383"/>
            <a:ext cx="508693" cy="1302427"/>
          </a:xfrm>
          <a:prstGeom prst="line">
            <a:avLst/>
          </a:prstGeom>
          <a:ln w="5715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E148770-DA15-D170-C199-E2780902918B}"/>
              </a:ext>
            </a:extLst>
          </p:cNvPr>
          <p:cNvSpPr txBox="1"/>
          <p:nvPr/>
        </p:nvSpPr>
        <p:spPr>
          <a:xfrm>
            <a:off x="11492660" y="15049202"/>
            <a:ext cx="465192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608DD0D-C11C-039F-7A60-3A582656C384}"/>
              </a:ext>
            </a:extLst>
          </p:cNvPr>
          <p:cNvSpPr txBox="1"/>
          <p:nvPr/>
        </p:nvSpPr>
        <p:spPr>
          <a:xfrm>
            <a:off x="12651051" y="14387177"/>
            <a:ext cx="498855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5AA427A-FBCB-DE1F-C638-05470047C89E}"/>
              </a:ext>
            </a:extLst>
          </p:cNvPr>
          <p:cNvSpPr txBox="1"/>
          <p:nvPr/>
        </p:nvSpPr>
        <p:spPr>
          <a:xfrm>
            <a:off x="14089095" y="14648096"/>
            <a:ext cx="437940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5D979EA-A94D-2BA5-B9F0-68CE3B2541B0}"/>
              </a:ext>
            </a:extLst>
          </p:cNvPr>
          <p:cNvSpPr txBox="1"/>
          <p:nvPr/>
        </p:nvSpPr>
        <p:spPr>
          <a:xfrm>
            <a:off x="12976714" y="16114139"/>
            <a:ext cx="503664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540D7A18-52AA-49B8-9E9A-8324275AB6CC}"/>
              </a:ext>
            </a:extLst>
          </p:cNvPr>
          <p:cNvCxnSpPr>
            <a:cxnSpLocks/>
          </p:cNvCxnSpPr>
          <p:nvPr/>
        </p:nvCxnSpPr>
        <p:spPr>
          <a:xfrm flipH="1" flipV="1">
            <a:off x="13401530" y="13136735"/>
            <a:ext cx="427594" cy="714294"/>
          </a:xfrm>
          <a:prstGeom prst="line">
            <a:avLst/>
          </a:prstGeom>
          <a:ln w="889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49BBC1BC-D3DD-4BAE-A8C3-97DE47DEDC3C}"/>
              </a:ext>
            </a:extLst>
          </p:cNvPr>
          <p:cNvSpPr/>
          <p:nvPr/>
        </p:nvSpPr>
        <p:spPr>
          <a:xfrm>
            <a:off x="10572779" y="14285932"/>
            <a:ext cx="152253" cy="17146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1139EDD3-1C9F-E8EE-E3FF-563421FD04E5}"/>
              </a:ext>
            </a:extLst>
          </p:cNvPr>
          <p:cNvSpPr/>
          <p:nvPr/>
        </p:nvSpPr>
        <p:spPr>
          <a:xfrm>
            <a:off x="10901684" y="14291599"/>
            <a:ext cx="152253" cy="17146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9ACB9C45-7459-4151-3F69-3D241BEBFABC}"/>
              </a:ext>
            </a:extLst>
          </p:cNvPr>
          <p:cNvSpPr/>
          <p:nvPr/>
        </p:nvSpPr>
        <p:spPr>
          <a:xfrm>
            <a:off x="11259179" y="14302945"/>
            <a:ext cx="152253" cy="17146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8340399-D644-B947-8052-1B03F93E966C}"/>
              </a:ext>
            </a:extLst>
          </p:cNvPr>
          <p:cNvSpPr txBox="1"/>
          <p:nvPr/>
        </p:nvSpPr>
        <p:spPr>
          <a:xfrm>
            <a:off x="7517410" y="16350585"/>
            <a:ext cx="4613122" cy="880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2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 trees in SU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6F5CC41-3FB6-BFD5-5BBE-AD6A67CEA394}"/>
                  </a:ext>
                </a:extLst>
              </p:cNvPr>
              <p:cNvSpPr txBox="1"/>
              <p:nvPr/>
            </p:nvSpPr>
            <p:spPr>
              <a:xfrm>
                <a:off x="5587017" y="11223641"/>
                <a:ext cx="898516" cy="781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4480" dirty="0"/>
              </a:p>
            </p:txBody>
          </p:sp>
        </mc:Choice>
        <mc:Fallback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6F5CC41-3FB6-BFD5-5BBE-AD6A67CEA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017" y="11223641"/>
                <a:ext cx="898516" cy="781752"/>
              </a:xfrm>
              <a:prstGeom prst="rect">
                <a:avLst/>
              </a:prstGeom>
              <a:blipFill>
                <a:blip r:embed="rId2"/>
                <a:stretch>
                  <a:fillRect l="-5634" b="-15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95A458C-55C4-5460-8D1C-454983743F2A}"/>
                  </a:ext>
                </a:extLst>
              </p:cNvPr>
              <p:cNvSpPr txBox="1"/>
              <p:nvPr/>
            </p:nvSpPr>
            <p:spPr>
              <a:xfrm>
                <a:off x="8683590" y="11223641"/>
                <a:ext cx="911853" cy="781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4480" dirty="0"/>
              </a:p>
            </p:txBody>
          </p:sp>
        </mc:Choice>
        <mc:Fallback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95A458C-55C4-5460-8D1C-454983743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3590" y="11223641"/>
                <a:ext cx="911853" cy="781752"/>
              </a:xfrm>
              <a:prstGeom prst="rect">
                <a:avLst/>
              </a:prstGeom>
              <a:blipFill>
                <a:blip r:embed="rId3"/>
                <a:stretch>
                  <a:fillRect l="-4110" b="-15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2F0C709E-6F24-89D0-A075-8BB362FDD9BA}"/>
                  </a:ext>
                </a:extLst>
              </p:cNvPr>
              <p:cNvSpPr txBox="1"/>
              <p:nvPr/>
            </p:nvSpPr>
            <p:spPr>
              <a:xfrm>
                <a:off x="12505387" y="11348384"/>
                <a:ext cx="983859" cy="781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4480" i="1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US" sz="4480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2F0C709E-6F24-89D0-A075-8BB362FDD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05387" y="11348384"/>
                <a:ext cx="983859" cy="781752"/>
              </a:xfrm>
              <a:prstGeom prst="rect">
                <a:avLst/>
              </a:prstGeom>
              <a:blipFill>
                <a:blip r:embed="rId4"/>
                <a:stretch>
                  <a:fillRect l="-3797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78071BE-E94F-7002-77CA-E941BAA71786}"/>
              </a:ext>
            </a:extLst>
          </p:cNvPr>
          <p:cNvCxnSpPr>
            <a:cxnSpLocks/>
          </p:cNvCxnSpPr>
          <p:nvPr/>
        </p:nvCxnSpPr>
        <p:spPr>
          <a:xfrm flipH="1">
            <a:off x="21784492" y="15002482"/>
            <a:ext cx="292867" cy="583886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E782B73A-FDDE-206F-6AA3-8AE76400A21A}"/>
              </a:ext>
            </a:extLst>
          </p:cNvPr>
          <p:cNvSpPr txBox="1"/>
          <p:nvPr/>
        </p:nvSpPr>
        <p:spPr>
          <a:xfrm>
            <a:off x="15383069" y="15885856"/>
            <a:ext cx="542136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C61D370-246A-C29E-3FC6-0D9CCF298E80}"/>
              </a:ext>
            </a:extLst>
          </p:cNvPr>
          <p:cNvSpPr txBox="1"/>
          <p:nvPr/>
        </p:nvSpPr>
        <p:spPr>
          <a:xfrm>
            <a:off x="18089159" y="15880960"/>
            <a:ext cx="535724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2737888-2CDD-22A2-E181-64E3DCABBD11}"/>
              </a:ext>
            </a:extLst>
          </p:cNvPr>
          <p:cNvSpPr txBox="1"/>
          <p:nvPr/>
        </p:nvSpPr>
        <p:spPr>
          <a:xfrm>
            <a:off x="18882362" y="15894952"/>
            <a:ext cx="508473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0046E5F-B699-92AE-3C66-DF24D8B40A75}"/>
              </a:ext>
            </a:extLst>
          </p:cNvPr>
          <p:cNvSpPr txBox="1"/>
          <p:nvPr/>
        </p:nvSpPr>
        <p:spPr>
          <a:xfrm>
            <a:off x="21584434" y="15637930"/>
            <a:ext cx="564578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6AB323E-6B62-3462-55FE-572851264D3B}"/>
              </a:ext>
            </a:extLst>
          </p:cNvPr>
          <p:cNvSpPr txBox="1"/>
          <p:nvPr/>
        </p:nvSpPr>
        <p:spPr>
          <a:xfrm>
            <a:off x="17437336" y="16455075"/>
            <a:ext cx="4977003" cy="880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2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Species tree in CU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9650686-BC2A-7985-4EA4-2EB20A92C75B}"/>
              </a:ext>
            </a:extLst>
          </p:cNvPr>
          <p:cNvCxnSpPr>
            <a:cxnSpLocks/>
          </p:cNvCxnSpPr>
          <p:nvPr/>
        </p:nvCxnSpPr>
        <p:spPr>
          <a:xfrm flipV="1">
            <a:off x="17069136" y="12419765"/>
            <a:ext cx="1325491" cy="1698155"/>
          </a:xfrm>
          <a:prstGeom prst="line">
            <a:avLst/>
          </a:prstGeom>
          <a:ln w="13970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60458EE1-52F8-F31E-073F-34BA0921ABF2}"/>
                  </a:ext>
                </a:extLst>
              </p:cNvPr>
              <p:cNvSpPr txBox="1"/>
              <p:nvPr/>
            </p:nvSpPr>
            <p:spPr>
              <a:xfrm>
                <a:off x="14700774" y="9828535"/>
                <a:ext cx="2505814" cy="16248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512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  <m:sub>
                          <m:r>
                            <a:rPr lang="en-US" sz="512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512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512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512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512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512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512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60458EE1-52F8-F31E-073F-34BA0921A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00774" y="9828535"/>
                <a:ext cx="2505814" cy="1624804"/>
              </a:xfrm>
              <a:prstGeom prst="rect">
                <a:avLst/>
              </a:prstGeom>
              <a:blipFill>
                <a:blip r:embed="rId5"/>
                <a:stretch>
                  <a:fillRect l="-5025" t="-6977" r="-1508" b="-8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1FF60C77-705C-F7BB-B7A7-6438FC35B537}"/>
              </a:ext>
            </a:extLst>
          </p:cNvPr>
          <p:cNvCxnSpPr>
            <a:cxnSpLocks/>
          </p:cNvCxnSpPr>
          <p:nvPr/>
        </p:nvCxnSpPr>
        <p:spPr>
          <a:xfrm flipV="1">
            <a:off x="26228844" y="15317148"/>
            <a:ext cx="652931" cy="1207854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2290CF86-1AF2-5A5A-4B1E-EFB70FD64D5C}"/>
              </a:ext>
            </a:extLst>
          </p:cNvPr>
          <p:cNvCxnSpPr>
            <a:cxnSpLocks/>
          </p:cNvCxnSpPr>
          <p:nvPr/>
        </p:nvCxnSpPr>
        <p:spPr>
          <a:xfrm>
            <a:off x="26997347" y="12852498"/>
            <a:ext cx="1876336" cy="2652395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3A44CB9-A4B4-AB65-366C-48BD6B219EEB}"/>
              </a:ext>
            </a:extLst>
          </p:cNvPr>
          <p:cNvCxnSpPr>
            <a:cxnSpLocks/>
          </p:cNvCxnSpPr>
          <p:nvPr/>
        </p:nvCxnSpPr>
        <p:spPr>
          <a:xfrm flipV="1">
            <a:off x="24205015" y="11601389"/>
            <a:ext cx="3853963" cy="4882080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C9B30EE6-7BE1-8FFA-47D4-05BA55917C1A}"/>
              </a:ext>
            </a:extLst>
          </p:cNvPr>
          <p:cNvCxnSpPr>
            <a:cxnSpLocks/>
          </p:cNvCxnSpPr>
          <p:nvPr/>
        </p:nvCxnSpPr>
        <p:spPr>
          <a:xfrm flipH="1" flipV="1">
            <a:off x="25985093" y="14131673"/>
            <a:ext cx="1282078" cy="1709837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C48351B5-B886-CE08-A002-41BD0985FE07}"/>
              </a:ext>
            </a:extLst>
          </p:cNvPr>
          <p:cNvCxnSpPr>
            <a:cxnSpLocks/>
          </p:cNvCxnSpPr>
          <p:nvPr/>
        </p:nvCxnSpPr>
        <p:spPr>
          <a:xfrm flipH="1">
            <a:off x="27262444" y="13930332"/>
            <a:ext cx="404635" cy="774163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2E8BE772-48A5-3257-976F-163FC018A873}"/>
              </a:ext>
            </a:extLst>
          </p:cNvPr>
          <p:cNvCxnSpPr>
            <a:cxnSpLocks/>
          </p:cNvCxnSpPr>
          <p:nvPr/>
        </p:nvCxnSpPr>
        <p:spPr>
          <a:xfrm flipH="1" flipV="1">
            <a:off x="25483285" y="14727372"/>
            <a:ext cx="441170" cy="732984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FD6A84F3-DB00-62CD-0869-0FD5ADA7A5BA}"/>
              </a:ext>
            </a:extLst>
          </p:cNvPr>
          <p:cNvCxnSpPr>
            <a:cxnSpLocks/>
          </p:cNvCxnSpPr>
          <p:nvPr/>
        </p:nvCxnSpPr>
        <p:spPr>
          <a:xfrm>
            <a:off x="27995425" y="11551071"/>
            <a:ext cx="3876186" cy="4591576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C4E30E8F-7B6B-384D-1AFE-4B93A537D084}"/>
              </a:ext>
            </a:extLst>
          </p:cNvPr>
          <p:cNvCxnSpPr>
            <a:cxnSpLocks/>
          </p:cNvCxnSpPr>
          <p:nvPr/>
        </p:nvCxnSpPr>
        <p:spPr>
          <a:xfrm flipH="1">
            <a:off x="30042594" y="15039480"/>
            <a:ext cx="985288" cy="2441701"/>
          </a:xfrm>
          <a:prstGeom prst="line">
            <a:avLst/>
          </a:prstGeom>
          <a:ln w="127000">
            <a:solidFill>
              <a:schemeClr val="bg2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9223EB-DE0C-E456-B2D7-180914D899AF}"/>
              </a:ext>
            </a:extLst>
          </p:cNvPr>
          <p:cNvSpPr txBox="1"/>
          <p:nvPr/>
        </p:nvSpPr>
        <p:spPr>
          <a:xfrm>
            <a:off x="23965639" y="16483469"/>
            <a:ext cx="542136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F522DD0-4004-CEE9-7423-8EE4A2D4B718}"/>
              </a:ext>
            </a:extLst>
          </p:cNvPr>
          <p:cNvSpPr txBox="1"/>
          <p:nvPr/>
        </p:nvSpPr>
        <p:spPr>
          <a:xfrm>
            <a:off x="27039680" y="15917957"/>
            <a:ext cx="535724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5049E53-6EDF-1807-921C-D4837826BE5D}"/>
              </a:ext>
            </a:extLst>
          </p:cNvPr>
          <p:cNvSpPr txBox="1"/>
          <p:nvPr/>
        </p:nvSpPr>
        <p:spPr>
          <a:xfrm>
            <a:off x="27522546" y="14149439"/>
            <a:ext cx="508473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DF424D-D1C3-CE84-42FD-55EB5F066D57}"/>
              </a:ext>
            </a:extLst>
          </p:cNvPr>
          <p:cNvSpPr txBox="1"/>
          <p:nvPr/>
        </p:nvSpPr>
        <p:spPr>
          <a:xfrm>
            <a:off x="30153508" y="17234417"/>
            <a:ext cx="564578" cy="78175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4480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037B1A0-E513-6F63-0042-264F27466CC3}"/>
              </a:ext>
            </a:extLst>
          </p:cNvPr>
          <p:cNvSpPr txBox="1"/>
          <p:nvPr/>
        </p:nvSpPr>
        <p:spPr>
          <a:xfrm>
            <a:off x="25799352" y="10452205"/>
            <a:ext cx="4928913" cy="8802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12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Species tree in SU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2997F640-725A-211E-3992-049D3F82C8E6}"/>
              </a:ext>
            </a:extLst>
          </p:cNvPr>
          <p:cNvCxnSpPr>
            <a:cxnSpLocks/>
          </p:cNvCxnSpPr>
          <p:nvPr/>
        </p:nvCxnSpPr>
        <p:spPr>
          <a:xfrm flipV="1">
            <a:off x="26019656" y="12967235"/>
            <a:ext cx="973683" cy="1187683"/>
          </a:xfrm>
          <a:prstGeom prst="line">
            <a:avLst/>
          </a:prstGeom>
          <a:ln w="13970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CE91DB83-89B7-DDAF-47EA-FB56485F1EEE}"/>
              </a:ext>
            </a:extLst>
          </p:cNvPr>
          <p:cNvCxnSpPr>
            <a:cxnSpLocks/>
          </p:cNvCxnSpPr>
          <p:nvPr/>
        </p:nvCxnSpPr>
        <p:spPr>
          <a:xfrm>
            <a:off x="22692804" y="13838742"/>
            <a:ext cx="2443691" cy="0"/>
          </a:xfrm>
          <a:prstGeom prst="straightConnector1">
            <a:avLst/>
          </a:prstGeom>
          <a:ln w="5715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AC75CAB-441F-56B5-7C5D-C600656245CC}"/>
              </a:ext>
            </a:extLst>
          </p:cNvPr>
          <p:cNvSpPr txBox="1"/>
          <p:nvPr/>
        </p:nvSpPr>
        <p:spPr>
          <a:xfrm>
            <a:off x="5241648" y="10600703"/>
            <a:ext cx="2379690" cy="7817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80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Matching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D06B85B-7411-982F-8105-E295AFA21866}"/>
              </a:ext>
            </a:extLst>
          </p:cNvPr>
          <p:cNvSpPr txBox="1"/>
          <p:nvPr/>
        </p:nvSpPr>
        <p:spPr>
          <a:xfrm>
            <a:off x="8017339" y="10611692"/>
            <a:ext cx="3498586" cy="7817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80" dirty="0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Non-matching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77BC4E9-2FE1-FA7D-DB6A-603D4B9CE009}"/>
                  </a:ext>
                </a:extLst>
              </p:cNvPr>
              <p:cNvSpPr txBox="1"/>
              <p:nvPr/>
            </p:nvSpPr>
            <p:spPr>
              <a:xfrm>
                <a:off x="14557369" y="11786396"/>
                <a:ext cx="2759217" cy="16474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512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̅"/>
                              <m:ctrlP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  <m:sub>
                          <m:r>
                            <a:rPr lang="en-US" sz="512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>
                          <m:r>
                            <a:rPr lang="en-US" sz="512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512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512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512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512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512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𝑁𝑀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512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77BC4E9-2FE1-FA7D-DB6A-603D4B9CE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7369" y="11786396"/>
                <a:ext cx="2759217" cy="1647439"/>
              </a:xfrm>
              <a:prstGeom prst="rect">
                <a:avLst/>
              </a:prstGeom>
              <a:blipFill>
                <a:blip r:embed="rId6"/>
                <a:stretch>
                  <a:fillRect l="-5046" t="-6870" r="-917" b="-8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C7395B5-9BB7-4DB5-F9AF-16A1F90E8E2A}"/>
                  </a:ext>
                </a:extLst>
              </p:cNvPr>
              <p:cNvSpPr txBox="1"/>
              <p:nvPr/>
            </p:nvSpPr>
            <p:spPr>
              <a:xfrm>
                <a:off x="25673284" y="12350930"/>
                <a:ext cx="947375" cy="978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sz="576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C7395B5-9BB7-4DB5-F9AF-16A1F90E8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3284" y="12350930"/>
                <a:ext cx="947375" cy="978729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E20FD58-9020-8E53-D525-4445E21918A8}"/>
                  </a:ext>
                </a:extLst>
              </p:cNvPr>
              <p:cNvSpPr txBox="1"/>
              <p:nvPr/>
            </p:nvSpPr>
            <p:spPr>
              <a:xfrm>
                <a:off x="17694044" y="13176175"/>
                <a:ext cx="969048" cy="978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576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sz="576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E20FD58-9020-8E53-D525-4445E2191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4044" y="13176175"/>
                <a:ext cx="969048" cy="978729"/>
              </a:xfrm>
              <a:prstGeom prst="rect">
                <a:avLst/>
              </a:prstGeom>
              <a:blipFill>
                <a:blip r:embed="rId8"/>
                <a:stretch>
                  <a:fillRect l="-6494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4C22B21-EB7A-94D4-798A-FE7DFEBC7DD2}"/>
              </a:ext>
            </a:extLst>
          </p:cNvPr>
          <p:cNvSpPr txBox="1"/>
          <p:nvPr/>
        </p:nvSpPr>
        <p:spPr>
          <a:xfrm>
            <a:off x="4721775" y="9543791"/>
            <a:ext cx="837089" cy="9787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76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A)</a:t>
            </a:r>
          </a:p>
        </p:txBody>
      </p:sp>
    </p:spTree>
    <p:extLst>
      <p:ext uri="{BB962C8B-B14F-4D97-AF65-F5344CB8AC3E}">
        <p14:creationId xmlns:p14="http://schemas.microsoft.com/office/powerpoint/2010/main" val="2264347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3BAB80-2D19-D5F3-23D6-28BA064DE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0592" y="12267105"/>
            <a:ext cx="3681189" cy="23729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6A358E-5015-2CE7-2804-BF47FB955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8320" y="10781679"/>
            <a:ext cx="5330906" cy="22171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38E442-D82A-A9AE-FFDC-C00AF1E1D02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9399"/>
          <a:stretch/>
        </p:blipFill>
        <p:spPr>
          <a:xfrm>
            <a:off x="11327132" y="10781679"/>
            <a:ext cx="3494650" cy="17407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04747A-B90C-1CD3-B275-C3A1C2560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08320" y="12522468"/>
            <a:ext cx="5330906" cy="211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31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67D47D30-AB89-5274-CB49-8D7AD9FA1976}"/>
              </a:ext>
            </a:extLst>
          </p:cNvPr>
          <p:cNvGrpSpPr/>
          <p:nvPr/>
        </p:nvGrpSpPr>
        <p:grpSpPr>
          <a:xfrm>
            <a:off x="11356467" y="7074734"/>
            <a:ext cx="6929105" cy="5182319"/>
            <a:chOff x="16497732" y="9281963"/>
            <a:chExt cx="8661380" cy="6477896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984235E-2558-3B6C-EC9D-144B41F32F95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96BAF3F-4E65-FD3F-161B-7BD231D62D84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0F0FFFAD-3760-9A74-B9BD-ED6A02B33C3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0F0FFFAD-3760-9A74-B9BD-ED6A02B33C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5E1C017-EF0B-DB3D-94D0-B38F6132F52C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5E1C017-EF0B-DB3D-94D0-B38F6132F5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F0E1DA35-7E38-C891-CAE5-2B18F85E1140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F0E1DA35-7E38-C891-CAE5-2B18F85E11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75E1E8F2-3F02-628D-1E01-07F9DE0A1B45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75E1E8F2-3F02-628D-1E01-07F9DE0A1B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BFD3D33D-7C8B-48A6-8DDD-842ECB82DFE0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BFD3D33D-7C8B-48A6-8DDD-842ECB82DF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DBD1663D-2AC6-068E-70FB-BA28B1F50414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DBD1663D-2AC6-068E-70FB-BA28B1F504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1986792-133B-A889-BB21-885E2D5CEEB7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1986792-133B-A889-BB21-885E2D5CEE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6F10CC2B-9761-13CD-7F55-652A1CFE9F63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6F10CC2B-9761-13CD-7F55-652A1CFE9F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D4DB0699-EA2A-9A23-BE0F-4357B8424781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D4DB0699-EA2A-9A23-BE0F-4357B84247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AB550005-B367-E8D7-B519-64C313F4E29A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AB550005-B367-E8D7-B519-64C313F4E2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40148C78-F1C8-19E5-3EAE-1B743A4F1E72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40148C78-F1C8-19E5-3EAE-1B743A4F1E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985C1D0D-9C08-2E86-1A77-0DDA5D5E1E0B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985C1D0D-9C08-2E86-1A77-0DDA5D5E1E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85D8B9A-0AD9-574D-5EAF-A2265C756CD8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85D8B9A-0AD9-574D-5EAF-A2265C756C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A63400B5-61A1-D932-5D94-46C324D450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764C7487-D2C7-B62C-74B0-C76EC2CFFE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D53CFF6-B91A-A837-0E31-ABDDADB9A3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8E812494-275E-77CB-1EDE-E200D7AC4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7ADD9120-7D6D-49A2-C304-9085B4528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E43A0A86-D17B-7073-DCED-49C34F407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29362935-C55B-3D11-8CEC-FE168FDC4D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118CF43E-205E-DBC5-AC4E-9A08BE000E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E256FB1A-4B26-9A40-D5E3-9179993BB9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433E77A7-46BD-12F8-B511-151460606C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D11B85D5-7A30-63BB-00AC-7153A9FCC8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CF63356A-219C-12E0-E5A5-C08A9D7473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D505D7A7-E285-5187-9CA8-B902C30DC8A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17DC53E4-1B5C-D275-21E6-DBE70B81C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BC8B79A3-0D90-689C-1DAC-DEDECAE645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3D3FC52A-82BB-09A3-A16E-9D725AE3CF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085F11A5-79F9-4626-0B47-FE15FA48F0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7ED2B7B6-64D8-DE37-CCAF-0E35080A7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8A3A9FB7-CF18-F267-C804-85F1207972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D9C69CB9-3976-3635-2927-33F8023B5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5F5E931A-D740-A41B-7E2A-001C718AF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69C2122-D788-A6F7-EE0E-D605EFFBA2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91AFBC07-26E6-1328-0E9B-D3FDCE438C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2B7EFDD8-7BE7-6F85-9990-C968C219FD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BBDF2DC0-EA7D-A25A-900D-7E2995B556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5C3548B2-1B18-4CAD-FFBD-8924DCA938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C9EBB0-F0AE-10EE-2641-69F32CEE7255}"/>
              </a:ext>
            </a:extLst>
          </p:cNvPr>
          <p:cNvGrpSpPr/>
          <p:nvPr/>
        </p:nvGrpSpPr>
        <p:grpSpPr>
          <a:xfrm>
            <a:off x="3706871" y="7112465"/>
            <a:ext cx="6929105" cy="5182319"/>
            <a:chOff x="16497732" y="9281963"/>
            <a:chExt cx="8661380" cy="6477896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8F3420E-977C-F96A-7CD7-8D2711B653F0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13577C-9381-F5C9-7D0E-31347538D47F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CF9F6B8-4758-5C1F-ACC1-2BEA089065B8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CF9F6B8-4758-5C1F-ACC1-2BEA089065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006B69F0-B4DE-BC9E-1CDC-B8D27F8A541C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006B69F0-B4DE-BC9E-1CDC-B8D27F8A54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00A4ADA3-FAA9-42BD-5638-658A5E3DE129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00A4ADA3-FAA9-42BD-5638-658A5E3DE1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64B37C42-355C-FB9E-0AD3-72D0B269C55D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64B37C42-355C-FB9E-0AD3-72D0B269C5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53161DA-F56B-042E-E3FF-1EFAF96CA67B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53161DA-F56B-042E-E3FF-1EFAF96CA6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76F6149-9C5F-C3EE-F058-05C027ECAFAB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76F6149-9C5F-C3EE-F058-05C027ECAF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E5453C9-588F-C106-C3EF-14DAD34BDF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E5453C9-588F-C106-C3EF-14DAD34BDF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0E303B4-E552-CEDE-DED1-C1DE5B70B1B1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0E303B4-E552-CEDE-DED1-C1DE5B70B1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2DFBAC-1A54-9E29-CD7A-06EAAAF1FF7B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2DFBAC-1A54-9E29-CD7A-06EAAAF1FF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BDBDF2C-FF6A-70F2-1E4C-4C94D192C67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BDBDF2C-FF6A-70F2-1E4C-4C94D192C6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439548D-09CE-EB48-E696-88B22C967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439548D-09CE-EB48-E696-88B22C967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0CB33EB-264F-72DF-7763-FD83B7FA35A9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0CB33EB-264F-72DF-7763-FD83B7FA35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5DB00E4C-43BF-12C4-BAD8-00CA8ED3566F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5DB00E4C-43BF-12C4-BAD8-00CA8ED35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936D5C9-5DC3-8AB3-9F08-79CD562AE4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99858A2-734B-3FC1-7356-BE34531AE3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C0E1923-A352-34C5-5D84-CEF41ED2EA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8BB66BC5-E7EA-8C2A-2CFE-D31897482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70B79EA5-44B8-12F4-6F96-3F3CF6CBE0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AF7173B-5EF5-363C-D333-BA72BA7AA6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0812AD5-C351-09EE-CBE5-9D06A96C46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597CE5F-A33B-4B11-E7E0-DE6E6F93E3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C67C550-1D53-80DA-E977-7068CE545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915289C-37AE-88CC-982D-1875495412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4866DDA-982C-CB1F-7968-2C5833D74BF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DDC476E-AE61-3F96-6F58-C2C80022DD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1B2B648-A9B4-5C87-4042-D89F96F8B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5A0210C-1029-9BEF-E5E7-47403C4294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6292F838-32C4-FD87-3F90-A03716F9DB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A155C24-4BE7-7D4B-E15B-C8251E9E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4A48CCD7-A255-2F0A-5D59-B06F4D8C02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1656E56-D13F-3A5E-E2C9-530172E5A3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D1F7C63-0372-92CE-C7C3-45D0E837E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C5E413F-6500-A94B-200E-012751169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4B683E1-9BF0-BDDA-D299-DFAA4D188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20550DC6-72B0-F5C2-DF27-AB11DFF826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703E14-C73F-96CF-ED89-ED1EAF3F53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729341DD-5E75-76DD-1265-642C377FE9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013927E-6876-E98A-2FF0-BFEDF9B361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B370D450-680D-F446-1E79-44E0F69989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7" name="Oval 176">
            <a:extLst>
              <a:ext uri="{FF2B5EF4-FFF2-40B4-BE49-F238E27FC236}">
                <a16:creationId xmlns:a16="http://schemas.microsoft.com/office/drawing/2014/main" id="{E2F41389-5A9E-9ED7-4099-71FBF21403C5}"/>
              </a:ext>
            </a:extLst>
          </p:cNvPr>
          <p:cNvSpPr/>
          <p:nvPr/>
        </p:nvSpPr>
        <p:spPr>
          <a:xfrm>
            <a:off x="7863924" y="857401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C5A913F-0A34-CA6A-D444-35915BA58D49}"/>
              </a:ext>
            </a:extLst>
          </p:cNvPr>
          <p:cNvCxnSpPr>
            <a:cxnSpLocks/>
          </p:cNvCxnSpPr>
          <p:nvPr/>
        </p:nvCxnSpPr>
        <p:spPr>
          <a:xfrm>
            <a:off x="7931678" y="8641477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3EF5C098-6335-E24A-5D43-EBC659BB370D}"/>
              </a:ext>
            </a:extLst>
          </p:cNvPr>
          <p:cNvCxnSpPr>
            <a:cxnSpLocks/>
          </p:cNvCxnSpPr>
          <p:nvPr/>
        </p:nvCxnSpPr>
        <p:spPr>
          <a:xfrm>
            <a:off x="6842633" y="8533643"/>
            <a:ext cx="0" cy="462541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6B30FCE5-87AA-2197-51D7-7F487EB93DD4}"/>
                  </a:ext>
                </a:extLst>
              </p:cNvPr>
              <p:cNvSpPr txBox="1"/>
              <p:nvPr/>
            </p:nvSpPr>
            <p:spPr>
              <a:xfrm>
                <a:off x="6432555" y="8589935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6B30FCE5-87AA-2197-51D7-7F487EB93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555" y="8589935"/>
                <a:ext cx="568909" cy="478464"/>
              </a:xfrm>
              <a:prstGeom prst="rect">
                <a:avLst/>
              </a:prstGeom>
              <a:blipFill>
                <a:blip r:embed="rId28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CD31E4E-DE88-C1E6-1BC1-294BDA778BE7}"/>
                  </a:ext>
                </a:extLst>
              </p:cNvPr>
              <p:cNvSpPr txBox="1"/>
              <p:nvPr/>
            </p:nvSpPr>
            <p:spPr>
              <a:xfrm>
                <a:off x="7641542" y="8350025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CD31E4E-DE88-C1E6-1BC1-294BDA778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542" y="8350025"/>
                <a:ext cx="896111" cy="47846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BE7FAAE-FDF2-08D2-DEBC-963F6062BC8C}"/>
                  </a:ext>
                </a:extLst>
              </p:cNvPr>
              <p:cNvSpPr txBox="1"/>
              <p:nvPr/>
            </p:nvSpPr>
            <p:spPr>
              <a:xfrm>
                <a:off x="4339973" y="12173155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BE7FAAE-FDF2-08D2-DEBC-963F6062B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9973" y="12173155"/>
                <a:ext cx="5728691" cy="533544"/>
              </a:xfrm>
              <a:prstGeom prst="rect">
                <a:avLst/>
              </a:prstGeom>
              <a:blipFill>
                <a:blip r:embed="rId30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077D2D7-2803-8DFA-7AA3-EFB2C19C4000}"/>
                  </a:ext>
                </a:extLst>
              </p:cNvPr>
              <p:cNvSpPr txBox="1"/>
              <p:nvPr/>
            </p:nvSpPr>
            <p:spPr>
              <a:xfrm>
                <a:off x="5427102" y="12798784"/>
                <a:ext cx="4172975" cy="71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077D2D7-2803-8DFA-7AA3-EFB2C19C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102" y="12798784"/>
                <a:ext cx="4172975" cy="717376"/>
              </a:xfrm>
              <a:prstGeom prst="rect">
                <a:avLst/>
              </a:prstGeom>
              <a:blipFill>
                <a:blip r:embed="rId31"/>
                <a:stretch>
                  <a:fillRect l="-91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3" name="Oval 192">
            <a:extLst>
              <a:ext uri="{FF2B5EF4-FFF2-40B4-BE49-F238E27FC236}">
                <a16:creationId xmlns:a16="http://schemas.microsoft.com/office/drawing/2014/main" id="{8135B68D-AFAF-5C2A-DA7A-EF0F13C56508}"/>
              </a:ext>
            </a:extLst>
          </p:cNvPr>
          <p:cNvSpPr/>
          <p:nvPr/>
        </p:nvSpPr>
        <p:spPr>
          <a:xfrm>
            <a:off x="6755393" y="844951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6" name="Freeform 195">
            <a:extLst>
              <a:ext uri="{FF2B5EF4-FFF2-40B4-BE49-F238E27FC236}">
                <a16:creationId xmlns:a16="http://schemas.microsoft.com/office/drawing/2014/main" id="{8D91B000-3BA8-46AC-28D0-964C709A88A0}"/>
              </a:ext>
            </a:extLst>
          </p:cNvPr>
          <p:cNvSpPr/>
          <p:nvPr/>
        </p:nvSpPr>
        <p:spPr>
          <a:xfrm>
            <a:off x="4797728" y="8522978"/>
            <a:ext cx="2033796" cy="3286848"/>
          </a:xfrm>
          <a:custGeom>
            <a:avLst/>
            <a:gdLst>
              <a:gd name="connsiteX0" fmla="*/ 0 w 2269863"/>
              <a:gd name="connsiteY0" fmla="*/ 3668357 h 3668357"/>
              <a:gd name="connsiteX1" fmla="*/ 645459 w 2269863"/>
              <a:gd name="connsiteY1" fmla="*/ 2377440 h 3668357"/>
              <a:gd name="connsiteX2" fmla="*/ 806823 w 2269863"/>
              <a:gd name="connsiteY2" fmla="*/ 1914861 h 3668357"/>
              <a:gd name="connsiteX3" fmla="*/ 892884 w 2269863"/>
              <a:gd name="connsiteY3" fmla="*/ 1775012 h 3668357"/>
              <a:gd name="connsiteX4" fmla="*/ 1054249 w 2269863"/>
              <a:gd name="connsiteY4" fmla="*/ 1645920 h 3668357"/>
              <a:gd name="connsiteX5" fmla="*/ 1323190 w 2269863"/>
              <a:gd name="connsiteY5" fmla="*/ 1301675 h 3668357"/>
              <a:gd name="connsiteX6" fmla="*/ 1355463 w 2269863"/>
              <a:gd name="connsiteY6" fmla="*/ 1280160 h 3668357"/>
              <a:gd name="connsiteX7" fmla="*/ 1409252 w 2269863"/>
              <a:gd name="connsiteY7" fmla="*/ 1226372 h 3668357"/>
              <a:gd name="connsiteX8" fmla="*/ 1473797 w 2269863"/>
              <a:gd name="connsiteY8" fmla="*/ 1161826 h 3668357"/>
              <a:gd name="connsiteX9" fmla="*/ 1549101 w 2269863"/>
              <a:gd name="connsiteY9" fmla="*/ 1086522 h 3668357"/>
              <a:gd name="connsiteX10" fmla="*/ 1645920 w 2269863"/>
              <a:gd name="connsiteY10" fmla="*/ 935915 h 3668357"/>
              <a:gd name="connsiteX11" fmla="*/ 1678193 w 2269863"/>
              <a:gd name="connsiteY11" fmla="*/ 871369 h 3668357"/>
              <a:gd name="connsiteX12" fmla="*/ 1710466 w 2269863"/>
              <a:gd name="connsiteY12" fmla="*/ 796066 h 3668357"/>
              <a:gd name="connsiteX13" fmla="*/ 1731981 w 2269863"/>
              <a:gd name="connsiteY13" fmla="*/ 731520 h 3668357"/>
              <a:gd name="connsiteX14" fmla="*/ 1742739 w 2269863"/>
              <a:gd name="connsiteY14" fmla="*/ 699247 h 3668357"/>
              <a:gd name="connsiteX15" fmla="*/ 1796527 w 2269863"/>
              <a:gd name="connsiteY15" fmla="*/ 634701 h 3668357"/>
              <a:gd name="connsiteX16" fmla="*/ 1807284 w 2269863"/>
              <a:gd name="connsiteY16" fmla="*/ 602428 h 3668357"/>
              <a:gd name="connsiteX17" fmla="*/ 1828800 w 2269863"/>
              <a:gd name="connsiteY17" fmla="*/ 580913 h 3668357"/>
              <a:gd name="connsiteX18" fmla="*/ 1850315 w 2269863"/>
              <a:gd name="connsiteY18" fmla="*/ 516367 h 3668357"/>
              <a:gd name="connsiteX19" fmla="*/ 1904103 w 2269863"/>
              <a:gd name="connsiteY19" fmla="*/ 419548 h 3668357"/>
              <a:gd name="connsiteX20" fmla="*/ 1947134 w 2269863"/>
              <a:gd name="connsiteY20" fmla="*/ 376517 h 3668357"/>
              <a:gd name="connsiteX21" fmla="*/ 1979407 w 2269863"/>
              <a:gd name="connsiteY21" fmla="*/ 344244 h 3668357"/>
              <a:gd name="connsiteX22" fmla="*/ 2022437 w 2269863"/>
              <a:gd name="connsiteY22" fmla="*/ 279699 h 3668357"/>
              <a:gd name="connsiteX23" fmla="*/ 2043953 w 2269863"/>
              <a:gd name="connsiteY23" fmla="*/ 247426 h 3668357"/>
              <a:gd name="connsiteX24" fmla="*/ 2086983 w 2269863"/>
              <a:gd name="connsiteY24" fmla="*/ 193637 h 3668357"/>
              <a:gd name="connsiteX25" fmla="*/ 2108499 w 2269863"/>
              <a:gd name="connsiteY25" fmla="*/ 172122 h 3668357"/>
              <a:gd name="connsiteX26" fmla="*/ 2151529 w 2269863"/>
              <a:gd name="connsiteY26" fmla="*/ 107576 h 3668357"/>
              <a:gd name="connsiteX27" fmla="*/ 2173044 w 2269863"/>
              <a:gd name="connsiteY27" fmla="*/ 75303 h 3668357"/>
              <a:gd name="connsiteX28" fmla="*/ 2226833 w 2269863"/>
              <a:gd name="connsiteY28" fmla="*/ 32273 h 3668357"/>
              <a:gd name="connsiteX29" fmla="*/ 2269863 w 2269863"/>
              <a:gd name="connsiteY29" fmla="*/ 0 h 3668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269863" h="3668357">
                <a:moveTo>
                  <a:pt x="0" y="3668357"/>
                </a:moveTo>
                <a:cubicBezTo>
                  <a:pt x="208213" y="3274563"/>
                  <a:pt x="483323" y="2818450"/>
                  <a:pt x="645459" y="2377440"/>
                </a:cubicBezTo>
                <a:cubicBezTo>
                  <a:pt x="726631" y="2156652"/>
                  <a:pt x="716363" y="2073166"/>
                  <a:pt x="806823" y="1914861"/>
                </a:cubicBezTo>
                <a:cubicBezTo>
                  <a:pt x="833980" y="1867337"/>
                  <a:pt x="855825" y="1815294"/>
                  <a:pt x="892884" y="1775012"/>
                </a:cubicBezTo>
                <a:cubicBezTo>
                  <a:pt x="939521" y="1724319"/>
                  <a:pt x="1007914" y="1696889"/>
                  <a:pt x="1054249" y="1645920"/>
                </a:cubicBezTo>
                <a:cubicBezTo>
                  <a:pt x="1152200" y="1538173"/>
                  <a:pt x="1230621" y="1414080"/>
                  <a:pt x="1323190" y="1301675"/>
                </a:cubicBezTo>
                <a:cubicBezTo>
                  <a:pt x="1331409" y="1291695"/>
                  <a:pt x="1345733" y="1288674"/>
                  <a:pt x="1355463" y="1280160"/>
                </a:cubicBezTo>
                <a:cubicBezTo>
                  <a:pt x="1374546" y="1263463"/>
                  <a:pt x="1391322" y="1244302"/>
                  <a:pt x="1409252" y="1226372"/>
                </a:cubicBezTo>
                <a:lnTo>
                  <a:pt x="1473797" y="1161826"/>
                </a:lnTo>
                <a:cubicBezTo>
                  <a:pt x="1498898" y="1136725"/>
                  <a:pt x="1529905" y="1116383"/>
                  <a:pt x="1549101" y="1086522"/>
                </a:cubicBezTo>
                <a:cubicBezTo>
                  <a:pt x="1581374" y="1036320"/>
                  <a:pt x="1615661" y="987356"/>
                  <a:pt x="1645920" y="935915"/>
                </a:cubicBezTo>
                <a:cubicBezTo>
                  <a:pt x="1757247" y="746658"/>
                  <a:pt x="1540379" y="1078084"/>
                  <a:pt x="1678193" y="871369"/>
                </a:cubicBezTo>
                <a:cubicBezTo>
                  <a:pt x="1712815" y="767497"/>
                  <a:pt x="1657300" y="928979"/>
                  <a:pt x="1710466" y="796066"/>
                </a:cubicBezTo>
                <a:cubicBezTo>
                  <a:pt x="1718889" y="775009"/>
                  <a:pt x="1724809" y="753035"/>
                  <a:pt x="1731981" y="731520"/>
                </a:cubicBezTo>
                <a:cubicBezTo>
                  <a:pt x="1735567" y="720762"/>
                  <a:pt x="1734721" y="707265"/>
                  <a:pt x="1742739" y="699247"/>
                </a:cubicBezTo>
                <a:cubicBezTo>
                  <a:pt x="1784154" y="657832"/>
                  <a:pt x="1766573" y="679633"/>
                  <a:pt x="1796527" y="634701"/>
                </a:cubicBezTo>
                <a:cubicBezTo>
                  <a:pt x="1800113" y="623943"/>
                  <a:pt x="1801450" y="612152"/>
                  <a:pt x="1807284" y="602428"/>
                </a:cubicBezTo>
                <a:cubicBezTo>
                  <a:pt x="1812502" y="593731"/>
                  <a:pt x="1824264" y="589985"/>
                  <a:pt x="1828800" y="580913"/>
                </a:cubicBezTo>
                <a:cubicBezTo>
                  <a:pt x="1838943" y="560628"/>
                  <a:pt x="1843143" y="537882"/>
                  <a:pt x="1850315" y="516367"/>
                </a:cubicBezTo>
                <a:cubicBezTo>
                  <a:pt x="1863842" y="475786"/>
                  <a:pt x="1867116" y="456535"/>
                  <a:pt x="1904103" y="419548"/>
                </a:cubicBezTo>
                <a:lnTo>
                  <a:pt x="1947134" y="376517"/>
                </a:lnTo>
                <a:cubicBezTo>
                  <a:pt x="1957892" y="365759"/>
                  <a:pt x="1970968" y="356903"/>
                  <a:pt x="1979407" y="344244"/>
                </a:cubicBezTo>
                <a:lnTo>
                  <a:pt x="2022437" y="279699"/>
                </a:lnTo>
                <a:cubicBezTo>
                  <a:pt x="2029609" y="268941"/>
                  <a:pt x="2034811" y="256569"/>
                  <a:pt x="2043953" y="247426"/>
                </a:cubicBezTo>
                <a:cubicBezTo>
                  <a:pt x="2095910" y="195466"/>
                  <a:pt x="2032690" y="261503"/>
                  <a:pt x="2086983" y="193637"/>
                </a:cubicBezTo>
                <a:cubicBezTo>
                  <a:pt x="2093319" y="185717"/>
                  <a:pt x="2102413" y="180236"/>
                  <a:pt x="2108499" y="172122"/>
                </a:cubicBezTo>
                <a:cubicBezTo>
                  <a:pt x="2124014" y="151436"/>
                  <a:pt x="2137186" y="129091"/>
                  <a:pt x="2151529" y="107576"/>
                </a:cubicBezTo>
                <a:cubicBezTo>
                  <a:pt x="2158701" y="96818"/>
                  <a:pt x="2163902" y="84445"/>
                  <a:pt x="2173044" y="75303"/>
                </a:cubicBezTo>
                <a:cubicBezTo>
                  <a:pt x="2193056" y="55292"/>
                  <a:pt x="2199692" y="45843"/>
                  <a:pt x="2226833" y="32273"/>
                </a:cubicBezTo>
                <a:cubicBezTo>
                  <a:pt x="2271143" y="10118"/>
                  <a:pt x="2250902" y="37923"/>
                  <a:pt x="226986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FBE7C861-04BD-0B89-8980-9EF9F7E954C6}"/>
              </a:ext>
            </a:extLst>
          </p:cNvPr>
          <p:cNvSpPr/>
          <p:nvPr/>
        </p:nvSpPr>
        <p:spPr>
          <a:xfrm>
            <a:off x="6831571" y="7796872"/>
            <a:ext cx="385553" cy="693999"/>
          </a:xfrm>
          <a:custGeom>
            <a:avLst/>
            <a:gdLst>
              <a:gd name="connsiteX0" fmla="*/ 0 w 430306"/>
              <a:gd name="connsiteY0" fmla="*/ 774550 h 774550"/>
              <a:gd name="connsiteX1" fmla="*/ 32273 w 430306"/>
              <a:gd name="connsiteY1" fmla="*/ 656216 h 774550"/>
              <a:gd name="connsiteX2" fmla="*/ 43031 w 430306"/>
              <a:gd name="connsiteY2" fmla="*/ 613186 h 774550"/>
              <a:gd name="connsiteX3" fmla="*/ 107577 w 430306"/>
              <a:gd name="connsiteY3" fmla="*/ 527124 h 774550"/>
              <a:gd name="connsiteX4" fmla="*/ 150607 w 430306"/>
              <a:gd name="connsiteY4" fmla="*/ 462578 h 774550"/>
              <a:gd name="connsiteX5" fmla="*/ 172123 w 430306"/>
              <a:gd name="connsiteY5" fmla="*/ 430306 h 774550"/>
              <a:gd name="connsiteX6" fmla="*/ 182880 w 430306"/>
              <a:gd name="connsiteY6" fmla="*/ 398033 h 774550"/>
              <a:gd name="connsiteX7" fmla="*/ 204396 w 430306"/>
              <a:gd name="connsiteY7" fmla="*/ 311971 h 774550"/>
              <a:gd name="connsiteX8" fmla="*/ 215153 w 430306"/>
              <a:gd name="connsiteY8" fmla="*/ 279698 h 774550"/>
              <a:gd name="connsiteX9" fmla="*/ 236668 w 430306"/>
              <a:gd name="connsiteY9" fmla="*/ 247426 h 774550"/>
              <a:gd name="connsiteX10" fmla="*/ 290457 w 430306"/>
              <a:gd name="connsiteY10" fmla="*/ 204395 h 774550"/>
              <a:gd name="connsiteX11" fmla="*/ 355003 w 430306"/>
              <a:gd name="connsiteY11" fmla="*/ 107576 h 774550"/>
              <a:gd name="connsiteX12" fmla="*/ 376518 w 430306"/>
              <a:gd name="connsiteY12" fmla="*/ 75303 h 774550"/>
              <a:gd name="connsiteX13" fmla="*/ 387276 w 430306"/>
              <a:gd name="connsiteY13" fmla="*/ 43030 h 774550"/>
              <a:gd name="connsiteX14" fmla="*/ 430306 w 430306"/>
              <a:gd name="connsiteY14" fmla="*/ 0 h 77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30306" h="774550">
                <a:moveTo>
                  <a:pt x="0" y="774550"/>
                </a:moveTo>
                <a:cubicBezTo>
                  <a:pt x="21018" y="627433"/>
                  <a:pt x="-5636" y="757305"/>
                  <a:pt x="32273" y="656216"/>
                </a:cubicBezTo>
                <a:cubicBezTo>
                  <a:pt x="37464" y="642373"/>
                  <a:pt x="36419" y="626410"/>
                  <a:pt x="43031" y="613186"/>
                </a:cubicBezTo>
                <a:cubicBezTo>
                  <a:pt x="105932" y="487383"/>
                  <a:pt x="62189" y="587642"/>
                  <a:pt x="107577" y="527124"/>
                </a:cubicBezTo>
                <a:cubicBezTo>
                  <a:pt x="123092" y="506437"/>
                  <a:pt x="136263" y="484093"/>
                  <a:pt x="150607" y="462578"/>
                </a:cubicBezTo>
                <a:lnTo>
                  <a:pt x="172123" y="430306"/>
                </a:lnTo>
                <a:cubicBezTo>
                  <a:pt x="175709" y="419548"/>
                  <a:pt x="179896" y="408973"/>
                  <a:pt x="182880" y="398033"/>
                </a:cubicBezTo>
                <a:cubicBezTo>
                  <a:pt x="190660" y="369505"/>
                  <a:pt x="195046" y="340024"/>
                  <a:pt x="204396" y="311971"/>
                </a:cubicBezTo>
                <a:cubicBezTo>
                  <a:pt x="207982" y="301213"/>
                  <a:pt x="210082" y="289840"/>
                  <a:pt x="215153" y="279698"/>
                </a:cubicBezTo>
                <a:cubicBezTo>
                  <a:pt x="220935" y="268134"/>
                  <a:pt x="228591" y="257522"/>
                  <a:pt x="236668" y="247426"/>
                </a:cubicBezTo>
                <a:cubicBezTo>
                  <a:pt x="254188" y="225527"/>
                  <a:pt x="266492" y="220371"/>
                  <a:pt x="290457" y="204395"/>
                </a:cubicBezTo>
                <a:lnTo>
                  <a:pt x="355003" y="107576"/>
                </a:lnTo>
                <a:cubicBezTo>
                  <a:pt x="362175" y="96818"/>
                  <a:pt x="372429" y="87569"/>
                  <a:pt x="376518" y="75303"/>
                </a:cubicBezTo>
                <a:cubicBezTo>
                  <a:pt x="380104" y="64545"/>
                  <a:pt x="380192" y="51885"/>
                  <a:pt x="387276" y="43030"/>
                </a:cubicBezTo>
                <a:cubicBezTo>
                  <a:pt x="456513" y="-43517"/>
                  <a:pt x="394978" y="70652"/>
                  <a:pt x="430306" y="0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046E7C48-7005-4038-800A-AAD08E926DE9}"/>
              </a:ext>
            </a:extLst>
          </p:cNvPr>
          <p:cNvSpPr/>
          <p:nvPr/>
        </p:nvSpPr>
        <p:spPr>
          <a:xfrm>
            <a:off x="7246048" y="7806461"/>
            <a:ext cx="674718" cy="800081"/>
          </a:xfrm>
          <a:custGeom>
            <a:avLst/>
            <a:gdLst>
              <a:gd name="connsiteX0" fmla="*/ 753035 w 753035"/>
              <a:gd name="connsiteY0" fmla="*/ 892947 h 892947"/>
              <a:gd name="connsiteX1" fmla="*/ 688489 w 753035"/>
              <a:gd name="connsiteY1" fmla="*/ 817643 h 892947"/>
              <a:gd name="connsiteX2" fmla="*/ 666974 w 753035"/>
              <a:gd name="connsiteY2" fmla="*/ 785371 h 892947"/>
              <a:gd name="connsiteX3" fmla="*/ 602428 w 753035"/>
              <a:gd name="connsiteY3" fmla="*/ 720825 h 892947"/>
              <a:gd name="connsiteX4" fmla="*/ 548640 w 753035"/>
              <a:gd name="connsiteY4" fmla="*/ 645521 h 892947"/>
              <a:gd name="connsiteX5" fmla="*/ 516367 w 753035"/>
              <a:gd name="connsiteY5" fmla="*/ 613248 h 892947"/>
              <a:gd name="connsiteX6" fmla="*/ 473337 w 753035"/>
              <a:gd name="connsiteY6" fmla="*/ 559460 h 892947"/>
              <a:gd name="connsiteX7" fmla="*/ 430306 w 753035"/>
              <a:gd name="connsiteY7" fmla="*/ 516429 h 892947"/>
              <a:gd name="connsiteX8" fmla="*/ 387275 w 753035"/>
              <a:gd name="connsiteY8" fmla="*/ 462641 h 892947"/>
              <a:gd name="connsiteX9" fmla="*/ 333487 w 753035"/>
              <a:gd name="connsiteY9" fmla="*/ 398095 h 892947"/>
              <a:gd name="connsiteX10" fmla="*/ 322729 w 753035"/>
              <a:gd name="connsiteY10" fmla="*/ 365822 h 892947"/>
              <a:gd name="connsiteX11" fmla="*/ 279699 w 753035"/>
              <a:gd name="connsiteY11" fmla="*/ 301276 h 892947"/>
              <a:gd name="connsiteX12" fmla="*/ 268941 w 753035"/>
              <a:gd name="connsiteY12" fmla="*/ 269003 h 892947"/>
              <a:gd name="connsiteX13" fmla="*/ 247426 w 753035"/>
              <a:gd name="connsiteY13" fmla="*/ 236731 h 892947"/>
              <a:gd name="connsiteX14" fmla="*/ 204395 w 753035"/>
              <a:gd name="connsiteY14" fmla="*/ 193700 h 892947"/>
              <a:gd name="connsiteX15" fmla="*/ 193638 w 753035"/>
              <a:gd name="connsiteY15" fmla="*/ 161427 h 892947"/>
              <a:gd name="connsiteX16" fmla="*/ 86061 w 753035"/>
              <a:gd name="connsiteY16" fmla="*/ 75366 h 892947"/>
              <a:gd name="connsiteX17" fmla="*/ 53788 w 753035"/>
              <a:gd name="connsiteY17" fmla="*/ 53851 h 892947"/>
              <a:gd name="connsiteX18" fmla="*/ 32273 w 753035"/>
              <a:gd name="connsiteY18" fmla="*/ 32335 h 892947"/>
              <a:gd name="connsiteX19" fmla="*/ 0 w 753035"/>
              <a:gd name="connsiteY19" fmla="*/ 62 h 89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53035" h="892947">
                <a:moveTo>
                  <a:pt x="753035" y="892947"/>
                </a:moveTo>
                <a:cubicBezTo>
                  <a:pt x="731520" y="867846"/>
                  <a:pt x="709142" y="843459"/>
                  <a:pt x="688489" y="817643"/>
                </a:cubicBezTo>
                <a:cubicBezTo>
                  <a:pt x="680412" y="807547"/>
                  <a:pt x="675563" y="795034"/>
                  <a:pt x="666974" y="785371"/>
                </a:cubicBezTo>
                <a:cubicBezTo>
                  <a:pt x="646759" y="762629"/>
                  <a:pt x="619306" y="746142"/>
                  <a:pt x="602428" y="720825"/>
                </a:cubicBezTo>
                <a:cubicBezTo>
                  <a:pt x="585400" y="695283"/>
                  <a:pt x="568656" y="668873"/>
                  <a:pt x="548640" y="645521"/>
                </a:cubicBezTo>
                <a:cubicBezTo>
                  <a:pt x="538739" y="633970"/>
                  <a:pt x="526385" y="624697"/>
                  <a:pt x="516367" y="613248"/>
                </a:cubicBezTo>
                <a:cubicBezTo>
                  <a:pt x="501247" y="595968"/>
                  <a:pt x="488591" y="576621"/>
                  <a:pt x="473337" y="559460"/>
                </a:cubicBezTo>
                <a:cubicBezTo>
                  <a:pt x="459860" y="544299"/>
                  <a:pt x="441558" y="533307"/>
                  <a:pt x="430306" y="516429"/>
                </a:cubicBezTo>
                <a:cubicBezTo>
                  <a:pt x="364085" y="417096"/>
                  <a:pt x="448590" y="539284"/>
                  <a:pt x="387275" y="462641"/>
                </a:cubicBezTo>
                <a:cubicBezTo>
                  <a:pt x="327360" y="387749"/>
                  <a:pt x="410157" y="474765"/>
                  <a:pt x="333487" y="398095"/>
                </a:cubicBezTo>
                <a:cubicBezTo>
                  <a:pt x="329901" y="387337"/>
                  <a:pt x="328236" y="375735"/>
                  <a:pt x="322729" y="365822"/>
                </a:cubicBezTo>
                <a:cubicBezTo>
                  <a:pt x="310171" y="343218"/>
                  <a:pt x="287876" y="325807"/>
                  <a:pt x="279699" y="301276"/>
                </a:cubicBezTo>
                <a:cubicBezTo>
                  <a:pt x="276113" y="290518"/>
                  <a:pt x="274012" y="279145"/>
                  <a:pt x="268941" y="269003"/>
                </a:cubicBezTo>
                <a:cubicBezTo>
                  <a:pt x="263159" y="257439"/>
                  <a:pt x="255840" y="246547"/>
                  <a:pt x="247426" y="236731"/>
                </a:cubicBezTo>
                <a:cubicBezTo>
                  <a:pt x="234225" y="221330"/>
                  <a:pt x="204395" y="193700"/>
                  <a:pt x="204395" y="193700"/>
                </a:cubicBezTo>
                <a:cubicBezTo>
                  <a:pt x="200809" y="182942"/>
                  <a:pt x="200229" y="170654"/>
                  <a:pt x="193638" y="161427"/>
                </a:cubicBezTo>
                <a:cubicBezTo>
                  <a:pt x="165767" y="122408"/>
                  <a:pt x="124852" y="101226"/>
                  <a:pt x="86061" y="75366"/>
                </a:cubicBezTo>
                <a:cubicBezTo>
                  <a:pt x="75303" y="68194"/>
                  <a:pt x="62930" y="62993"/>
                  <a:pt x="53788" y="53851"/>
                </a:cubicBezTo>
                <a:cubicBezTo>
                  <a:pt x="46616" y="46679"/>
                  <a:pt x="38609" y="40255"/>
                  <a:pt x="32273" y="32335"/>
                </a:cubicBezTo>
                <a:cubicBezTo>
                  <a:pt x="4068" y="-2922"/>
                  <a:pt x="24991" y="62"/>
                  <a:pt x="0" y="62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D2A235FA-C1D3-53B4-E71F-6488700A9EEB}"/>
              </a:ext>
            </a:extLst>
          </p:cNvPr>
          <p:cNvSpPr/>
          <p:nvPr/>
        </p:nvSpPr>
        <p:spPr>
          <a:xfrm>
            <a:off x="7175455" y="7707792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DF84254-1CE4-2962-4690-0DE884898C02}"/>
                  </a:ext>
                </a:extLst>
              </p:cNvPr>
              <p:cNvSpPr txBox="1"/>
              <p:nvPr/>
            </p:nvSpPr>
            <p:spPr>
              <a:xfrm>
                <a:off x="4006252" y="7134634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DF84254-1CE4-2962-4690-0DE884898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252" y="7134634"/>
                <a:ext cx="896111" cy="588751"/>
              </a:xfrm>
              <a:prstGeom prst="rect">
                <a:avLst/>
              </a:prstGeom>
              <a:blipFill>
                <a:blip r:embed="rId32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Oval 209">
            <a:extLst>
              <a:ext uri="{FF2B5EF4-FFF2-40B4-BE49-F238E27FC236}">
                <a16:creationId xmlns:a16="http://schemas.microsoft.com/office/drawing/2014/main" id="{F54AB591-CC8A-04BE-FB2C-BC663DF94A76}"/>
              </a:ext>
            </a:extLst>
          </p:cNvPr>
          <p:cNvSpPr/>
          <p:nvPr/>
        </p:nvSpPr>
        <p:spPr>
          <a:xfrm>
            <a:off x="14837040" y="8117806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62C0E37-1A07-D1F2-7C47-4A198C88C17E}"/>
              </a:ext>
            </a:extLst>
          </p:cNvPr>
          <p:cNvCxnSpPr>
            <a:cxnSpLocks/>
          </p:cNvCxnSpPr>
          <p:nvPr/>
        </p:nvCxnSpPr>
        <p:spPr>
          <a:xfrm>
            <a:off x="14909078" y="8185468"/>
            <a:ext cx="0" cy="740262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EDDB890-2371-2FAC-EDE0-7AB44971F180}"/>
              </a:ext>
            </a:extLst>
          </p:cNvPr>
          <p:cNvCxnSpPr>
            <a:cxnSpLocks/>
          </p:cNvCxnSpPr>
          <p:nvPr/>
        </p:nvCxnSpPr>
        <p:spPr>
          <a:xfrm>
            <a:off x="14574980" y="8463188"/>
            <a:ext cx="0" cy="462541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DA6551D3-3524-8E95-4A5C-9F402BFD116D}"/>
                  </a:ext>
                </a:extLst>
              </p:cNvPr>
              <p:cNvSpPr txBox="1"/>
              <p:nvPr/>
            </p:nvSpPr>
            <p:spPr>
              <a:xfrm>
                <a:off x="14164907" y="851948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DA6551D3-3524-8E95-4A5C-9F402BFD1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4907" y="8519480"/>
                <a:ext cx="568909" cy="4784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81437C6D-9888-8667-E6A4-5939B62BA0B3}"/>
                  </a:ext>
                </a:extLst>
              </p:cNvPr>
              <p:cNvSpPr txBox="1"/>
              <p:nvPr/>
            </p:nvSpPr>
            <p:spPr>
              <a:xfrm>
                <a:off x="14675986" y="816581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81437C6D-9888-8667-E6A4-5939B62BA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75986" y="8165812"/>
                <a:ext cx="896111" cy="478464"/>
              </a:xfrm>
              <a:prstGeom prst="rect">
                <a:avLst/>
              </a:prstGeom>
              <a:blipFill>
                <a:blip r:embed="rId3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7E7A607A-47ED-9921-575C-E4D0F34AC659}"/>
                  </a:ext>
                </a:extLst>
              </p:cNvPr>
              <p:cNvSpPr txBox="1"/>
              <p:nvPr/>
            </p:nvSpPr>
            <p:spPr>
              <a:xfrm>
                <a:off x="11922843" y="12174206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7E7A607A-47ED-9921-575C-E4D0F34AC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2843" y="12174206"/>
                <a:ext cx="5728691" cy="533544"/>
              </a:xfrm>
              <a:prstGeom prst="rect">
                <a:avLst/>
              </a:prstGeom>
              <a:blipFill>
                <a:blip r:embed="rId35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CD93A300-CC48-4DD7-16CC-26B48000EFC8}"/>
                  </a:ext>
                </a:extLst>
              </p:cNvPr>
              <p:cNvSpPr txBox="1"/>
              <p:nvPr/>
            </p:nvSpPr>
            <p:spPr>
              <a:xfrm>
                <a:off x="13042325" y="12797863"/>
                <a:ext cx="4172975" cy="718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9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CD93A300-CC48-4DD7-16CC-26B48000EF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42325" y="12797863"/>
                <a:ext cx="4172975" cy="718274"/>
              </a:xfrm>
              <a:prstGeom prst="rect">
                <a:avLst/>
              </a:prstGeom>
              <a:blipFill>
                <a:blip r:embed="rId36"/>
                <a:stretch>
                  <a:fillRect l="-606" b="-5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6" name="Oval 225">
            <a:extLst>
              <a:ext uri="{FF2B5EF4-FFF2-40B4-BE49-F238E27FC236}">
                <a16:creationId xmlns:a16="http://schemas.microsoft.com/office/drawing/2014/main" id="{5E2D3145-128E-7EEF-7DF8-3F8CD63438B4}"/>
              </a:ext>
            </a:extLst>
          </p:cNvPr>
          <p:cNvSpPr/>
          <p:nvPr/>
        </p:nvSpPr>
        <p:spPr>
          <a:xfrm>
            <a:off x="14487745" y="837905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7" name="Freeform 226">
            <a:extLst>
              <a:ext uri="{FF2B5EF4-FFF2-40B4-BE49-F238E27FC236}">
                <a16:creationId xmlns:a16="http://schemas.microsoft.com/office/drawing/2014/main" id="{593B1D40-F3D4-923B-FD91-240D5F61FAE6}"/>
              </a:ext>
            </a:extLst>
          </p:cNvPr>
          <p:cNvSpPr/>
          <p:nvPr/>
        </p:nvSpPr>
        <p:spPr>
          <a:xfrm>
            <a:off x="15690241" y="8579981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7D98430C-9D3E-C4B4-F7AF-C072AE53FE80}"/>
              </a:ext>
            </a:extLst>
          </p:cNvPr>
          <p:cNvSpPr/>
          <p:nvPr/>
        </p:nvSpPr>
        <p:spPr>
          <a:xfrm>
            <a:off x="15031515" y="7653823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C403130E-0ED3-CCB0-DC07-4B3433181545}"/>
              </a:ext>
            </a:extLst>
          </p:cNvPr>
          <p:cNvSpPr/>
          <p:nvPr/>
        </p:nvSpPr>
        <p:spPr>
          <a:xfrm>
            <a:off x="14554279" y="8208363"/>
            <a:ext cx="327722" cy="231334"/>
          </a:xfrm>
          <a:custGeom>
            <a:avLst/>
            <a:gdLst>
              <a:gd name="connsiteX0" fmla="*/ 0 w 365760"/>
              <a:gd name="connsiteY0" fmla="*/ 258184 h 258184"/>
              <a:gd name="connsiteX1" fmla="*/ 75303 w 365760"/>
              <a:gd name="connsiteY1" fmla="*/ 204395 h 258184"/>
              <a:gd name="connsiteX2" fmla="*/ 139849 w 365760"/>
              <a:gd name="connsiteY2" fmla="*/ 161365 h 258184"/>
              <a:gd name="connsiteX3" fmla="*/ 225910 w 365760"/>
              <a:gd name="connsiteY3" fmla="*/ 96819 h 258184"/>
              <a:gd name="connsiteX4" fmla="*/ 258183 w 365760"/>
              <a:gd name="connsiteY4" fmla="*/ 86061 h 258184"/>
              <a:gd name="connsiteX5" fmla="*/ 290456 w 365760"/>
              <a:gd name="connsiteY5" fmla="*/ 64546 h 258184"/>
              <a:gd name="connsiteX6" fmla="*/ 355002 w 365760"/>
              <a:gd name="connsiteY6" fmla="*/ 32273 h 258184"/>
              <a:gd name="connsiteX7" fmla="*/ 365760 w 365760"/>
              <a:gd name="connsiteY7" fmla="*/ 0 h 258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5760" h="258184">
                <a:moveTo>
                  <a:pt x="0" y="258184"/>
                </a:moveTo>
                <a:cubicBezTo>
                  <a:pt x="25101" y="240254"/>
                  <a:pt x="51216" y="223665"/>
                  <a:pt x="75303" y="204395"/>
                </a:cubicBezTo>
                <a:cubicBezTo>
                  <a:pt x="132860" y="158349"/>
                  <a:pt x="80274" y="181222"/>
                  <a:pt x="139849" y="161365"/>
                </a:cubicBezTo>
                <a:cubicBezTo>
                  <a:pt x="165336" y="135877"/>
                  <a:pt x="189413" y="108985"/>
                  <a:pt x="225910" y="96819"/>
                </a:cubicBezTo>
                <a:cubicBezTo>
                  <a:pt x="236668" y="93233"/>
                  <a:pt x="248041" y="91132"/>
                  <a:pt x="258183" y="86061"/>
                </a:cubicBezTo>
                <a:cubicBezTo>
                  <a:pt x="269747" y="80279"/>
                  <a:pt x="278892" y="70328"/>
                  <a:pt x="290456" y="64546"/>
                </a:cubicBezTo>
                <a:cubicBezTo>
                  <a:pt x="379533" y="20007"/>
                  <a:pt x="262512" y="93932"/>
                  <a:pt x="355002" y="32273"/>
                </a:cubicBezTo>
                <a:lnTo>
                  <a:pt x="365760" y="0"/>
                </a:ln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30745B3F-E644-6F0A-E6AB-18060C53F0A3}"/>
              </a:ext>
            </a:extLst>
          </p:cNvPr>
          <p:cNvSpPr/>
          <p:nvPr/>
        </p:nvSpPr>
        <p:spPr>
          <a:xfrm>
            <a:off x="14920561" y="7716785"/>
            <a:ext cx="154662" cy="462665"/>
          </a:xfrm>
          <a:custGeom>
            <a:avLst/>
            <a:gdLst>
              <a:gd name="connsiteX0" fmla="*/ 0 w 172614"/>
              <a:gd name="connsiteY0" fmla="*/ 516367 h 516367"/>
              <a:gd name="connsiteX1" fmla="*/ 10758 w 172614"/>
              <a:gd name="connsiteY1" fmla="*/ 441064 h 516367"/>
              <a:gd name="connsiteX2" fmla="*/ 21515 w 172614"/>
              <a:gd name="connsiteY2" fmla="*/ 408791 h 516367"/>
              <a:gd name="connsiteX3" fmla="*/ 32273 w 172614"/>
              <a:gd name="connsiteY3" fmla="*/ 365760 h 516367"/>
              <a:gd name="connsiteX4" fmla="*/ 53788 w 172614"/>
              <a:gd name="connsiteY4" fmla="*/ 236668 h 516367"/>
              <a:gd name="connsiteX5" fmla="*/ 75304 w 172614"/>
              <a:gd name="connsiteY5" fmla="*/ 215153 h 516367"/>
              <a:gd name="connsiteX6" fmla="*/ 96819 w 172614"/>
              <a:gd name="connsiteY6" fmla="*/ 182880 h 516367"/>
              <a:gd name="connsiteX7" fmla="*/ 150607 w 172614"/>
              <a:gd name="connsiteY7" fmla="*/ 118334 h 516367"/>
              <a:gd name="connsiteX8" fmla="*/ 172123 w 172614"/>
              <a:gd name="connsiteY8" fmla="*/ 0 h 516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2614" h="516367">
                <a:moveTo>
                  <a:pt x="0" y="516367"/>
                </a:moveTo>
                <a:cubicBezTo>
                  <a:pt x="3586" y="491266"/>
                  <a:pt x="5785" y="465927"/>
                  <a:pt x="10758" y="441064"/>
                </a:cubicBezTo>
                <a:cubicBezTo>
                  <a:pt x="12982" y="429945"/>
                  <a:pt x="18400" y="419694"/>
                  <a:pt x="21515" y="408791"/>
                </a:cubicBezTo>
                <a:cubicBezTo>
                  <a:pt x="25577" y="394575"/>
                  <a:pt x="28687" y="380104"/>
                  <a:pt x="32273" y="365760"/>
                </a:cubicBezTo>
                <a:cubicBezTo>
                  <a:pt x="33335" y="356205"/>
                  <a:pt x="36587" y="265337"/>
                  <a:pt x="53788" y="236668"/>
                </a:cubicBezTo>
                <a:cubicBezTo>
                  <a:pt x="59006" y="227971"/>
                  <a:pt x="68968" y="223073"/>
                  <a:pt x="75304" y="215153"/>
                </a:cubicBezTo>
                <a:cubicBezTo>
                  <a:pt x="83381" y="205057"/>
                  <a:pt x="88542" y="192812"/>
                  <a:pt x="96819" y="182880"/>
                </a:cubicBezTo>
                <a:cubicBezTo>
                  <a:pt x="120948" y="153925"/>
                  <a:pt x="135344" y="152676"/>
                  <a:pt x="150607" y="118334"/>
                </a:cubicBezTo>
                <a:cubicBezTo>
                  <a:pt x="177793" y="57166"/>
                  <a:pt x="172123" y="60350"/>
                  <a:pt x="172123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4" name="Freeform 233">
            <a:extLst>
              <a:ext uri="{FF2B5EF4-FFF2-40B4-BE49-F238E27FC236}">
                <a16:creationId xmlns:a16="http://schemas.microsoft.com/office/drawing/2014/main" id="{682F6E3E-2775-A7C0-10B9-1F948B148BA0}"/>
              </a:ext>
            </a:extLst>
          </p:cNvPr>
          <p:cNvSpPr/>
          <p:nvPr/>
        </p:nvSpPr>
        <p:spPr>
          <a:xfrm>
            <a:off x="15113335" y="7745698"/>
            <a:ext cx="578330" cy="886775"/>
          </a:xfrm>
          <a:custGeom>
            <a:avLst/>
            <a:gdLst>
              <a:gd name="connsiteX0" fmla="*/ 0 w 645459"/>
              <a:gd name="connsiteY0" fmla="*/ 0 h 989703"/>
              <a:gd name="connsiteX1" fmla="*/ 75304 w 645459"/>
              <a:gd name="connsiteY1" fmla="*/ 107576 h 989703"/>
              <a:gd name="connsiteX2" fmla="*/ 107577 w 645459"/>
              <a:gd name="connsiteY2" fmla="*/ 150607 h 989703"/>
              <a:gd name="connsiteX3" fmla="*/ 139850 w 645459"/>
              <a:gd name="connsiteY3" fmla="*/ 204395 h 989703"/>
              <a:gd name="connsiteX4" fmla="*/ 150607 w 645459"/>
              <a:gd name="connsiteY4" fmla="*/ 236668 h 989703"/>
              <a:gd name="connsiteX5" fmla="*/ 193638 w 645459"/>
              <a:gd name="connsiteY5" fmla="*/ 279699 h 989703"/>
              <a:gd name="connsiteX6" fmla="*/ 236668 w 645459"/>
              <a:gd name="connsiteY6" fmla="*/ 344245 h 989703"/>
              <a:gd name="connsiteX7" fmla="*/ 279699 w 645459"/>
              <a:gd name="connsiteY7" fmla="*/ 430306 h 989703"/>
              <a:gd name="connsiteX8" fmla="*/ 333487 w 645459"/>
              <a:gd name="connsiteY8" fmla="*/ 505609 h 989703"/>
              <a:gd name="connsiteX9" fmla="*/ 365760 w 645459"/>
              <a:gd name="connsiteY9" fmla="*/ 580913 h 989703"/>
              <a:gd name="connsiteX10" fmla="*/ 387275 w 645459"/>
              <a:gd name="connsiteY10" fmla="*/ 613186 h 989703"/>
              <a:gd name="connsiteX11" fmla="*/ 398033 w 645459"/>
              <a:gd name="connsiteY11" fmla="*/ 645459 h 989703"/>
              <a:gd name="connsiteX12" fmla="*/ 419548 w 645459"/>
              <a:gd name="connsiteY12" fmla="*/ 677732 h 989703"/>
              <a:gd name="connsiteX13" fmla="*/ 430306 w 645459"/>
              <a:gd name="connsiteY13" fmla="*/ 710005 h 989703"/>
              <a:gd name="connsiteX14" fmla="*/ 451821 w 645459"/>
              <a:gd name="connsiteY14" fmla="*/ 742278 h 989703"/>
              <a:gd name="connsiteX15" fmla="*/ 473337 w 645459"/>
              <a:gd name="connsiteY15" fmla="*/ 806823 h 989703"/>
              <a:gd name="connsiteX16" fmla="*/ 494852 w 645459"/>
              <a:gd name="connsiteY16" fmla="*/ 828339 h 989703"/>
              <a:gd name="connsiteX17" fmla="*/ 516367 w 645459"/>
              <a:gd name="connsiteY17" fmla="*/ 860612 h 989703"/>
              <a:gd name="connsiteX18" fmla="*/ 548640 w 645459"/>
              <a:gd name="connsiteY18" fmla="*/ 882127 h 989703"/>
              <a:gd name="connsiteX19" fmla="*/ 591671 w 645459"/>
              <a:gd name="connsiteY19" fmla="*/ 935915 h 989703"/>
              <a:gd name="connsiteX20" fmla="*/ 623944 w 645459"/>
              <a:gd name="connsiteY20" fmla="*/ 946673 h 989703"/>
              <a:gd name="connsiteX21" fmla="*/ 645459 w 645459"/>
              <a:gd name="connsiteY21" fmla="*/ 989703 h 989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45459" h="989703">
                <a:moveTo>
                  <a:pt x="0" y="0"/>
                </a:moveTo>
                <a:cubicBezTo>
                  <a:pt x="25101" y="35859"/>
                  <a:pt x="49041" y="72559"/>
                  <a:pt x="75304" y="107576"/>
                </a:cubicBezTo>
                <a:cubicBezTo>
                  <a:pt x="86062" y="121920"/>
                  <a:pt x="97631" y="135689"/>
                  <a:pt x="107577" y="150607"/>
                </a:cubicBezTo>
                <a:cubicBezTo>
                  <a:pt x="119175" y="168004"/>
                  <a:pt x="130499" y="185693"/>
                  <a:pt x="139850" y="204395"/>
                </a:cubicBezTo>
                <a:cubicBezTo>
                  <a:pt x="144921" y="214537"/>
                  <a:pt x="144016" y="227441"/>
                  <a:pt x="150607" y="236668"/>
                </a:cubicBezTo>
                <a:cubicBezTo>
                  <a:pt x="162397" y="253175"/>
                  <a:pt x="180966" y="263859"/>
                  <a:pt x="193638" y="279699"/>
                </a:cubicBezTo>
                <a:cubicBezTo>
                  <a:pt x="209791" y="299891"/>
                  <a:pt x="223839" y="321794"/>
                  <a:pt x="236668" y="344245"/>
                </a:cubicBezTo>
                <a:cubicBezTo>
                  <a:pt x="252581" y="372092"/>
                  <a:pt x="260455" y="404648"/>
                  <a:pt x="279699" y="430306"/>
                </a:cubicBezTo>
                <a:cubicBezTo>
                  <a:pt x="293555" y="448781"/>
                  <a:pt x="320901" y="483584"/>
                  <a:pt x="333487" y="505609"/>
                </a:cubicBezTo>
                <a:cubicBezTo>
                  <a:pt x="423031" y="662314"/>
                  <a:pt x="305413" y="460219"/>
                  <a:pt x="365760" y="580913"/>
                </a:cubicBezTo>
                <a:cubicBezTo>
                  <a:pt x="371542" y="592477"/>
                  <a:pt x="381493" y="601622"/>
                  <a:pt x="387275" y="613186"/>
                </a:cubicBezTo>
                <a:cubicBezTo>
                  <a:pt x="392346" y="623328"/>
                  <a:pt x="392962" y="635317"/>
                  <a:pt x="398033" y="645459"/>
                </a:cubicBezTo>
                <a:cubicBezTo>
                  <a:pt x="403815" y="657023"/>
                  <a:pt x="413766" y="666168"/>
                  <a:pt x="419548" y="677732"/>
                </a:cubicBezTo>
                <a:cubicBezTo>
                  <a:pt x="424619" y="687874"/>
                  <a:pt x="425235" y="699863"/>
                  <a:pt x="430306" y="710005"/>
                </a:cubicBezTo>
                <a:cubicBezTo>
                  <a:pt x="436088" y="721569"/>
                  <a:pt x="446570" y="730463"/>
                  <a:pt x="451821" y="742278"/>
                </a:cubicBezTo>
                <a:cubicBezTo>
                  <a:pt x="461032" y="763002"/>
                  <a:pt x="457301" y="790786"/>
                  <a:pt x="473337" y="806823"/>
                </a:cubicBezTo>
                <a:cubicBezTo>
                  <a:pt x="480509" y="813995"/>
                  <a:pt x="488516" y="820419"/>
                  <a:pt x="494852" y="828339"/>
                </a:cubicBezTo>
                <a:cubicBezTo>
                  <a:pt x="502929" y="838435"/>
                  <a:pt x="507225" y="851470"/>
                  <a:pt x="516367" y="860612"/>
                </a:cubicBezTo>
                <a:cubicBezTo>
                  <a:pt x="525509" y="869754"/>
                  <a:pt x="537882" y="874955"/>
                  <a:pt x="548640" y="882127"/>
                </a:cubicBezTo>
                <a:cubicBezTo>
                  <a:pt x="558414" y="896788"/>
                  <a:pt x="574637" y="925695"/>
                  <a:pt x="591671" y="935915"/>
                </a:cubicBezTo>
                <a:cubicBezTo>
                  <a:pt x="601395" y="941749"/>
                  <a:pt x="613186" y="943087"/>
                  <a:pt x="623944" y="946673"/>
                </a:cubicBezTo>
                <a:cubicBezTo>
                  <a:pt x="636305" y="983757"/>
                  <a:pt x="626682" y="970928"/>
                  <a:pt x="645459" y="98970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51FD5B6A-BA1A-8A3D-7BBF-F0D1B3F4D64E}"/>
                  </a:ext>
                </a:extLst>
              </p:cNvPr>
              <p:cNvSpPr txBox="1"/>
              <p:nvPr/>
            </p:nvSpPr>
            <p:spPr>
              <a:xfrm>
                <a:off x="11776710" y="702607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51FD5B6A-BA1A-8A3D-7BBF-F0D1B3F4D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710" y="7026073"/>
                <a:ext cx="896111" cy="588751"/>
              </a:xfrm>
              <a:prstGeom prst="rect">
                <a:avLst/>
              </a:prstGeom>
              <a:blipFill>
                <a:blip r:embed="rId37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Freeform 236">
            <a:extLst>
              <a:ext uri="{FF2B5EF4-FFF2-40B4-BE49-F238E27FC236}">
                <a16:creationId xmlns:a16="http://schemas.microsoft.com/office/drawing/2014/main" id="{031CD686-46EC-F2A9-E538-B4011F2C2509}"/>
              </a:ext>
            </a:extLst>
          </p:cNvPr>
          <p:cNvSpPr/>
          <p:nvPr/>
        </p:nvSpPr>
        <p:spPr>
          <a:xfrm>
            <a:off x="7951936" y="8628654"/>
            <a:ext cx="820164" cy="3176371"/>
          </a:xfrm>
          <a:custGeom>
            <a:avLst/>
            <a:gdLst>
              <a:gd name="connsiteX0" fmla="*/ 323557 w 915363"/>
              <a:gd name="connsiteY0" fmla="*/ 3545059 h 3545059"/>
              <a:gd name="connsiteX1" fmla="*/ 351692 w 915363"/>
              <a:gd name="connsiteY1" fmla="*/ 3404382 h 3545059"/>
              <a:gd name="connsiteX2" fmla="*/ 407963 w 915363"/>
              <a:gd name="connsiteY2" fmla="*/ 3319975 h 3545059"/>
              <a:gd name="connsiteX3" fmla="*/ 464234 w 915363"/>
              <a:gd name="connsiteY3" fmla="*/ 3235569 h 3545059"/>
              <a:gd name="connsiteX4" fmla="*/ 520504 w 915363"/>
              <a:gd name="connsiteY4" fmla="*/ 3151163 h 3545059"/>
              <a:gd name="connsiteX5" fmla="*/ 548640 w 915363"/>
              <a:gd name="connsiteY5" fmla="*/ 3108960 h 3545059"/>
              <a:gd name="connsiteX6" fmla="*/ 562707 w 915363"/>
              <a:gd name="connsiteY6" fmla="*/ 3066757 h 3545059"/>
              <a:gd name="connsiteX7" fmla="*/ 618978 w 915363"/>
              <a:gd name="connsiteY7" fmla="*/ 3010486 h 3545059"/>
              <a:gd name="connsiteX8" fmla="*/ 633046 w 915363"/>
              <a:gd name="connsiteY8" fmla="*/ 2968283 h 3545059"/>
              <a:gd name="connsiteX9" fmla="*/ 661181 w 915363"/>
              <a:gd name="connsiteY9" fmla="*/ 2926080 h 3545059"/>
              <a:gd name="connsiteX10" fmla="*/ 689317 w 915363"/>
              <a:gd name="connsiteY10" fmla="*/ 2841674 h 3545059"/>
              <a:gd name="connsiteX11" fmla="*/ 717452 w 915363"/>
              <a:gd name="connsiteY11" fmla="*/ 2799471 h 3545059"/>
              <a:gd name="connsiteX12" fmla="*/ 773723 w 915363"/>
              <a:gd name="connsiteY12" fmla="*/ 2743200 h 3545059"/>
              <a:gd name="connsiteX13" fmla="*/ 815926 w 915363"/>
              <a:gd name="connsiteY13" fmla="*/ 2616591 h 3545059"/>
              <a:gd name="connsiteX14" fmla="*/ 829994 w 915363"/>
              <a:gd name="connsiteY14" fmla="*/ 2574388 h 3545059"/>
              <a:gd name="connsiteX15" fmla="*/ 858129 w 915363"/>
              <a:gd name="connsiteY15" fmla="*/ 2546252 h 3545059"/>
              <a:gd name="connsiteX16" fmla="*/ 886264 w 915363"/>
              <a:gd name="connsiteY16" fmla="*/ 2461846 h 3545059"/>
              <a:gd name="connsiteX17" fmla="*/ 900332 w 915363"/>
              <a:gd name="connsiteY17" fmla="*/ 2419643 h 3545059"/>
              <a:gd name="connsiteX18" fmla="*/ 900332 w 915363"/>
              <a:gd name="connsiteY18" fmla="*/ 2067951 h 3545059"/>
              <a:gd name="connsiteX19" fmla="*/ 844061 w 915363"/>
              <a:gd name="connsiteY19" fmla="*/ 1955409 h 3545059"/>
              <a:gd name="connsiteX20" fmla="*/ 829994 w 915363"/>
              <a:gd name="connsiteY20" fmla="*/ 1913206 h 3545059"/>
              <a:gd name="connsiteX21" fmla="*/ 801858 w 915363"/>
              <a:gd name="connsiteY21" fmla="*/ 1885071 h 3545059"/>
              <a:gd name="connsiteX22" fmla="*/ 745587 w 915363"/>
              <a:gd name="connsiteY22" fmla="*/ 1814732 h 3545059"/>
              <a:gd name="connsiteX23" fmla="*/ 703384 w 915363"/>
              <a:gd name="connsiteY23" fmla="*/ 1744394 h 3545059"/>
              <a:gd name="connsiteX24" fmla="*/ 689317 w 915363"/>
              <a:gd name="connsiteY24" fmla="*/ 1702191 h 3545059"/>
              <a:gd name="connsiteX25" fmla="*/ 661181 w 915363"/>
              <a:gd name="connsiteY25" fmla="*/ 1659988 h 3545059"/>
              <a:gd name="connsiteX26" fmla="*/ 647114 w 915363"/>
              <a:gd name="connsiteY26" fmla="*/ 1603717 h 3545059"/>
              <a:gd name="connsiteX27" fmla="*/ 604910 w 915363"/>
              <a:gd name="connsiteY27" fmla="*/ 1477108 h 3545059"/>
              <a:gd name="connsiteX28" fmla="*/ 590843 w 915363"/>
              <a:gd name="connsiteY28" fmla="*/ 1434905 h 3545059"/>
              <a:gd name="connsiteX29" fmla="*/ 576775 w 915363"/>
              <a:gd name="connsiteY29" fmla="*/ 1392702 h 3545059"/>
              <a:gd name="connsiteX30" fmla="*/ 562707 w 915363"/>
              <a:gd name="connsiteY30" fmla="*/ 1308295 h 3545059"/>
              <a:gd name="connsiteX31" fmla="*/ 548640 w 915363"/>
              <a:gd name="connsiteY31" fmla="*/ 1266092 h 3545059"/>
              <a:gd name="connsiteX32" fmla="*/ 534572 w 915363"/>
              <a:gd name="connsiteY32" fmla="*/ 1209822 h 3545059"/>
              <a:gd name="connsiteX33" fmla="*/ 520504 w 915363"/>
              <a:gd name="connsiteY33" fmla="*/ 1167619 h 3545059"/>
              <a:gd name="connsiteX34" fmla="*/ 506437 w 915363"/>
              <a:gd name="connsiteY34" fmla="*/ 1111348 h 3545059"/>
              <a:gd name="connsiteX35" fmla="*/ 492369 w 915363"/>
              <a:gd name="connsiteY35" fmla="*/ 1069145 h 3545059"/>
              <a:gd name="connsiteX36" fmla="*/ 464234 w 915363"/>
              <a:gd name="connsiteY36" fmla="*/ 928468 h 3545059"/>
              <a:gd name="connsiteX37" fmla="*/ 450166 w 915363"/>
              <a:gd name="connsiteY37" fmla="*/ 886265 h 3545059"/>
              <a:gd name="connsiteX38" fmla="*/ 422030 w 915363"/>
              <a:gd name="connsiteY38" fmla="*/ 844062 h 3545059"/>
              <a:gd name="connsiteX39" fmla="*/ 365760 w 915363"/>
              <a:gd name="connsiteY39" fmla="*/ 773723 h 3545059"/>
              <a:gd name="connsiteX40" fmla="*/ 323557 w 915363"/>
              <a:gd name="connsiteY40" fmla="*/ 633046 h 3545059"/>
              <a:gd name="connsiteX41" fmla="*/ 295421 w 915363"/>
              <a:gd name="connsiteY41" fmla="*/ 548640 h 3545059"/>
              <a:gd name="connsiteX42" fmla="*/ 281354 w 915363"/>
              <a:gd name="connsiteY42" fmla="*/ 506437 h 3545059"/>
              <a:gd name="connsiteX43" fmla="*/ 253218 w 915363"/>
              <a:gd name="connsiteY43" fmla="*/ 478302 h 3545059"/>
              <a:gd name="connsiteX44" fmla="*/ 225083 w 915363"/>
              <a:gd name="connsiteY44" fmla="*/ 393895 h 3545059"/>
              <a:gd name="connsiteX45" fmla="*/ 211015 w 915363"/>
              <a:gd name="connsiteY45" fmla="*/ 351692 h 3545059"/>
              <a:gd name="connsiteX46" fmla="*/ 140677 w 915363"/>
              <a:gd name="connsiteY46" fmla="*/ 225083 h 3545059"/>
              <a:gd name="connsiteX47" fmla="*/ 84406 w 915363"/>
              <a:gd name="connsiteY47" fmla="*/ 168812 h 3545059"/>
              <a:gd name="connsiteX48" fmla="*/ 56270 w 915363"/>
              <a:gd name="connsiteY48" fmla="*/ 140677 h 3545059"/>
              <a:gd name="connsiteX49" fmla="*/ 28135 w 915363"/>
              <a:gd name="connsiteY49" fmla="*/ 56271 h 3545059"/>
              <a:gd name="connsiteX50" fmla="*/ 0 w 915363"/>
              <a:gd name="connsiteY50" fmla="*/ 0 h 3545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915363" h="3545059">
                <a:moveTo>
                  <a:pt x="323557" y="3545059"/>
                </a:moveTo>
                <a:cubicBezTo>
                  <a:pt x="327053" y="3520589"/>
                  <a:pt x="332804" y="3438381"/>
                  <a:pt x="351692" y="3404382"/>
                </a:cubicBezTo>
                <a:cubicBezTo>
                  <a:pt x="368114" y="3374823"/>
                  <a:pt x="389206" y="3348111"/>
                  <a:pt x="407963" y="3319975"/>
                </a:cubicBezTo>
                <a:lnTo>
                  <a:pt x="464234" y="3235569"/>
                </a:lnTo>
                <a:lnTo>
                  <a:pt x="520504" y="3151163"/>
                </a:lnTo>
                <a:lnTo>
                  <a:pt x="548640" y="3108960"/>
                </a:lnTo>
                <a:cubicBezTo>
                  <a:pt x="553329" y="3094892"/>
                  <a:pt x="554088" y="3078824"/>
                  <a:pt x="562707" y="3066757"/>
                </a:cubicBezTo>
                <a:cubicBezTo>
                  <a:pt x="578125" y="3045172"/>
                  <a:pt x="618978" y="3010486"/>
                  <a:pt x="618978" y="3010486"/>
                </a:cubicBezTo>
                <a:cubicBezTo>
                  <a:pt x="623667" y="2996418"/>
                  <a:pt x="626414" y="2981546"/>
                  <a:pt x="633046" y="2968283"/>
                </a:cubicBezTo>
                <a:cubicBezTo>
                  <a:pt x="640607" y="2953161"/>
                  <a:pt x="654314" y="2941530"/>
                  <a:pt x="661181" y="2926080"/>
                </a:cubicBezTo>
                <a:cubicBezTo>
                  <a:pt x="673226" y="2898979"/>
                  <a:pt x="672866" y="2866350"/>
                  <a:pt x="689317" y="2841674"/>
                </a:cubicBezTo>
                <a:cubicBezTo>
                  <a:pt x="698695" y="2827606"/>
                  <a:pt x="706449" y="2812308"/>
                  <a:pt x="717452" y="2799471"/>
                </a:cubicBezTo>
                <a:cubicBezTo>
                  <a:pt x="734715" y="2779331"/>
                  <a:pt x="773723" y="2743200"/>
                  <a:pt x="773723" y="2743200"/>
                </a:cubicBezTo>
                <a:lnTo>
                  <a:pt x="815926" y="2616591"/>
                </a:lnTo>
                <a:cubicBezTo>
                  <a:pt x="820615" y="2602523"/>
                  <a:pt x="819509" y="2584874"/>
                  <a:pt x="829994" y="2574388"/>
                </a:cubicBezTo>
                <a:lnTo>
                  <a:pt x="858129" y="2546252"/>
                </a:lnTo>
                <a:lnTo>
                  <a:pt x="886264" y="2461846"/>
                </a:lnTo>
                <a:lnTo>
                  <a:pt x="900332" y="2419643"/>
                </a:lnTo>
                <a:cubicBezTo>
                  <a:pt x="914558" y="2263159"/>
                  <a:pt x="925461" y="2235481"/>
                  <a:pt x="900332" y="2067951"/>
                </a:cubicBezTo>
                <a:cubicBezTo>
                  <a:pt x="888922" y="1991881"/>
                  <a:pt x="883812" y="1995160"/>
                  <a:pt x="844061" y="1955409"/>
                </a:cubicBezTo>
                <a:cubicBezTo>
                  <a:pt x="839372" y="1941341"/>
                  <a:pt x="837623" y="1925921"/>
                  <a:pt x="829994" y="1913206"/>
                </a:cubicBezTo>
                <a:cubicBezTo>
                  <a:pt x="823170" y="1901833"/>
                  <a:pt x="810144" y="1895428"/>
                  <a:pt x="801858" y="1885071"/>
                </a:cubicBezTo>
                <a:cubicBezTo>
                  <a:pt x="730867" y="1796334"/>
                  <a:pt x="813526" y="1882671"/>
                  <a:pt x="745587" y="1814732"/>
                </a:cubicBezTo>
                <a:cubicBezTo>
                  <a:pt x="705738" y="1695178"/>
                  <a:pt x="761315" y="1840945"/>
                  <a:pt x="703384" y="1744394"/>
                </a:cubicBezTo>
                <a:cubicBezTo>
                  <a:pt x="695755" y="1731679"/>
                  <a:pt x="695949" y="1715454"/>
                  <a:pt x="689317" y="1702191"/>
                </a:cubicBezTo>
                <a:cubicBezTo>
                  <a:pt x="681756" y="1687069"/>
                  <a:pt x="670560" y="1674056"/>
                  <a:pt x="661181" y="1659988"/>
                </a:cubicBezTo>
                <a:cubicBezTo>
                  <a:pt x="656492" y="1641231"/>
                  <a:pt x="652670" y="1622236"/>
                  <a:pt x="647114" y="1603717"/>
                </a:cubicBezTo>
                <a:lnTo>
                  <a:pt x="604910" y="1477108"/>
                </a:lnTo>
                <a:lnTo>
                  <a:pt x="590843" y="1434905"/>
                </a:lnTo>
                <a:lnTo>
                  <a:pt x="576775" y="1392702"/>
                </a:lnTo>
                <a:cubicBezTo>
                  <a:pt x="572086" y="1364566"/>
                  <a:pt x="568895" y="1336140"/>
                  <a:pt x="562707" y="1308295"/>
                </a:cubicBezTo>
                <a:cubicBezTo>
                  <a:pt x="559490" y="1293820"/>
                  <a:pt x="552714" y="1280350"/>
                  <a:pt x="548640" y="1266092"/>
                </a:cubicBezTo>
                <a:cubicBezTo>
                  <a:pt x="543329" y="1247502"/>
                  <a:pt x="539884" y="1228412"/>
                  <a:pt x="534572" y="1209822"/>
                </a:cubicBezTo>
                <a:cubicBezTo>
                  <a:pt x="530498" y="1195564"/>
                  <a:pt x="524578" y="1181877"/>
                  <a:pt x="520504" y="1167619"/>
                </a:cubicBezTo>
                <a:cubicBezTo>
                  <a:pt x="515193" y="1149029"/>
                  <a:pt x="511748" y="1129938"/>
                  <a:pt x="506437" y="1111348"/>
                </a:cubicBezTo>
                <a:cubicBezTo>
                  <a:pt x="502363" y="1097090"/>
                  <a:pt x="495586" y="1083621"/>
                  <a:pt x="492369" y="1069145"/>
                </a:cubicBezTo>
                <a:cubicBezTo>
                  <a:pt x="464736" y="944797"/>
                  <a:pt x="492259" y="1026558"/>
                  <a:pt x="464234" y="928468"/>
                </a:cubicBezTo>
                <a:cubicBezTo>
                  <a:pt x="460160" y="914210"/>
                  <a:pt x="456798" y="899528"/>
                  <a:pt x="450166" y="886265"/>
                </a:cubicBezTo>
                <a:cubicBezTo>
                  <a:pt x="442605" y="871143"/>
                  <a:pt x="432592" y="857264"/>
                  <a:pt x="422030" y="844062"/>
                </a:cubicBezTo>
                <a:cubicBezTo>
                  <a:pt x="392800" y="807524"/>
                  <a:pt x="387408" y="822432"/>
                  <a:pt x="365760" y="773723"/>
                </a:cubicBezTo>
                <a:cubicBezTo>
                  <a:pt x="335145" y="704840"/>
                  <a:pt x="342447" y="696011"/>
                  <a:pt x="323557" y="633046"/>
                </a:cubicBezTo>
                <a:cubicBezTo>
                  <a:pt x="315035" y="604639"/>
                  <a:pt x="304799" y="576775"/>
                  <a:pt x="295421" y="548640"/>
                </a:cubicBezTo>
                <a:cubicBezTo>
                  <a:pt x="290732" y="534572"/>
                  <a:pt x="291840" y="516922"/>
                  <a:pt x="281354" y="506437"/>
                </a:cubicBezTo>
                <a:lnTo>
                  <a:pt x="253218" y="478302"/>
                </a:lnTo>
                <a:lnTo>
                  <a:pt x="225083" y="393895"/>
                </a:lnTo>
                <a:lnTo>
                  <a:pt x="211015" y="351692"/>
                </a:lnTo>
                <a:cubicBezTo>
                  <a:pt x="193325" y="298623"/>
                  <a:pt x="189047" y="273453"/>
                  <a:pt x="140677" y="225083"/>
                </a:cubicBezTo>
                <a:lnTo>
                  <a:pt x="84406" y="168812"/>
                </a:lnTo>
                <a:lnTo>
                  <a:pt x="56270" y="140677"/>
                </a:lnTo>
                <a:lnTo>
                  <a:pt x="28135" y="56271"/>
                </a:lnTo>
                <a:cubicBezTo>
                  <a:pt x="11970" y="7777"/>
                  <a:pt x="24552" y="24554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978B3D7B-7395-BE92-138E-2BC1B825115D}"/>
              </a:ext>
            </a:extLst>
          </p:cNvPr>
          <p:cNvSpPr/>
          <p:nvPr/>
        </p:nvSpPr>
        <p:spPr>
          <a:xfrm>
            <a:off x="6196362" y="8628654"/>
            <a:ext cx="1743002" cy="3188975"/>
          </a:xfrm>
          <a:custGeom>
            <a:avLst/>
            <a:gdLst>
              <a:gd name="connsiteX0" fmla="*/ 777659 w 1945313"/>
              <a:gd name="connsiteY0" fmla="*/ 3559126 h 3559126"/>
              <a:gd name="connsiteX1" fmla="*/ 735455 w 1945313"/>
              <a:gd name="connsiteY1" fmla="*/ 3460652 h 3559126"/>
              <a:gd name="connsiteX2" fmla="*/ 693252 w 1945313"/>
              <a:gd name="connsiteY2" fmla="*/ 3404382 h 3559126"/>
              <a:gd name="connsiteX3" fmla="*/ 636982 w 1945313"/>
              <a:gd name="connsiteY3" fmla="*/ 3319975 h 3559126"/>
              <a:gd name="connsiteX4" fmla="*/ 608846 w 1945313"/>
              <a:gd name="connsiteY4" fmla="*/ 3263705 h 3559126"/>
              <a:gd name="connsiteX5" fmla="*/ 580711 w 1945313"/>
              <a:gd name="connsiteY5" fmla="*/ 3235569 h 3559126"/>
              <a:gd name="connsiteX6" fmla="*/ 552575 w 1945313"/>
              <a:gd name="connsiteY6" fmla="*/ 3193366 h 3559126"/>
              <a:gd name="connsiteX7" fmla="*/ 538508 w 1945313"/>
              <a:gd name="connsiteY7" fmla="*/ 3151163 h 3559126"/>
              <a:gd name="connsiteX8" fmla="*/ 482237 w 1945313"/>
              <a:gd name="connsiteY8" fmla="*/ 3066757 h 3559126"/>
              <a:gd name="connsiteX9" fmla="*/ 440034 w 1945313"/>
              <a:gd name="connsiteY9" fmla="*/ 2982351 h 3559126"/>
              <a:gd name="connsiteX10" fmla="*/ 411899 w 1945313"/>
              <a:gd name="connsiteY10" fmla="*/ 2954215 h 3559126"/>
              <a:gd name="connsiteX11" fmla="*/ 355628 w 1945313"/>
              <a:gd name="connsiteY11" fmla="*/ 2869809 h 3559126"/>
              <a:gd name="connsiteX12" fmla="*/ 327492 w 1945313"/>
              <a:gd name="connsiteY12" fmla="*/ 2827606 h 3559126"/>
              <a:gd name="connsiteX13" fmla="*/ 299357 w 1945313"/>
              <a:gd name="connsiteY13" fmla="*/ 2743200 h 3559126"/>
              <a:gd name="connsiteX14" fmla="*/ 271222 w 1945313"/>
              <a:gd name="connsiteY14" fmla="*/ 2602523 h 3559126"/>
              <a:gd name="connsiteX15" fmla="*/ 257154 w 1945313"/>
              <a:gd name="connsiteY15" fmla="*/ 2560320 h 3559126"/>
              <a:gd name="connsiteX16" fmla="*/ 214951 w 1945313"/>
              <a:gd name="connsiteY16" fmla="*/ 2461846 h 3559126"/>
              <a:gd name="connsiteX17" fmla="*/ 186815 w 1945313"/>
              <a:gd name="connsiteY17" fmla="*/ 2321169 h 3559126"/>
              <a:gd name="connsiteX18" fmla="*/ 172748 w 1945313"/>
              <a:gd name="connsiteY18" fmla="*/ 2278966 h 3559126"/>
              <a:gd name="connsiteX19" fmla="*/ 116477 w 1945313"/>
              <a:gd name="connsiteY19" fmla="*/ 2194560 h 3559126"/>
              <a:gd name="connsiteX20" fmla="*/ 88342 w 1945313"/>
              <a:gd name="connsiteY20" fmla="*/ 2152357 h 3559126"/>
              <a:gd name="connsiteX21" fmla="*/ 60206 w 1945313"/>
              <a:gd name="connsiteY21" fmla="*/ 2067951 h 3559126"/>
              <a:gd name="connsiteX22" fmla="*/ 32071 w 1945313"/>
              <a:gd name="connsiteY22" fmla="*/ 1983545 h 3559126"/>
              <a:gd name="connsiteX23" fmla="*/ 18003 w 1945313"/>
              <a:gd name="connsiteY23" fmla="*/ 1941342 h 3559126"/>
              <a:gd name="connsiteX24" fmla="*/ 18003 w 1945313"/>
              <a:gd name="connsiteY24" fmla="*/ 1688123 h 3559126"/>
              <a:gd name="connsiteX25" fmla="*/ 74274 w 1945313"/>
              <a:gd name="connsiteY25" fmla="*/ 1603717 h 3559126"/>
              <a:gd name="connsiteX26" fmla="*/ 172748 w 1945313"/>
              <a:gd name="connsiteY26" fmla="*/ 1491175 h 3559126"/>
              <a:gd name="connsiteX27" fmla="*/ 214951 w 1945313"/>
              <a:gd name="connsiteY27" fmla="*/ 1463040 h 3559126"/>
              <a:gd name="connsiteX28" fmla="*/ 299357 w 1945313"/>
              <a:gd name="connsiteY28" fmla="*/ 1378634 h 3559126"/>
              <a:gd name="connsiteX29" fmla="*/ 397831 w 1945313"/>
              <a:gd name="connsiteY29" fmla="*/ 1294228 h 3559126"/>
              <a:gd name="connsiteX30" fmla="*/ 425966 w 1945313"/>
              <a:gd name="connsiteY30" fmla="*/ 1266092 h 3559126"/>
              <a:gd name="connsiteX31" fmla="*/ 482237 w 1945313"/>
              <a:gd name="connsiteY31" fmla="*/ 1167619 h 3559126"/>
              <a:gd name="connsiteX32" fmla="*/ 538508 w 1945313"/>
              <a:gd name="connsiteY32" fmla="*/ 1083212 h 3559126"/>
              <a:gd name="connsiteX33" fmla="*/ 580711 w 1945313"/>
              <a:gd name="connsiteY33" fmla="*/ 1055077 h 3559126"/>
              <a:gd name="connsiteX34" fmla="*/ 608846 w 1945313"/>
              <a:gd name="connsiteY34" fmla="*/ 1012874 h 3559126"/>
              <a:gd name="connsiteX35" fmla="*/ 693252 w 1945313"/>
              <a:gd name="connsiteY35" fmla="*/ 900332 h 3559126"/>
              <a:gd name="connsiteX36" fmla="*/ 749523 w 1945313"/>
              <a:gd name="connsiteY36" fmla="*/ 815926 h 3559126"/>
              <a:gd name="connsiteX37" fmla="*/ 777659 w 1945313"/>
              <a:gd name="connsiteY37" fmla="*/ 773723 h 3559126"/>
              <a:gd name="connsiteX38" fmla="*/ 819862 w 1945313"/>
              <a:gd name="connsiteY38" fmla="*/ 759655 h 3559126"/>
              <a:gd name="connsiteX39" fmla="*/ 918335 w 1945313"/>
              <a:gd name="connsiteY39" fmla="*/ 703385 h 3559126"/>
              <a:gd name="connsiteX40" fmla="*/ 1002742 w 1945313"/>
              <a:gd name="connsiteY40" fmla="*/ 590843 h 3559126"/>
              <a:gd name="connsiteX41" fmla="*/ 1030877 w 1945313"/>
              <a:gd name="connsiteY41" fmla="*/ 548640 h 3559126"/>
              <a:gd name="connsiteX42" fmla="*/ 1157486 w 1945313"/>
              <a:gd name="connsiteY42" fmla="*/ 478302 h 3559126"/>
              <a:gd name="connsiteX43" fmla="*/ 1270028 w 1945313"/>
              <a:gd name="connsiteY43" fmla="*/ 393895 h 3559126"/>
              <a:gd name="connsiteX44" fmla="*/ 1354434 w 1945313"/>
              <a:gd name="connsiteY44" fmla="*/ 337625 h 3559126"/>
              <a:gd name="connsiteX45" fmla="*/ 1424772 w 1945313"/>
              <a:gd name="connsiteY45" fmla="*/ 281354 h 3559126"/>
              <a:gd name="connsiteX46" fmla="*/ 1466975 w 1945313"/>
              <a:gd name="connsiteY46" fmla="*/ 267286 h 3559126"/>
              <a:gd name="connsiteX47" fmla="*/ 1509179 w 1945313"/>
              <a:gd name="connsiteY47" fmla="*/ 239151 h 3559126"/>
              <a:gd name="connsiteX48" fmla="*/ 1551382 w 1945313"/>
              <a:gd name="connsiteY48" fmla="*/ 225083 h 3559126"/>
              <a:gd name="connsiteX49" fmla="*/ 1593585 w 1945313"/>
              <a:gd name="connsiteY49" fmla="*/ 196948 h 3559126"/>
              <a:gd name="connsiteX50" fmla="*/ 1621720 w 1945313"/>
              <a:gd name="connsiteY50" fmla="*/ 168812 h 3559126"/>
              <a:gd name="connsiteX51" fmla="*/ 1663923 w 1945313"/>
              <a:gd name="connsiteY51" fmla="*/ 154745 h 3559126"/>
              <a:gd name="connsiteX52" fmla="*/ 1734262 w 1945313"/>
              <a:gd name="connsiteY52" fmla="*/ 112542 h 3559126"/>
              <a:gd name="connsiteX53" fmla="*/ 1832735 w 1945313"/>
              <a:gd name="connsiteY53" fmla="*/ 70339 h 3559126"/>
              <a:gd name="connsiteX54" fmla="*/ 1860871 w 1945313"/>
              <a:gd name="connsiteY54" fmla="*/ 42203 h 3559126"/>
              <a:gd name="connsiteX55" fmla="*/ 1945277 w 1945313"/>
              <a:gd name="connsiteY55" fmla="*/ 0 h 3559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945313" h="3559126">
                <a:moveTo>
                  <a:pt x="777659" y="3559126"/>
                </a:moveTo>
                <a:cubicBezTo>
                  <a:pt x="763591" y="3526301"/>
                  <a:pt x="752556" y="3492004"/>
                  <a:pt x="735455" y="3460652"/>
                </a:cubicBezTo>
                <a:cubicBezTo>
                  <a:pt x="724228" y="3440069"/>
                  <a:pt x="706697" y="3423590"/>
                  <a:pt x="693252" y="3404382"/>
                </a:cubicBezTo>
                <a:cubicBezTo>
                  <a:pt x="673861" y="3376680"/>
                  <a:pt x="652105" y="3350219"/>
                  <a:pt x="636982" y="3319975"/>
                </a:cubicBezTo>
                <a:cubicBezTo>
                  <a:pt x="627603" y="3301218"/>
                  <a:pt x="620479" y="3281154"/>
                  <a:pt x="608846" y="3263705"/>
                </a:cubicBezTo>
                <a:cubicBezTo>
                  <a:pt x="601489" y="3252669"/>
                  <a:pt x="588996" y="3245926"/>
                  <a:pt x="580711" y="3235569"/>
                </a:cubicBezTo>
                <a:cubicBezTo>
                  <a:pt x="570149" y="3222367"/>
                  <a:pt x="561954" y="3207434"/>
                  <a:pt x="552575" y="3193366"/>
                </a:cubicBezTo>
                <a:cubicBezTo>
                  <a:pt x="547886" y="3179298"/>
                  <a:pt x="545709" y="3164126"/>
                  <a:pt x="538508" y="3151163"/>
                </a:cubicBezTo>
                <a:cubicBezTo>
                  <a:pt x="522086" y="3121604"/>
                  <a:pt x="492930" y="3098836"/>
                  <a:pt x="482237" y="3066757"/>
                </a:cubicBezTo>
                <a:cubicBezTo>
                  <a:pt x="467378" y="3022182"/>
                  <a:pt x="471200" y="3021309"/>
                  <a:pt x="440034" y="2982351"/>
                </a:cubicBezTo>
                <a:cubicBezTo>
                  <a:pt x="431749" y="2971994"/>
                  <a:pt x="419857" y="2964826"/>
                  <a:pt x="411899" y="2954215"/>
                </a:cubicBezTo>
                <a:cubicBezTo>
                  <a:pt x="391610" y="2927163"/>
                  <a:pt x="374385" y="2897944"/>
                  <a:pt x="355628" y="2869809"/>
                </a:cubicBezTo>
                <a:lnTo>
                  <a:pt x="327492" y="2827606"/>
                </a:lnTo>
                <a:cubicBezTo>
                  <a:pt x="318114" y="2799471"/>
                  <a:pt x="304233" y="2772454"/>
                  <a:pt x="299357" y="2743200"/>
                </a:cubicBezTo>
                <a:cubicBezTo>
                  <a:pt x="288305" y="2676887"/>
                  <a:pt x="288008" y="2661275"/>
                  <a:pt x="271222" y="2602523"/>
                </a:cubicBezTo>
                <a:cubicBezTo>
                  <a:pt x="267148" y="2588265"/>
                  <a:pt x="262995" y="2573950"/>
                  <a:pt x="257154" y="2560320"/>
                </a:cubicBezTo>
                <a:cubicBezTo>
                  <a:pt x="236110" y="2511217"/>
                  <a:pt x="225948" y="2509497"/>
                  <a:pt x="214951" y="2461846"/>
                </a:cubicBezTo>
                <a:cubicBezTo>
                  <a:pt x="204198" y="2415250"/>
                  <a:pt x="201937" y="2366536"/>
                  <a:pt x="186815" y="2321169"/>
                </a:cubicBezTo>
                <a:cubicBezTo>
                  <a:pt x="182126" y="2307101"/>
                  <a:pt x="179949" y="2291929"/>
                  <a:pt x="172748" y="2278966"/>
                </a:cubicBezTo>
                <a:cubicBezTo>
                  <a:pt x="156326" y="2249407"/>
                  <a:pt x="135234" y="2222695"/>
                  <a:pt x="116477" y="2194560"/>
                </a:cubicBezTo>
                <a:cubicBezTo>
                  <a:pt x="107099" y="2180492"/>
                  <a:pt x="93689" y="2168397"/>
                  <a:pt x="88342" y="2152357"/>
                </a:cubicBezTo>
                <a:lnTo>
                  <a:pt x="60206" y="2067951"/>
                </a:lnTo>
                <a:lnTo>
                  <a:pt x="32071" y="1983545"/>
                </a:lnTo>
                <a:lnTo>
                  <a:pt x="18003" y="1941342"/>
                </a:lnTo>
                <a:cubicBezTo>
                  <a:pt x="1917" y="1844827"/>
                  <a:pt x="-12816" y="1799070"/>
                  <a:pt x="18003" y="1688123"/>
                </a:cubicBezTo>
                <a:cubicBezTo>
                  <a:pt x="27053" y="1655542"/>
                  <a:pt x="53985" y="1630769"/>
                  <a:pt x="74274" y="1603717"/>
                </a:cubicBezTo>
                <a:cubicBezTo>
                  <a:pt x="113076" y="1551981"/>
                  <a:pt x="121753" y="1534885"/>
                  <a:pt x="172748" y="1491175"/>
                </a:cubicBezTo>
                <a:cubicBezTo>
                  <a:pt x="185585" y="1480172"/>
                  <a:pt x="202314" y="1474272"/>
                  <a:pt x="214951" y="1463040"/>
                </a:cubicBezTo>
                <a:cubicBezTo>
                  <a:pt x="244690" y="1436605"/>
                  <a:pt x="266250" y="1400705"/>
                  <a:pt x="299357" y="1378634"/>
                </a:cubicBezTo>
                <a:cubicBezTo>
                  <a:pt x="363630" y="1335786"/>
                  <a:pt x="329607" y="1362453"/>
                  <a:pt x="397831" y="1294228"/>
                </a:cubicBezTo>
                <a:cubicBezTo>
                  <a:pt x="407209" y="1284849"/>
                  <a:pt x="418609" y="1277128"/>
                  <a:pt x="425966" y="1266092"/>
                </a:cubicBezTo>
                <a:cubicBezTo>
                  <a:pt x="523280" y="1120125"/>
                  <a:pt x="375166" y="1346071"/>
                  <a:pt x="482237" y="1167619"/>
                </a:cubicBezTo>
                <a:cubicBezTo>
                  <a:pt x="499635" y="1138623"/>
                  <a:pt x="510372" y="1101969"/>
                  <a:pt x="538508" y="1083212"/>
                </a:cubicBezTo>
                <a:lnTo>
                  <a:pt x="580711" y="1055077"/>
                </a:lnTo>
                <a:cubicBezTo>
                  <a:pt x="590089" y="1041009"/>
                  <a:pt x="598284" y="1026076"/>
                  <a:pt x="608846" y="1012874"/>
                </a:cubicBezTo>
                <a:cubicBezTo>
                  <a:pt x="646939" y="965259"/>
                  <a:pt x="665202" y="984481"/>
                  <a:pt x="693252" y="900332"/>
                </a:cubicBezTo>
                <a:cubicBezTo>
                  <a:pt x="717975" y="826165"/>
                  <a:pt x="690980" y="886176"/>
                  <a:pt x="749523" y="815926"/>
                </a:cubicBezTo>
                <a:cubicBezTo>
                  <a:pt x="760347" y="802937"/>
                  <a:pt x="764457" y="784285"/>
                  <a:pt x="777659" y="773723"/>
                </a:cubicBezTo>
                <a:cubicBezTo>
                  <a:pt x="789238" y="764460"/>
                  <a:pt x="806232" y="765496"/>
                  <a:pt x="819862" y="759655"/>
                </a:cubicBezTo>
                <a:cubicBezTo>
                  <a:pt x="850964" y="746325"/>
                  <a:pt x="891167" y="725120"/>
                  <a:pt x="918335" y="703385"/>
                </a:cubicBezTo>
                <a:cubicBezTo>
                  <a:pt x="955511" y="673645"/>
                  <a:pt x="977026" y="629416"/>
                  <a:pt x="1002742" y="590843"/>
                </a:cubicBezTo>
                <a:cubicBezTo>
                  <a:pt x="1012120" y="576775"/>
                  <a:pt x="1016809" y="558018"/>
                  <a:pt x="1030877" y="548640"/>
                </a:cubicBezTo>
                <a:cubicBezTo>
                  <a:pt x="1127621" y="484144"/>
                  <a:pt x="1083204" y="503062"/>
                  <a:pt x="1157486" y="478302"/>
                </a:cubicBezTo>
                <a:cubicBezTo>
                  <a:pt x="1320660" y="315128"/>
                  <a:pt x="1159541" y="455277"/>
                  <a:pt x="1270028" y="393895"/>
                </a:cubicBezTo>
                <a:cubicBezTo>
                  <a:pt x="1299587" y="377473"/>
                  <a:pt x="1330524" y="361536"/>
                  <a:pt x="1354434" y="337625"/>
                </a:cubicBezTo>
                <a:cubicBezTo>
                  <a:pt x="1380604" y="311454"/>
                  <a:pt x="1389277" y="299101"/>
                  <a:pt x="1424772" y="281354"/>
                </a:cubicBezTo>
                <a:cubicBezTo>
                  <a:pt x="1438035" y="274722"/>
                  <a:pt x="1453712" y="273918"/>
                  <a:pt x="1466975" y="267286"/>
                </a:cubicBezTo>
                <a:cubicBezTo>
                  <a:pt x="1482098" y="259725"/>
                  <a:pt x="1494056" y="246712"/>
                  <a:pt x="1509179" y="239151"/>
                </a:cubicBezTo>
                <a:cubicBezTo>
                  <a:pt x="1522442" y="232519"/>
                  <a:pt x="1538119" y="231715"/>
                  <a:pt x="1551382" y="225083"/>
                </a:cubicBezTo>
                <a:cubicBezTo>
                  <a:pt x="1566504" y="217522"/>
                  <a:pt x="1580383" y="207510"/>
                  <a:pt x="1593585" y="196948"/>
                </a:cubicBezTo>
                <a:cubicBezTo>
                  <a:pt x="1603942" y="188662"/>
                  <a:pt x="1610347" y="175636"/>
                  <a:pt x="1621720" y="168812"/>
                </a:cubicBezTo>
                <a:cubicBezTo>
                  <a:pt x="1634435" y="161183"/>
                  <a:pt x="1649855" y="159434"/>
                  <a:pt x="1663923" y="154745"/>
                </a:cubicBezTo>
                <a:cubicBezTo>
                  <a:pt x="1710713" y="107955"/>
                  <a:pt x="1670343" y="139936"/>
                  <a:pt x="1734262" y="112542"/>
                </a:cubicBezTo>
                <a:cubicBezTo>
                  <a:pt x="1855945" y="60392"/>
                  <a:pt x="1733761" y="103329"/>
                  <a:pt x="1832735" y="70339"/>
                </a:cubicBezTo>
                <a:cubicBezTo>
                  <a:pt x="1842114" y="60960"/>
                  <a:pt x="1849008" y="48135"/>
                  <a:pt x="1860871" y="42203"/>
                </a:cubicBezTo>
                <a:cubicBezTo>
                  <a:pt x="1949726" y="-2224"/>
                  <a:pt x="1945277" y="46067"/>
                  <a:pt x="1945277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9504CF07-CDE2-986A-E4E4-9ECE053FD56C}"/>
              </a:ext>
            </a:extLst>
          </p:cNvPr>
          <p:cNvSpPr/>
          <p:nvPr/>
        </p:nvSpPr>
        <p:spPr>
          <a:xfrm>
            <a:off x="6905752" y="8502606"/>
            <a:ext cx="2520930" cy="3302422"/>
          </a:xfrm>
          <a:custGeom>
            <a:avLst/>
            <a:gdLst>
              <a:gd name="connsiteX0" fmla="*/ 2813539 w 2813539"/>
              <a:gd name="connsiteY0" fmla="*/ 3685736 h 3685736"/>
              <a:gd name="connsiteX1" fmla="*/ 2532185 w 2813539"/>
              <a:gd name="connsiteY1" fmla="*/ 3319976 h 3685736"/>
              <a:gd name="connsiteX2" fmla="*/ 2504049 w 2813539"/>
              <a:gd name="connsiteY2" fmla="*/ 3235569 h 3685736"/>
              <a:gd name="connsiteX3" fmla="*/ 2489982 w 2813539"/>
              <a:gd name="connsiteY3" fmla="*/ 3193366 h 3685736"/>
              <a:gd name="connsiteX4" fmla="*/ 2461846 w 2813539"/>
              <a:gd name="connsiteY4" fmla="*/ 3165231 h 3685736"/>
              <a:gd name="connsiteX5" fmla="*/ 2447779 w 2813539"/>
              <a:gd name="connsiteY5" fmla="*/ 3052689 h 3685736"/>
              <a:gd name="connsiteX6" fmla="*/ 2419643 w 2813539"/>
              <a:gd name="connsiteY6" fmla="*/ 2954216 h 3685736"/>
              <a:gd name="connsiteX7" fmla="*/ 2405576 w 2813539"/>
              <a:gd name="connsiteY7" fmla="*/ 2897945 h 3685736"/>
              <a:gd name="connsiteX8" fmla="*/ 2377440 w 2813539"/>
              <a:gd name="connsiteY8" fmla="*/ 2813539 h 3685736"/>
              <a:gd name="connsiteX9" fmla="*/ 2321169 w 2813539"/>
              <a:gd name="connsiteY9" fmla="*/ 2729132 h 3685736"/>
              <a:gd name="connsiteX10" fmla="*/ 2293034 w 2813539"/>
              <a:gd name="connsiteY10" fmla="*/ 2686929 h 3685736"/>
              <a:gd name="connsiteX11" fmla="*/ 2250831 w 2813539"/>
              <a:gd name="connsiteY11" fmla="*/ 2644726 h 3685736"/>
              <a:gd name="connsiteX12" fmla="*/ 2236763 w 2813539"/>
              <a:gd name="connsiteY12" fmla="*/ 2602523 h 3685736"/>
              <a:gd name="connsiteX13" fmla="*/ 2180493 w 2813539"/>
              <a:gd name="connsiteY13" fmla="*/ 2518117 h 3685736"/>
              <a:gd name="connsiteX14" fmla="*/ 2110154 w 2813539"/>
              <a:gd name="connsiteY14" fmla="*/ 2419643 h 3685736"/>
              <a:gd name="connsiteX15" fmla="*/ 2082019 w 2813539"/>
              <a:gd name="connsiteY15" fmla="*/ 2377440 h 3685736"/>
              <a:gd name="connsiteX16" fmla="*/ 2025748 w 2813539"/>
              <a:gd name="connsiteY16" fmla="*/ 2321169 h 3685736"/>
              <a:gd name="connsiteX17" fmla="*/ 1913206 w 2813539"/>
              <a:gd name="connsiteY17" fmla="*/ 2208628 h 3685736"/>
              <a:gd name="connsiteX18" fmla="*/ 1828800 w 2813539"/>
              <a:gd name="connsiteY18" fmla="*/ 2096086 h 3685736"/>
              <a:gd name="connsiteX19" fmla="*/ 1800665 w 2813539"/>
              <a:gd name="connsiteY19" fmla="*/ 2053883 h 3685736"/>
              <a:gd name="connsiteX20" fmla="*/ 1772529 w 2813539"/>
              <a:gd name="connsiteY20" fmla="*/ 2011680 h 3685736"/>
              <a:gd name="connsiteX21" fmla="*/ 1758462 w 2813539"/>
              <a:gd name="connsiteY21" fmla="*/ 1969477 h 3685736"/>
              <a:gd name="connsiteX22" fmla="*/ 1730326 w 2813539"/>
              <a:gd name="connsiteY22" fmla="*/ 1927274 h 3685736"/>
              <a:gd name="connsiteX23" fmla="*/ 1702191 w 2813539"/>
              <a:gd name="connsiteY23" fmla="*/ 1828800 h 3685736"/>
              <a:gd name="connsiteX24" fmla="*/ 1674056 w 2813539"/>
              <a:gd name="connsiteY24" fmla="*/ 1786597 h 3685736"/>
              <a:gd name="connsiteX25" fmla="*/ 1645920 w 2813539"/>
              <a:gd name="connsiteY25" fmla="*/ 1702191 h 3685736"/>
              <a:gd name="connsiteX26" fmla="*/ 1589649 w 2813539"/>
              <a:gd name="connsiteY26" fmla="*/ 1617785 h 3685736"/>
              <a:gd name="connsiteX27" fmla="*/ 1533379 w 2813539"/>
              <a:gd name="connsiteY27" fmla="*/ 1505243 h 3685736"/>
              <a:gd name="connsiteX28" fmla="*/ 1477108 w 2813539"/>
              <a:gd name="connsiteY28" fmla="*/ 1406769 h 3685736"/>
              <a:gd name="connsiteX29" fmla="*/ 1420837 w 2813539"/>
              <a:gd name="connsiteY29" fmla="*/ 1294228 h 3685736"/>
              <a:gd name="connsiteX30" fmla="*/ 1406769 w 2813539"/>
              <a:gd name="connsiteY30" fmla="*/ 1252025 h 3685736"/>
              <a:gd name="connsiteX31" fmla="*/ 1350499 w 2813539"/>
              <a:gd name="connsiteY31" fmla="*/ 1167619 h 3685736"/>
              <a:gd name="connsiteX32" fmla="*/ 1336431 w 2813539"/>
              <a:gd name="connsiteY32" fmla="*/ 1125416 h 3685736"/>
              <a:gd name="connsiteX33" fmla="*/ 1308296 w 2813539"/>
              <a:gd name="connsiteY33" fmla="*/ 1083212 h 3685736"/>
              <a:gd name="connsiteX34" fmla="*/ 1280160 w 2813539"/>
              <a:gd name="connsiteY34" fmla="*/ 998806 h 3685736"/>
              <a:gd name="connsiteX35" fmla="*/ 1266093 w 2813539"/>
              <a:gd name="connsiteY35" fmla="*/ 956603 h 3685736"/>
              <a:gd name="connsiteX36" fmla="*/ 1209822 w 2813539"/>
              <a:gd name="connsiteY36" fmla="*/ 829994 h 3685736"/>
              <a:gd name="connsiteX37" fmla="*/ 1195754 w 2813539"/>
              <a:gd name="connsiteY37" fmla="*/ 787791 h 3685736"/>
              <a:gd name="connsiteX38" fmla="*/ 1181686 w 2813539"/>
              <a:gd name="connsiteY38" fmla="*/ 731520 h 3685736"/>
              <a:gd name="connsiteX39" fmla="*/ 1055077 w 2813539"/>
              <a:gd name="connsiteY39" fmla="*/ 520505 h 3685736"/>
              <a:gd name="connsiteX40" fmla="*/ 1026942 w 2813539"/>
              <a:gd name="connsiteY40" fmla="*/ 492369 h 3685736"/>
              <a:gd name="connsiteX41" fmla="*/ 970671 w 2813539"/>
              <a:gd name="connsiteY41" fmla="*/ 407963 h 3685736"/>
              <a:gd name="connsiteX42" fmla="*/ 942536 w 2813539"/>
              <a:gd name="connsiteY42" fmla="*/ 365760 h 3685736"/>
              <a:gd name="connsiteX43" fmla="*/ 900333 w 2813539"/>
              <a:gd name="connsiteY43" fmla="*/ 337625 h 3685736"/>
              <a:gd name="connsiteX44" fmla="*/ 872197 w 2813539"/>
              <a:gd name="connsiteY44" fmla="*/ 309489 h 3685736"/>
              <a:gd name="connsiteX45" fmla="*/ 773723 w 2813539"/>
              <a:gd name="connsiteY45" fmla="*/ 281354 h 3685736"/>
              <a:gd name="connsiteX46" fmla="*/ 689317 w 2813539"/>
              <a:gd name="connsiteY46" fmla="*/ 253219 h 3685736"/>
              <a:gd name="connsiteX47" fmla="*/ 604911 w 2813539"/>
              <a:gd name="connsiteY47" fmla="*/ 211016 h 3685736"/>
              <a:gd name="connsiteX48" fmla="*/ 520505 w 2813539"/>
              <a:gd name="connsiteY48" fmla="*/ 182880 h 3685736"/>
              <a:gd name="connsiteX49" fmla="*/ 393896 w 2813539"/>
              <a:gd name="connsiteY49" fmla="*/ 140677 h 3685736"/>
              <a:gd name="connsiteX50" fmla="*/ 267286 w 2813539"/>
              <a:gd name="connsiteY50" fmla="*/ 98474 h 3685736"/>
              <a:gd name="connsiteX51" fmla="*/ 225083 w 2813539"/>
              <a:gd name="connsiteY51" fmla="*/ 84406 h 3685736"/>
              <a:gd name="connsiteX52" fmla="*/ 182880 w 2813539"/>
              <a:gd name="connsiteY52" fmla="*/ 70339 h 3685736"/>
              <a:gd name="connsiteX53" fmla="*/ 112542 w 2813539"/>
              <a:gd name="connsiteY53" fmla="*/ 28136 h 3685736"/>
              <a:gd name="connsiteX54" fmla="*/ 0 w 2813539"/>
              <a:gd name="connsiteY54" fmla="*/ 0 h 3685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813539" h="3685736">
                <a:moveTo>
                  <a:pt x="2813539" y="3685736"/>
                </a:moveTo>
                <a:cubicBezTo>
                  <a:pt x="2719754" y="3563816"/>
                  <a:pt x="2619328" y="3446729"/>
                  <a:pt x="2532185" y="3319976"/>
                </a:cubicBezTo>
                <a:cubicBezTo>
                  <a:pt x="2515383" y="3295537"/>
                  <a:pt x="2513427" y="3263705"/>
                  <a:pt x="2504049" y="3235569"/>
                </a:cubicBezTo>
                <a:cubicBezTo>
                  <a:pt x="2499360" y="3221501"/>
                  <a:pt x="2500468" y="3203851"/>
                  <a:pt x="2489982" y="3193366"/>
                </a:cubicBezTo>
                <a:lnTo>
                  <a:pt x="2461846" y="3165231"/>
                </a:lnTo>
                <a:cubicBezTo>
                  <a:pt x="2457157" y="3127717"/>
                  <a:pt x="2453994" y="3089981"/>
                  <a:pt x="2447779" y="3052689"/>
                </a:cubicBezTo>
                <a:cubicBezTo>
                  <a:pt x="2438983" y="2999915"/>
                  <a:pt x="2433023" y="3001046"/>
                  <a:pt x="2419643" y="2954216"/>
                </a:cubicBezTo>
                <a:cubicBezTo>
                  <a:pt x="2414332" y="2935626"/>
                  <a:pt x="2411132" y="2916464"/>
                  <a:pt x="2405576" y="2897945"/>
                </a:cubicBezTo>
                <a:cubicBezTo>
                  <a:pt x="2397054" y="2869538"/>
                  <a:pt x="2393891" y="2838215"/>
                  <a:pt x="2377440" y="2813539"/>
                </a:cubicBezTo>
                <a:lnTo>
                  <a:pt x="2321169" y="2729132"/>
                </a:lnTo>
                <a:cubicBezTo>
                  <a:pt x="2311791" y="2715064"/>
                  <a:pt x="2304989" y="2698884"/>
                  <a:pt x="2293034" y="2686929"/>
                </a:cubicBezTo>
                <a:lnTo>
                  <a:pt x="2250831" y="2644726"/>
                </a:lnTo>
                <a:cubicBezTo>
                  <a:pt x="2246142" y="2630658"/>
                  <a:pt x="2243964" y="2615486"/>
                  <a:pt x="2236763" y="2602523"/>
                </a:cubicBezTo>
                <a:cubicBezTo>
                  <a:pt x="2220341" y="2572964"/>
                  <a:pt x="2191186" y="2550196"/>
                  <a:pt x="2180493" y="2518117"/>
                </a:cubicBezTo>
                <a:cubicBezTo>
                  <a:pt x="2145596" y="2413428"/>
                  <a:pt x="2199165" y="2553161"/>
                  <a:pt x="2110154" y="2419643"/>
                </a:cubicBezTo>
                <a:cubicBezTo>
                  <a:pt x="2100776" y="2405575"/>
                  <a:pt x="2093022" y="2390277"/>
                  <a:pt x="2082019" y="2377440"/>
                </a:cubicBezTo>
                <a:cubicBezTo>
                  <a:pt x="2064756" y="2357300"/>
                  <a:pt x="2044505" y="2339926"/>
                  <a:pt x="2025748" y="2321169"/>
                </a:cubicBezTo>
                <a:lnTo>
                  <a:pt x="1913206" y="2208628"/>
                </a:lnTo>
                <a:cubicBezTo>
                  <a:pt x="1861164" y="2156585"/>
                  <a:pt x="1892421" y="2191518"/>
                  <a:pt x="1828800" y="2096086"/>
                </a:cubicBezTo>
                <a:lnTo>
                  <a:pt x="1800665" y="2053883"/>
                </a:lnTo>
                <a:lnTo>
                  <a:pt x="1772529" y="2011680"/>
                </a:lnTo>
                <a:cubicBezTo>
                  <a:pt x="1767840" y="1997612"/>
                  <a:pt x="1765094" y="1982740"/>
                  <a:pt x="1758462" y="1969477"/>
                </a:cubicBezTo>
                <a:cubicBezTo>
                  <a:pt x="1750901" y="1954355"/>
                  <a:pt x="1736986" y="1942814"/>
                  <a:pt x="1730326" y="1927274"/>
                </a:cubicBezTo>
                <a:cubicBezTo>
                  <a:pt x="1703273" y="1864150"/>
                  <a:pt x="1729575" y="1883568"/>
                  <a:pt x="1702191" y="1828800"/>
                </a:cubicBezTo>
                <a:cubicBezTo>
                  <a:pt x="1694630" y="1813678"/>
                  <a:pt x="1680923" y="1802047"/>
                  <a:pt x="1674056" y="1786597"/>
                </a:cubicBezTo>
                <a:cubicBezTo>
                  <a:pt x="1662011" y="1759496"/>
                  <a:pt x="1662371" y="1726867"/>
                  <a:pt x="1645920" y="1702191"/>
                </a:cubicBezTo>
                <a:lnTo>
                  <a:pt x="1589649" y="1617785"/>
                </a:lnTo>
                <a:cubicBezTo>
                  <a:pt x="1557320" y="1520796"/>
                  <a:pt x="1582484" y="1554350"/>
                  <a:pt x="1533379" y="1505243"/>
                </a:cubicBezTo>
                <a:cubicBezTo>
                  <a:pt x="1490349" y="1376155"/>
                  <a:pt x="1562278" y="1577111"/>
                  <a:pt x="1477108" y="1406769"/>
                </a:cubicBezTo>
                <a:cubicBezTo>
                  <a:pt x="1412451" y="1277453"/>
                  <a:pt x="1484402" y="1357791"/>
                  <a:pt x="1420837" y="1294228"/>
                </a:cubicBezTo>
                <a:cubicBezTo>
                  <a:pt x="1416148" y="1280160"/>
                  <a:pt x="1413970" y="1264988"/>
                  <a:pt x="1406769" y="1252025"/>
                </a:cubicBezTo>
                <a:cubicBezTo>
                  <a:pt x="1390347" y="1222466"/>
                  <a:pt x="1361192" y="1199698"/>
                  <a:pt x="1350499" y="1167619"/>
                </a:cubicBezTo>
                <a:cubicBezTo>
                  <a:pt x="1345810" y="1153551"/>
                  <a:pt x="1343063" y="1138679"/>
                  <a:pt x="1336431" y="1125416"/>
                </a:cubicBezTo>
                <a:cubicBezTo>
                  <a:pt x="1328870" y="1110293"/>
                  <a:pt x="1315163" y="1098662"/>
                  <a:pt x="1308296" y="1083212"/>
                </a:cubicBezTo>
                <a:cubicBezTo>
                  <a:pt x="1296251" y="1056111"/>
                  <a:pt x="1289538" y="1026941"/>
                  <a:pt x="1280160" y="998806"/>
                </a:cubicBezTo>
                <a:cubicBezTo>
                  <a:pt x="1275471" y="984738"/>
                  <a:pt x="1274319" y="968941"/>
                  <a:pt x="1266093" y="956603"/>
                </a:cubicBezTo>
                <a:cubicBezTo>
                  <a:pt x="1221505" y="889723"/>
                  <a:pt x="1243304" y="930441"/>
                  <a:pt x="1209822" y="829994"/>
                </a:cubicBezTo>
                <a:cubicBezTo>
                  <a:pt x="1205133" y="815926"/>
                  <a:pt x="1199351" y="802177"/>
                  <a:pt x="1195754" y="787791"/>
                </a:cubicBezTo>
                <a:cubicBezTo>
                  <a:pt x="1191065" y="769034"/>
                  <a:pt x="1189788" y="749075"/>
                  <a:pt x="1181686" y="731520"/>
                </a:cubicBezTo>
                <a:cubicBezTo>
                  <a:pt x="1173009" y="712720"/>
                  <a:pt x="1083439" y="548868"/>
                  <a:pt x="1055077" y="520505"/>
                </a:cubicBezTo>
                <a:cubicBezTo>
                  <a:pt x="1045699" y="511126"/>
                  <a:pt x="1034900" y="502980"/>
                  <a:pt x="1026942" y="492369"/>
                </a:cubicBezTo>
                <a:cubicBezTo>
                  <a:pt x="1006653" y="465317"/>
                  <a:pt x="989428" y="436098"/>
                  <a:pt x="970671" y="407963"/>
                </a:cubicBezTo>
                <a:cubicBezTo>
                  <a:pt x="961293" y="393895"/>
                  <a:pt x="956604" y="375138"/>
                  <a:pt x="942536" y="365760"/>
                </a:cubicBezTo>
                <a:cubicBezTo>
                  <a:pt x="928468" y="356382"/>
                  <a:pt x="913535" y="348187"/>
                  <a:pt x="900333" y="337625"/>
                </a:cubicBezTo>
                <a:cubicBezTo>
                  <a:pt x="889976" y="329339"/>
                  <a:pt x="883570" y="316313"/>
                  <a:pt x="872197" y="309489"/>
                </a:cubicBezTo>
                <a:cubicBezTo>
                  <a:pt x="856442" y="300036"/>
                  <a:pt x="785980" y="285031"/>
                  <a:pt x="773723" y="281354"/>
                </a:cubicBezTo>
                <a:cubicBezTo>
                  <a:pt x="745317" y="272832"/>
                  <a:pt x="717452" y="262597"/>
                  <a:pt x="689317" y="253219"/>
                </a:cubicBezTo>
                <a:cubicBezTo>
                  <a:pt x="535413" y="201918"/>
                  <a:pt x="768522" y="283733"/>
                  <a:pt x="604911" y="211016"/>
                </a:cubicBezTo>
                <a:cubicBezTo>
                  <a:pt x="577810" y="198971"/>
                  <a:pt x="548640" y="192259"/>
                  <a:pt x="520505" y="182880"/>
                </a:cubicBezTo>
                <a:lnTo>
                  <a:pt x="393896" y="140677"/>
                </a:lnTo>
                <a:lnTo>
                  <a:pt x="267286" y="98474"/>
                </a:lnTo>
                <a:lnTo>
                  <a:pt x="225083" y="84406"/>
                </a:lnTo>
                <a:lnTo>
                  <a:pt x="182880" y="70339"/>
                </a:lnTo>
                <a:cubicBezTo>
                  <a:pt x="148342" y="35800"/>
                  <a:pt x="162763" y="41833"/>
                  <a:pt x="112542" y="28136"/>
                </a:cubicBezTo>
                <a:cubicBezTo>
                  <a:pt x="75236" y="17962"/>
                  <a:pt x="0" y="0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0" name="Freeform 239">
            <a:extLst>
              <a:ext uri="{FF2B5EF4-FFF2-40B4-BE49-F238E27FC236}">
                <a16:creationId xmlns:a16="http://schemas.microsoft.com/office/drawing/2014/main" id="{71057AAE-6ABB-AF4E-8525-8146469636DE}"/>
              </a:ext>
            </a:extLst>
          </p:cNvPr>
          <p:cNvSpPr/>
          <p:nvPr/>
        </p:nvSpPr>
        <p:spPr>
          <a:xfrm>
            <a:off x="13756261" y="8460300"/>
            <a:ext cx="768883" cy="3289814"/>
          </a:xfrm>
          <a:custGeom>
            <a:avLst/>
            <a:gdLst>
              <a:gd name="connsiteX0" fmla="*/ 858130 w 858130"/>
              <a:gd name="connsiteY0" fmla="*/ 3671668 h 3671668"/>
              <a:gd name="connsiteX1" fmla="*/ 745588 w 858130"/>
              <a:gd name="connsiteY1" fmla="*/ 3488788 h 3671668"/>
              <a:gd name="connsiteX2" fmla="*/ 661182 w 858130"/>
              <a:gd name="connsiteY2" fmla="*/ 3404381 h 3671668"/>
              <a:gd name="connsiteX3" fmla="*/ 618979 w 858130"/>
              <a:gd name="connsiteY3" fmla="*/ 3362178 h 3671668"/>
              <a:gd name="connsiteX4" fmla="*/ 562708 w 858130"/>
              <a:gd name="connsiteY4" fmla="*/ 3277772 h 3671668"/>
              <a:gd name="connsiteX5" fmla="*/ 534573 w 858130"/>
              <a:gd name="connsiteY5" fmla="*/ 3221501 h 3671668"/>
              <a:gd name="connsiteX6" fmla="*/ 478302 w 858130"/>
              <a:gd name="connsiteY6" fmla="*/ 3137095 h 3671668"/>
              <a:gd name="connsiteX7" fmla="*/ 450167 w 858130"/>
              <a:gd name="connsiteY7" fmla="*/ 3052689 h 3671668"/>
              <a:gd name="connsiteX8" fmla="*/ 422031 w 858130"/>
              <a:gd name="connsiteY8" fmla="*/ 3010486 h 3671668"/>
              <a:gd name="connsiteX9" fmla="*/ 393896 w 858130"/>
              <a:gd name="connsiteY9" fmla="*/ 2926080 h 3671668"/>
              <a:gd name="connsiteX10" fmla="*/ 379828 w 858130"/>
              <a:gd name="connsiteY10" fmla="*/ 2883877 h 3671668"/>
              <a:gd name="connsiteX11" fmla="*/ 351693 w 858130"/>
              <a:gd name="connsiteY11" fmla="*/ 2771335 h 3671668"/>
              <a:gd name="connsiteX12" fmla="*/ 337625 w 858130"/>
              <a:gd name="connsiteY12" fmla="*/ 2729132 h 3671668"/>
              <a:gd name="connsiteX13" fmla="*/ 323557 w 858130"/>
              <a:gd name="connsiteY13" fmla="*/ 2672861 h 3671668"/>
              <a:gd name="connsiteX14" fmla="*/ 295422 w 858130"/>
              <a:gd name="connsiteY14" fmla="*/ 2630658 h 3671668"/>
              <a:gd name="connsiteX15" fmla="*/ 253219 w 858130"/>
              <a:gd name="connsiteY15" fmla="*/ 2461846 h 3671668"/>
              <a:gd name="connsiteX16" fmla="*/ 225083 w 858130"/>
              <a:gd name="connsiteY16" fmla="*/ 2419643 h 3671668"/>
              <a:gd name="connsiteX17" fmla="*/ 196948 w 858130"/>
              <a:gd name="connsiteY17" fmla="*/ 2321169 h 3671668"/>
              <a:gd name="connsiteX18" fmla="*/ 140677 w 858130"/>
              <a:gd name="connsiteY18" fmla="*/ 2236763 h 3671668"/>
              <a:gd name="connsiteX19" fmla="*/ 84407 w 858130"/>
              <a:gd name="connsiteY19" fmla="*/ 2110154 h 3671668"/>
              <a:gd name="connsiteX20" fmla="*/ 56271 w 858130"/>
              <a:gd name="connsiteY20" fmla="*/ 1941341 h 3671668"/>
              <a:gd name="connsiteX21" fmla="*/ 28136 w 858130"/>
              <a:gd name="connsiteY21" fmla="*/ 1758461 h 3671668"/>
              <a:gd name="connsiteX22" fmla="*/ 0 w 858130"/>
              <a:gd name="connsiteY22" fmla="*/ 1533378 h 3671668"/>
              <a:gd name="connsiteX23" fmla="*/ 14068 w 858130"/>
              <a:gd name="connsiteY23" fmla="*/ 1209821 h 3671668"/>
              <a:gd name="connsiteX24" fmla="*/ 42203 w 858130"/>
              <a:gd name="connsiteY24" fmla="*/ 1167618 h 3671668"/>
              <a:gd name="connsiteX25" fmla="*/ 70339 w 858130"/>
              <a:gd name="connsiteY25" fmla="*/ 1083212 h 3671668"/>
              <a:gd name="connsiteX26" fmla="*/ 98474 w 858130"/>
              <a:gd name="connsiteY26" fmla="*/ 998806 h 3671668"/>
              <a:gd name="connsiteX27" fmla="*/ 126610 w 858130"/>
              <a:gd name="connsiteY27" fmla="*/ 914400 h 3671668"/>
              <a:gd name="connsiteX28" fmla="*/ 140677 w 858130"/>
              <a:gd name="connsiteY28" fmla="*/ 872197 h 3671668"/>
              <a:gd name="connsiteX29" fmla="*/ 211016 w 858130"/>
              <a:gd name="connsiteY29" fmla="*/ 801858 h 3671668"/>
              <a:gd name="connsiteX30" fmla="*/ 239151 w 858130"/>
              <a:gd name="connsiteY30" fmla="*/ 759655 h 3671668"/>
              <a:gd name="connsiteX31" fmla="*/ 267287 w 858130"/>
              <a:gd name="connsiteY31" fmla="*/ 731520 h 3671668"/>
              <a:gd name="connsiteX32" fmla="*/ 323557 w 858130"/>
              <a:gd name="connsiteY32" fmla="*/ 647114 h 3671668"/>
              <a:gd name="connsiteX33" fmla="*/ 351693 w 858130"/>
              <a:gd name="connsiteY33" fmla="*/ 604911 h 3671668"/>
              <a:gd name="connsiteX34" fmla="*/ 379828 w 858130"/>
              <a:gd name="connsiteY34" fmla="*/ 562708 h 3671668"/>
              <a:gd name="connsiteX35" fmla="*/ 436099 w 858130"/>
              <a:gd name="connsiteY35" fmla="*/ 506437 h 3671668"/>
              <a:gd name="connsiteX36" fmla="*/ 450167 w 858130"/>
              <a:gd name="connsiteY36" fmla="*/ 464234 h 3671668"/>
              <a:gd name="connsiteX37" fmla="*/ 478302 w 858130"/>
              <a:gd name="connsiteY37" fmla="*/ 436098 h 3671668"/>
              <a:gd name="connsiteX38" fmla="*/ 506437 w 858130"/>
              <a:gd name="connsiteY38" fmla="*/ 393895 h 3671668"/>
              <a:gd name="connsiteX39" fmla="*/ 534573 w 858130"/>
              <a:gd name="connsiteY39" fmla="*/ 365760 h 3671668"/>
              <a:gd name="connsiteX40" fmla="*/ 590843 w 858130"/>
              <a:gd name="connsiteY40" fmla="*/ 281354 h 3671668"/>
              <a:gd name="connsiteX41" fmla="*/ 604911 w 858130"/>
              <a:gd name="connsiteY41" fmla="*/ 239151 h 3671668"/>
              <a:gd name="connsiteX42" fmla="*/ 647114 w 858130"/>
              <a:gd name="connsiteY42" fmla="*/ 225083 h 3671668"/>
              <a:gd name="connsiteX43" fmla="*/ 703385 w 858130"/>
              <a:gd name="connsiteY43" fmla="*/ 168812 h 3671668"/>
              <a:gd name="connsiteX44" fmla="*/ 717453 w 858130"/>
              <a:gd name="connsiteY44" fmla="*/ 126609 h 3671668"/>
              <a:gd name="connsiteX45" fmla="*/ 759656 w 858130"/>
              <a:gd name="connsiteY45" fmla="*/ 98474 h 3671668"/>
              <a:gd name="connsiteX46" fmla="*/ 787791 w 858130"/>
              <a:gd name="connsiteY46" fmla="*/ 70338 h 3671668"/>
              <a:gd name="connsiteX47" fmla="*/ 844062 w 858130"/>
              <a:gd name="connsiteY47" fmla="*/ 0 h 3671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858130" h="3671668">
                <a:moveTo>
                  <a:pt x="858130" y="3671668"/>
                </a:moveTo>
                <a:cubicBezTo>
                  <a:pt x="842655" y="3644586"/>
                  <a:pt x="771336" y="3514536"/>
                  <a:pt x="745588" y="3488788"/>
                </a:cubicBezTo>
                <a:lnTo>
                  <a:pt x="661182" y="3404381"/>
                </a:lnTo>
                <a:cubicBezTo>
                  <a:pt x="647114" y="3390313"/>
                  <a:pt x="630015" y="3378731"/>
                  <a:pt x="618979" y="3362178"/>
                </a:cubicBezTo>
                <a:cubicBezTo>
                  <a:pt x="600222" y="3334043"/>
                  <a:pt x="577830" y="3308017"/>
                  <a:pt x="562708" y="3277772"/>
                </a:cubicBezTo>
                <a:cubicBezTo>
                  <a:pt x="553330" y="3259015"/>
                  <a:pt x="545362" y="3239483"/>
                  <a:pt x="534573" y="3221501"/>
                </a:cubicBezTo>
                <a:cubicBezTo>
                  <a:pt x="517176" y="3192505"/>
                  <a:pt x="488995" y="3169174"/>
                  <a:pt x="478302" y="3137095"/>
                </a:cubicBezTo>
                <a:cubicBezTo>
                  <a:pt x="468924" y="3108960"/>
                  <a:pt x="466618" y="3077365"/>
                  <a:pt x="450167" y="3052689"/>
                </a:cubicBezTo>
                <a:cubicBezTo>
                  <a:pt x="440788" y="3038621"/>
                  <a:pt x="428898" y="3025936"/>
                  <a:pt x="422031" y="3010486"/>
                </a:cubicBezTo>
                <a:cubicBezTo>
                  <a:pt x="409986" y="2983385"/>
                  <a:pt x="403274" y="2954215"/>
                  <a:pt x="393896" y="2926080"/>
                </a:cubicBezTo>
                <a:cubicBezTo>
                  <a:pt x="389207" y="2912012"/>
                  <a:pt x="383424" y="2898263"/>
                  <a:pt x="379828" y="2883877"/>
                </a:cubicBezTo>
                <a:cubicBezTo>
                  <a:pt x="370450" y="2846363"/>
                  <a:pt x="363921" y="2808019"/>
                  <a:pt x="351693" y="2771335"/>
                </a:cubicBezTo>
                <a:cubicBezTo>
                  <a:pt x="347004" y="2757267"/>
                  <a:pt x="341699" y="2743390"/>
                  <a:pt x="337625" y="2729132"/>
                </a:cubicBezTo>
                <a:cubicBezTo>
                  <a:pt x="332313" y="2710542"/>
                  <a:pt x="331173" y="2690632"/>
                  <a:pt x="323557" y="2672861"/>
                </a:cubicBezTo>
                <a:cubicBezTo>
                  <a:pt x="316897" y="2657321"/>
                  <a:pt x="302289" y="2646108"/>
                  <a:pt x="295422" y="2630658"/>
                </a:cubicBezTo>
                <a:cubicBezTo>
                  <a:pt x="216632" y="2453378"/>
                  <a:pt x="312206" y="2638803"/>
                  <a:pt x="253219" y="2461846"/>
                </a:cubicBezTo>
                <a:cubicBezTo>
                  <a:pt x="247872" y="2445806"/>
                  <a:pt x="234462" y="2433711"/>
                  <a:pt x="225083" y="2419643"/>
                </a:cubicBezTo>
                <a:cubicBezTo>
                  <a:pt x="221771" y="2406394"/>
                  <a:pt x="206123" y="2337684"/>
                  <a:pt x="196948" y="2321169"/>
                </a:cubicBezTo>
                <a:cubicBezTo>
                  <a:pt x="180526" y="2291610"/>
                  <a:pt x="140677" y="2236763"/>
                  <a:pt x="140677" y="2236763"/>
                </a:cubicBezTo>
                <a:cubicBezTo>
                  <a:pt x="107196" y="2136317"/>
                  <a:pt x="128993" y="2177033"/>
                  <a:pt x="84407" y="2110154"/>
                </a:cubicBezTo>
                <a:cubicBezTo>
                  <a:pt x="58363" y="2005978"/>
                  <a:pt x="78226" y="2095023"/>
                  <a:pt x="56271" y="1941341"/>
                </a:cubicBezTo>
                <a:cubicBezTo>
                  <a:pt x="44513" y="1859033"/>
                  <a:pt x="37215" y="1844712"/>
                  <a:pt x="28136" y="1758461"/>
                </a:cubicBezTo>
                <a:cubicBezTo>
                  <a:pt x="5339" y="1541890"/>
                  <a:pt x="30202" y="1654184"/>
                  <a:pt x="0" y="1533378"/>
                </a:cubicBezTo>
                <a:cubicBezTo>
                  <a:pt x="4689" y="1425526"/>
                  <a:pt x="1694" y="1317064"/>
                  <a:pt x="14068" y="1209821"/>
                </a:cubicBezTo>
                <a:cubicBezTo>
                  <a:pt x="16006" y="1193025"/>
                  <a:pt x="35336" y="1183068"/>
                  <a:pt x="42203" y="1167618"/>
                </a:cubicBezTo>
                <a:cubicBezTo>
                  <a:pt x="54248" y="1140517"/>
                  <a:pt x="60960" y="1111347"/>
                  <a:pt x="70339" y="1083212"/>
                </a:cubicBezTo>
                <a:lnTo>
                  <a:pt x="98474" y="998806"/>
                </a:lnTo>
                <a:lnTo>
                  <a:pt x="126610" y="914400"/>
                </a:lnTo>
                <a:cubicBezTo>
                  <a:pt x="131299" y="900332"/>
                  <a:pt x="130192" y="882682"/>
                  <a:pt x="140677" y="872197"/>
                </a:cubicBezTo>
                <a:cubicBezTo>
                  <a:pt x="164123" y="848751"/>
                  <a:pt x="192623" y="829447"/>
                  <a:pt x="211016" y="801858"/>
                </a:cubicBezTo>
                <a:cubicBezTo>
                  <a:pt x="220394" y="787790"/>
                  <a:pt x="228589" y="772857"/>
                  <a:pt x="239151" y="759655"/>
                </a:cubicBezTo>
                <a:cubicBezTo>
                  <a:pt x="247437" y="749298"/>
                  <a:pt x="259329" y="742131"/>
                  <a:pt x="267287" y="731520"/>
                </a:cubicBezTo>
                <a:cubicBezTo>
                  <a:pt x="287576" y="704469"/>
                  <a:pt x="304800" y="675249"/>
                  <a:pt x="323557" y="647114"/>
                </a:cubicBezTo>
                <a:lnTo>
                  <a:pt x="351693" y="604911"/>
                </a:lnTo>
                <a:cubicBezTo>
                  <a:pt x="361071" y="590843"/>
                  <a:pt x="367873" y="574663"/>
                  <a:pt x="379828" y="562708"/>
                </a:cubicBezTo>
                <a:lnTo>
                  <a:pt x="436099" y="506437"/>
                </a:lnTo>
                <a:cubicBezTo>
                  <a:pt x="440788" y="492369"/>
                  <a:pt x="442538" y="476950"/>
                  <a:pt x="450167" y="464234"/>
                </a:cubicBezTo>
                <a:cubicBezTo>
                  <a:pt x="456991" y="452861"/>
                  <a:pt x="470017" y="446455"/>
                  <a:pt x="478302" y="436098"/>
                </a:cubicBezTo>
                <a:cubicBezTo>
                  <a:pt x="488864" y="422896"/>
                  <a:pt x="495875" y="407097"/>
                  <a:pt x="506437" y="393895"/>
                </a:cubicBezTo>
                <a:cubicBezTo>
                  <a:pt x="514723" y="383538"/>
                  <a:pt x="526615" y="376371"/>
                  <a:pt x="534573" y="365760"/>
                </a:cubicBezTo>
                <a:cubicBezTo>
                  <a:pt x="554862" y="338709"/>
                  <a:pt x="580150" y="313433"/>
                  <a:pt x="590843" y="281354"/>
                </a:cubicBezTo>
                <a:cubicBezTo>
                  <a:pt x="595532" y="267286"/>
                  <a:pt x="594426" y="249636"/>
                  <a:pt x="604911" y="239151"/>
                </a:cubicBezTo>
                <a:cubicBezTo>
                  <a:pt x="615396" y="228666"/>
                  <a:pt x="633046" y="229772"/>
                  <a:pt x="647114" y="225083"/>
                </a:cubicBezTo>
                <a:cubicBezTo>
                  <a:pt x="665871" y="206326"/>
                  <a:pt x="694996" y="193977"/>
                  <a:pt x="703385" y="168812"/>
                </a:cubicBezTo>
                <a:cubicBezTo>
                  <a:pt x="708074" y="154744"/>
                  <a:pt x="708190" y="138188"/>
                  <a:pt x="717453" y="126609"/>
                </a:cubicBezTo>
                <a:cubicBezTo>
                  <a:pt x="728015" y="113407"/>
                  <a:pt x="746454" y="109036"/>
                  <a:pt x="759656" y="98474"/>
                </a:cubicBezTo>
                <a:cubicBezTo>
                  <a:pt x="770013" y="90188"/>
                  <a:pt x="779159" y="80408"/>
                  <a:pt x="787791" y="70338"/>
                </a:cubicBezTo>
                <a:cubicBezTo>
                  <a:pt x="807331" y="47541"/>
                  <a:pt x="844062" y="0"/>
                  <a:pt x="84406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BCB7A3DD-22A8-BD4E-4F00-38F01F2763F5}"/>
              </a:ext>
            </a:extLst>
          </p:cNvPr>
          <p:cNvSpPr/>
          <p:nvPr/>
        </p:nvSpPr>
        <p:spPr>
          <a:xfrm>
            <a:off x="14562957" y="8447685"/>
            <a:ext cx="1789858" cy="3302430"/>
          </a:xfrm>
          <a:custGeom>
            <a:avLst/>
            <a:gdLst>
              <a:gd name="connsiteX0" fmla="*/ 1491175 w 1997612"/>
              <a:gd name="connsiteY0" fmla="*/ 3685748 h 3685748"/>
              <a:gd name="connsiteX1" fmla="*/ 1983544 w 1997612"/>
              <a:gd name="connsiteY1" fmla="*/ 2715077 h 3685748"/>
              <a:gd name="connsiteX2" fmla="*/ 1997612 w 1997612"/>
              <a:gd name="connsiteY2" fmla="*/ 2672874 h 3685748"/>
              <a:gd name="connsiteX3" fmla="*/ 1955409 w 1997612"/>
              <a:gd name="connsiteY3" fmla="*/ 2461858 h 3685748"/>
              <a:gd name="connsiteX4" fmla="*/ 1913206 w 1997612"/>
              <a:gd name="connsiteY4" fmla="*/ 2377452 h 3685748"/>
              <a:gd name="connsiteX5" fmla="*/ 1899138 w 1997612"/>
              <a:gd name="connsiteY5" fmla="*/ 2307114 h 3685748"/>
              <a:gd name="connsiteX6" fmla="*/ 1885070 w 1997612"/>
              <a:gd name="connsiteY6" fmla="*/ 2222708 h 3685748"/>
              <a:gd name="connsiteX7" fmla="*/ 1856935 w 1997612"/>
              <a:gd name="connsiteY7" fmla="*/ 2138301 h 3685748"/>
              <a:gd name="connsiteX8" fmla="*/ 1786597 w 1997612"/>
              <a:gd name="connsiteY8" fmla="*/ 2053895 h 3685748"/>
              <a:gd name="connsiteX9" fmla="*/ 1772529 w 1997612"/>
              <a:gd name="connsiteY9" fmla="*/ 2011692 h 3685748"/>
              <a:gd name="connsiteX10" fmla="*/ 1744394 w 1997612"/>
              <a:gd name="connsiteY10" fmla="*/ 1969489 h 3685748"/>
              <a:gd name="connsiteX11" fmla="*/ 1702190 w 1997612"/>
              <a:gd name="connsiteY11" fmla="*/ 1885083 h 3685748"/>
              <a:gd name="connsiteX12" fmla="*/ 1688123 w 1997612"/>
              <a:gd name="connsiteY12" fmla="*/ 1842880 h 3685748"/>
              <a:gd name="connsiteX13" fmla="*/ 1659987 w 1997612"/>
              <a:gd name="connsiteY13" fmla="*/ 1800677 h 3685748"/>
              <a:gd name="connsiteX14" fmla="*/ 1603717 w 1997612"/>
              <a:gd name="connsiteY14" fmla="*/ 1688135 h 3685748"/>
              <a:gd name="connsiteX15" fmla="*/ 1547446 w 1997612"/>
              <a:gd name="connsiteY15" fmla="*/ 1519323 h 3685748"/>
              <a:gd name="connsiteX16" fmla="*/ 1533378 w 1997612"/>
              <a:gd name="connsiteY16" fmla="*/ 1477120 h 3685748"/>
              <a:gd name="connsiteX17" fmla="*/ 1519310 w 1997612"/>
              <a:gd name="connsiteY17" fmla="*/ 1434917 h 3685748"/>
              <a:gd name="connsiteX18" fmla="*/ 1491175 w 1997612"/>
              <a:gd name="connsiteY18" fmla="*/ 1364578 h 3685748"/>
              <a:gd name="connsiteX19" fmla="*/ 1463040 w 1997612"/>
              <a:gd name="connsiteY19" fmla="*/ 1308308 h 3685748"/>
              <a:gd name="connsiteX20" fmla="*/ 1448972 w 1997612"/>
              <a:gd name="connsiteY20" fmla="*/ 1266104 h 3685748"/>
              <a:gd name="connsiteX21" fmla="*/ 1420837 w 1997612"/>
              <a:gd name="connsiteY21" fmla="*/ 1209834 h 3685748"/>
              <a:gd name="connsiteX22" fmla="*/ 1392701 w 1997612"/>
              <a:gd name="connsiteY22" fmla="*/ 1125428 h 3685748"/>
              <a:gd name="connsiteX23" fmla="*/ 1364566 w 1997612"/>
              <a:gd name="connsiteY23" fmla="*/ 1041021 h 3685748"/>
              <a:gd name="connsiteX24" fmla="*/ 1336430 w 1997612"/>
              <a:gd name="connsiteY24" fmla="*/ 956615 h 3685748"/>
              <a:gd name="connsiteX25" fmla="*/ 1322363 w 1997612"/>
              <a:gd name="connsiteY25" fmla="*/ 914412 h 3685748"/>
              <a:gd name="connsiteX26" fmla="*/ 1294227 w 1997612"/>
              <a:gd name="connsiteY26" fmla="*/ 801871 h 3685748"/>
              <a:gd name="connsiteX27" fmla="*/ 1266092 w 1997612"/>
              <a:gd name="connsiteY27" fmla="*/ 759668 h 3685748"/>
              <a:gd name="connsiteX28" fmla="*/ 1252024 w 1997612"/>
              <a:gd name="connsiteY28" fmla="*/ 717464 h 3685748"/>
              <a:gd name="connsiteX29" fmla="*/ 1223889 w 1997612"/>
              <a:gd name="connsiteY29" fmla="*/ 618991 h 3685748"/>
              <a:gd name="connsiteX30" fmla="*/ 1195754 w 1997612"/>
              <a:gd name="connsiteY30" fmla="*/ 576788 h 3685748"/>
              <a:gd name="connsiteX31" fmla="*/ 1153550 w 1997612"/>
              <a:gd name="connsiteY31" fmla="*/ 492381 h 3685748"/>
              <a:gd name="connsiteX32" fmla="*/ 1111347 w 1997612"/>
              <a:gd name="connsiteY32" fmla="*/ 422043 h 3685748"/>
              <a:gd name="connsiteX33" fmla="*/ 1097280 w 1997612"/>
              <a:gd name="connsiteY33" fmla="*/ 379840 h 3685748"/>
              <a:gd name="connsiteX34" fmla="*/ 1069144 w 1997612"/>
              <a:gd name="connsiteY34" fmla="*/ 351704 h 3685748"/>
              <a:gd name="connsiteX35" fmla="*/ 984738 w 1997612"/>
              <a:gd name="connsiteY35" fmla="*/ 295434 h 3685748"/>
              <a:gd name="connsiteX36" fmla="*/ 759655 w 1997612"/>
              <a:gd name="connsiteY36" fmla="*/ 253231 h 3685748"/>
              <a:gd name="connsiteX37" fmla="*/ 703384 w 1997612"/>
              <a:gd name="connsiteY37" fmla="*/ 225095 h 3685748"/>
              <a:gd name="connsiteX38" fmla="*/ 618978 w 1997612"/>
              <a:gd name="connsiteY38" fmla="*/ 196960 h 3685748"/>
              <a:gd name="connsiteX39" fmla="*/ 534572 w 1997612"/>
              <a:gd name="connsiteY39" fmla="*/ 154757 h 3685748"/>
              <a:gd name="connsiteX40" fmla="*/ 478301 w 1997612"/>
              <a:gd name="connsiteY40" fmla="*/ 126621 h 3685748"/>
              <a:gd name="connsiteX41" fmla="*/ 393895 w 1997612"/>
              <a:gd name="connsiteY41" fmla="*/ 98486 h 3685748"/>
              <a:gd name="connsiteX42" fmla="*/ 267286 w 1997612"/>
              <a:gd name="connsiteY42" fmla="*/ 42215 h 3685748"/>
              <a:gd name="connsiteX43" fmla="*/ 98474 w 1997612"/>
              <a:gd name="connsiteY43" fmla="*/ 28148 h 3685748"/>
              <a:gd name="connsiteX44" fmla="*/ 0 w 1997612"/>
              <a:gd name="connsiteY44" fmla="*/ 12 h 3685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997612" h="3685748">
                <a:moveTo>
                  <a:pt x="1491175" y="3685748"/>
                </a:moveTo>
                <a:cubicBezTo>
                  <a:pt x="1655298" y="3362191"/>
                  <a:pt x="1821294" y="3039577"/>
                  <a:pt x="1983544" y="2715077"/>
                </a:cubicBezTo>
                <a:cubicBezTo>
                  <a:pt x="1990176" y="2701814"/>
                  <a:pt x="1997612" y="2687703"/>
                  <a:pt x="1997612" y="2672874"/>
                </a:cubicBezTo>
                <a:cubicBezTo>
                  <a:pt x="1997612" y="2632069"/>
                  <a:pt x="1984859" y="2506034"/>
                  <a:pt x="1955409" y="2461858"/>
                </a:cubicBezTo>
                <a:cubicBezTo>
                  <a:pt x="1927903" y="2420599"/>
                  <a:pt x="1924855" y="2424045"/>
                  <a:pt x="1913206" y="2377452"/>
                </a:cubicBezTo>
                <a:cubicBezTo>
                  <a:pt x="1907407" y="2354256"/>
                  <a:pt x="1903415" y="2330639"/>
                  <a:pt x="1899138" y="2307114"/>
                </a:cubicBezTo>
                <a:cubicBezTo>
                  <a:pt x="1894035" y="2279051"/>
                  <a:pt x="1891988" y="2250380"/>
                  <a:pt x="1885070" y="2222708"/>
                </a:cubicBezTo>
                <a:cubicBezTo>
                  <a:pt x="1877877" y="2193936"/>
                  <a:pt x="1877906" y="2159272"/>
                  <a:pt x="1856935" y="2138301"/>
                </a:cubicBezTo>
                <a:cubicBezTo>
                  <a:pt x="1825822" y="2107188"/>
                  <a:pt x="1806183" y="2093067"/>
                  <a:pt x="1786597" y="2053895"/>
                </a:cubicBezTo>
                <a:cubicBezTo>
                  <a:pt x="1779965" y="2040632"/>
                  <a:pt x="1779161" y="2024955"/>
                  <a:pt x="1772529" y="2011692"/>
                </a:cubicBezTo>
                <a:cubicBezTo>
                  <a:pt x="1764968" y="1996570"/>
                  <a:pt x="1751955" y="1984611"/>
                  <a:pt x="1744394" y="1969489"/>
                </a:cubicBezTo>
                <a:cubicBezTo>
                  <a:pt x="1686155" y="1853012"/>
                  <a:pt x="1782818" y="2006022"/>
                  <a:pt x="1702190" y="1885083"/>
                </a:cubicBezTo>
                <a:cubicBezTo>
                  <a:pt x="1697501" y="1871015"/>
                  <a:pt x="1694755" y="1856143"/>
                  <a:pt x="1688123" y="1842880"/>
                </a:cubicBezTo>
                <a:cubicBezTo>
                  <a:pt x="1680562" y="1827758"/>
                  <a:pt x="1666854" y="1816127"/>
                  <a:pt x="1659987" y="1800677"/>
                </a:cubicBezTo>
                <a:cubicBezTo>
                  <a:pt x="1608258" y="1684288"/>
                  <a:pt x="1661498" y="1745918"/>
                  <a:pt x="1603717" y="1688135"/>
                </a:cubicBezTo>
                <a:lnTo>
                  <a:pt x="1547446" y="1519323"/>
                </a:lnTo>
                <a:lnTo>
                  <a:pt x="1533378" y="1477120"/>
                </a:lnTo>
                <a:cubicBezTo>
                  <a:pt x="1528689" y="1463052"/>
                  <a:pt x="1524817" y="1448685"/>
                  <a:pt x="1519310" y="1434917"/>
                </a:cubicBezTo>
                <a:cubicBezTo>
                  <a:pt x="1509932" y="1411471"/>
                  <a:pt x="1501431" y="1387654"/>
                  <a:pt x="1491175" y="1364578"/>
                </a:cubicBezTo>
                <a:cubicBezTo>
                  <a:pt x="1482658" y="1345415"/>
                  <a:pt x="1471301" y="1327583"/>
                  <a:pt x="1463040" y="1308308"/>
                </a:cubicBezTo>
                <a:cubicBezTo>
                  <a:pt x="1457199" y="1294678"/>
                  <a:pt x="1454813" y="1279734"/>
                  <a:pt x="1448972" y="1266104"/>
                </a:cubicBezTo>
                <a:cubicBezTo>
                  <a:pt x="1440711" y="1246829"/>
                  <a:pt x="1428625" y="1229305"/>
                  <a:pt x="1420837" y="1209834"/>
                </a:cubicBezTo>
                <a:cubicBezTo>
                  <a:pt x="1409822" y="1182298"/>
                  <a:pt x="1402079" y="1153563"/>
                  <a:pt x="1392701" y="1125428"/>
                </a:cubicBezTo>
                <a:lnTo>
                  <a:pt x="1364566" y="1041021"/>
                </a:lnTo>
                <a:lnTo>
                  <a:pt x="1336430" y="956615"/>
                </a:lnTo>
                <a:cubicBezTo>
                  <a:pt x="1331741" y="942547"/>
                  <a:pt x="1325271" y="928953"/>
                  <a:pt x="1322363" y="914412"/>
                </a:cubicBezTo>
                <a:cubicBezTo>
                  <a:pt x="1317012" y="887657"/>
                  <a:pt x="1308647" y="830710"/>
                  <a:pt x="1294227" y="801871"/>
                </a:cubicBezTo>
                <a:cubicBezTo>
                  <a:pt x="1286666" y="786749"/>
                  <a:pt x="1273653" y="774790"/>
                  <a:pt x="1266092" y="759668"/>
                </a:cubicBezTo>
                <a:cubicBezTo>
                  <a:pt x="1259460" y="746405"/>
                  <a:pt x="1256098" y="731722"/>
                  <a:pt x="1252024" y="717464"/>
                </a:cubicBezTo>
                <a:cubicBezTo>
                  <a:pt x="1246013" y="696424"/>
                  <a:pt x="1235134" y="641481"/>
                  <a:pt x="1223889" y="618991"/>
                </a:cubicBezTo>
                <a:cubicBezTo>
                  <a:pt x="1216328" y="603869"/>
                  <a:pt x="1203315" y="591910"/>
                  <a:pt x="1195754" y="576788"/>
                </a:cubicBezTo>
                <a:cubicBezTo>
                  <a:pt x="1137516" y="460310"/>
                  <a:pt x="1234177" y="613318"/>
                  <a:pt x="1153550" y="492381"/>
                </a:cubicBezTo>
                <a:cubicBezTo>
                  <a:pt x="1113701" y="372827"/>
                  <a:pt x="1169278" y="518594"/>
                  <a:pt x="1111347" y="422043"/>
                </a:cubicBezTo>
                <a:cubicBezTo>
                  <a:pt x="1103718" y="409328"/>
                  <a:pt x="1104909" y="392555"/>
                  <a:pt x="1097280" y="379840"/>
                </a:cubicBezTo>
                <a:cubicBezTo>
                  <a:pt x="1090456" y="368467"/>
                  <a:pt x="1079755" y="359662"/>
                  <a:pt x="1069144" y="351704"/>
                </a:cubicBezTo>
                <a:cubicBezTo>
                  <a:pt x="1042092" y="331415"/>
                  <a:pt x="1016817" y="306127"/>
                  <a:pt x="984738" y="295434"/>
                </a:cubicBezTo>
                <a:cubicBezTo>
                  <a:pt x="855624" y="252395"/>
                  <a:pt x="929842" y="270249"/>
                  <a:pt x="759655" y="253231"/>
                </a:cubicBezTo>
                <a:cubicBezTo>
                  <a:pt x="740898" y="243852"/>
                  <a:pt x="722855" y="232883"/>
                  <a:pt x="703384" y="225095"/>
                </a:cubicBezTo>
                <a:cubicBezTo>
                  <a:pt x="675848" y="214081"/>
                  <a:pt x="643654" y="213411"/>
                  <a:pt x="618978" y="196960"/>
                </a:cubicBezTo>
                <a:cubicBezTo>
                  <a:pt x="537872" y="142888"/>
                  <a:pt x="616114" y="189703"/>
                  <a:pt x="534572" y="154757"/>
                </a:cubicBezTo>
                <a:cubicBezTo>
                  <a:pt x="515297" y="146496"/>
                  <a:pt x="497772" y="134409"/>
                  <a:pt x="478301" y="126621"/>
                </a:cubicBezTo>
                <a:cubicBezTo>
                  <a:pt x="450765" y="115607"/>
                  <a:pt x="418571" y="114937"/>
                  <a:pt x="393895" y="98486"/>
                </a:cubicBezTo>
                <a:cubicBezTo>
                  <a:pt x="351558" y="70262"/>
                  <a:pt x="324681" y="46998"/>
                  <a:pt x="267286" y="42215"/>
                </a:cubicBezTo>
                <a:lnTo>
                  <a:pt x="98474" y="28148"/>
                </a:lnTo>
                <a:cubicBezTo>
                  <a:pt x="9619" y="-1471"/>
                  <a:pt x="43725" y="12"/>
                  <a:pt x="0" y="12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5C8B210E-754B-227B-707C-F2DFDDE49B18}"/>
              </a:ext>
            </a:extLst>
          </p:cNvPr>
          <p:cNvSpPr/>
          <p:nvPr/>
        </p:nvSpPr>
        <p:spPr>
          <a:xfrm>
            <a:off x="12483188" y="8165429"/>
            <a:ext cx="2432700" cy="3584687"/>
          </a:xfrm>
          <a:custGeom>
            <a:avLst/>
            <a:gdLst>
              <a:gd name="connsiteX0" fmla="*/ 0 w 2715065"/>
              <a:gd name="connsiteY0" fmla="*/ 4000768 h 4000768"/>
              <a:gd name="connsiteX1" fmla="*/ 14068 w 2715065"/>
              <a:gd name="connsiteY1" fmla="*/ 3888226 h 4000768"/>
              <a:gd name="connsiteX2" fmla="*/ 56271 w 2715065"/>
              <a:gd name="connsiteY2" fmla="*/ 3789752 h 4000768"/>
              <a:gd name="connsiteX3" fmla="*/ 84407 w 2715065"/>
              <a:gd name="connsiteY3" fmla="*/ 3761617 h 4000768"/>
              <a:gd name="connsiteX4" fmla="*/ 140677 w 2715065"/>
              <a:gd name="connsiteY4" fmla="*/ 3620940 h 4000768"/>
              <a:gd name="connsiteX5" fmla="*/ 182880 w 2715065"/>
              <a:gd name="connsiteY5" fmla="*/ 3522466 h 4000768"/>
              <a:gd name="connsiteX6" fmla="*/ 295422 w 2715065"/>
              <a:gd name="connsiteY6" fmla="*/ 3367721 h 4000768"/>
              <a:gd name="connsiteX7" fmla="*/ 351693 w 2715065"/>
              <a:gd name="connsiteY7" fmla="*/ 3297383 h 4000768"/>
              <a:gd name="connsiteX8" fmla="*/ 365760 w 2715065"/>
              <a:gd name="connsiteY8" fmla="*/ 3255180 h 4000768"/>
              <a:gd name="connsiteX9" fmla="*/ 393896 w 2715065"/>
              <a:gd name="connsiteY9" fmla="*/ 3227044 h 4000768"/>
              <a:gd name="connsiteX10" fmla="*/ 422031 w 2715065"/>
              <a:gd name="connsiteY10" fmla="*/ 3184841 h 4000768"/>
              <a:gd name="connsiteX11" fmla="*/ 436099 w 2715065"/>
              <a:gd name="connsiteY11" fmla="*/ 3142638 h 4000768"/>
              <a:gd name="connsiteX12" fmla="*/ 464234 w 2715065"/>
              <a:gd name="connsiteY12" fmla="*/ 3100435 h 4000768"/>
              <a:gd name="connsiteX13" fmla="*/ 478302 w 2715065"/>
              <a:gd name="connsiteY13" fmla="*/ 3058232 h 4000768"/>
              <a:gd name="connsiteX14" fmla="*/ 534573 w 2715065"/>
              <a:gd name="connsiteY14" fmla="*/ 2973826 h 4000768"/>
              <a:gd name="connsiteX15" fmla="*/ 562708 w 2715065"/>
              <a:gd name="connsiteY15" fmla="*/ 2889420 h 4000768"/>
              <a:gd name="connsiteX16" fmla="*/ 576776 w 2715065"/>
              <a:gd name="connsiteY16" fmla="*/ 2847217 h 4000768"/>
              <a:gd name="connsiteX17" fmla="*/ 604911 w 2715065"/>
              <a:gd name="connsiteY17" fmla="*/ 2819081 h 4000768"/>
              <a:gd name="connsiteX18" fmla="*/ 618979 w 2715065"/>
              <a:gd name="connsiteY18" fmla="*/ 2762811 h 4000768"/>
              <a:gd name="connsiteX19" fmla="*/ 703385 w 2715065"/>
              <a:gd name="connsiteY19" fmla="*/ 2523660 h 4000768"/>
              <a:gd name="connsiteX20" fmla="*/ 815927 w 2715065"/>
              <a:gd name="connsiteY20" fmla="*/ 2256374 h 4000768"/>
              <a:gd name="connsiteX21" fmla="*/ 1069145 w 2715065"/>
              <a:gd name="connsiteY21" fmla="*/ 1876546 h 4000768"/>
              <a:gd name="connsiteX22" fmla="*/ 1139484 w 2715065"/>
              <a:gd name="connsiteY22" fmla="*/ 1735869 h 4000768"/>
              <a:gd name="connsiteX23" fmla="*/ 1322364 w 2715065"/>
              <a:gd name="connsiteY23" fmla="*/ 1440448 h 4000768"/>
              <a:gd name="connsiteX24" fmla="*/ 1406770 w 2715065"/>
              <a:gd name="connsiteY24" fmla="*/ 1257568 h 4000768"/>
              <a:gd name="connsiteX25" fmla="*/ 1434905 w 2715065"/>
              <a:gd name="connsiteY25" fmla="*/ 1229432 h 4000768"/>
              <a:gd name="connsiteX26" fmla="*/ 1589650 w 2715065"/>
              <a:gd name="connsiteY26" fmla="*/ 976214 h 4000768"/>
              <a:gd name="connsiteX27" fmla="*/ 1730327 w 2715065"/>
              <a:gd name="connsiteY27" fmla="*/ 807401 h 4000768"/>
              <a:gd name="connsiteX28" fmla="*/ 1842868 w 2715065"/>
              <a:gd name="connsiteY28" fmla="*/ 610454 h 4000768"/>
              <a:gd name="connsiteX29" fmla="*/ 1871004 w 2715065"/>
              <a:gd name="connsiteY29" fmla="*/ 540115 h 4000768"/>
              <a:gd name="connsiteX30" fmla="*/ 1997613 w 2715065"/>
              <a:gd name="connsiteY30" fmla="*/ 371303 h 4000768"/>
              <a:gd name="connsiteX31" fmla="*/ 2025748 w 2715065"/>
              <a:gd name="connsiteY31" fmla="*/ 329100 h 4000768"/>
              <a:gd name="connsiteX32" fmla="*/ 2053884 w 2715065"/>
              <a:gd name="connsiteY32" fmla="*/ 300964 h 4000768"/>
              <a:gd name="connsiteX33" fmla="*/ 2138290 w 2715065"/>
              <a:gd name="connsiteY33" fmla="*/ 188423 h 4000768"/>
              <a:gd name="connsiteX34" fmla="*/ 2180493 w 2715065"/>
              <a:gd name="connsiteY34" fmla="*/ 160288 h 4000768"/>
              <a:gd name="connsiteX35" fmla="*/ 2208628 w 2715065"/>
              <a:gd name="connsiteY35" fmla="*/ 132152 h 4000768"/>
              <a:gd name="connsiteX36" fmla="*/ 2293034 w 2715065"/>
              <a:gd name="connsiteY36" fmla="*/ 104017 h 4000768"/>
              <a:gd name="connsiteX37" fmla="*/ 2335237 w 2715065"/>
              <a:gd name="connsiteY37" fmla="*/ 89949 h 4000768"/>
              <a:gd name="connsiteX38" fmla="*/ 2447779 w 2715065"/>
              <a:gd name="connsiteY38" fmla="*/ 33678 h 4000768"/>
              <a:gd name="connsiteX39" fmla="*/ 2489982 w 2715065"/>
              <a:gd name="connsiteY39" fmla="*/ 19611 h 4000768"/>
              <a:gd name="connsiteX40" fmla="*/ 2715065 w 2715065"/>
              <a:gd name="connsiteY40" fmla="*/ 5543 h 40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715065" h="4000768">
                <a:moveTo>
                  <a:pt x="0" y="4000768"/>
                </a:moveTo>
                <a:cubicBezTo>
                  <a:pt x="4689" y="3963254"/>
                  <a:pt x="7305" y="3925422"/>
                  <a:pt x="14068" y="3888226"/>
                </a:cubicBezTo>
                <a:cubicBezTo>
                  <a:pt x="18757" y="3862437"/>
                  <a:pt x="44147" y="3807938"/>
                  <a:pt x="56271" y="3789752"/>
                </a:cubicBezTo>
                <a:cubicBezTo>
                  <a:pt x="63628" y="3778716"/>
                  <a:pt x="75028" y="3770995"/>
                  <a:pt x="84407" y="3761617"/>
                </a:cubicBezTo>
                <a:cubicBezTo>
                  <a:pt x="148443" y="3569508"/>
                  <a:pt x="78583" y="3765827"/>
                  <a:pt x="140677" y="3620940"/>
                </a:cubicBezTo>
                <a:cubicBezTo>
                  <a:pt x="174493" y="3542036"/>
                  <a:pt x="129564" y="3615768"/>
                  <a:pt x="182880" y="3522466"/>
                </a:cubicBezTo>
                <a:cubicBezTo>
                  <a:pt x="205599" y="3482708"/>
                  <a:pt x="288039" y="3378796"/>
                  <a:pt x="295422" y="3367721"/>
                </a:cubicBezTo>
                <a:cubicBezTo>
                  <a:pt x="330914" y="3314482"/>
                  <a:pt x="311602" y="3337473"/>
                  <a:pt x="351693" y="3297383"/>
                </a:cubicBezTo>
                <a:cubicBezTo>
                  <a:pt x="356382" y="3283315"/>
                  <a:pt x="358131" y="3267895"/>
                  <a:pt x="365760" y="3255180"/>
                </a:cubicBezTo>
                <a:cubicBezTo>
                  <a:pt x="372584" y="3243807"/>
                  <a:pt x="385610" y="3237401"/>
                  <a:pt x="393896" y="3227044"/>
                </a:cubicBezTo>
                <a:cubicBezTo>
                  <a:pt x="404458" y="3213842"/>
                  <a:pt x="414470" y="3199963"/>
                  <a:pt x="422031" y="3184841"/>
                </a:cubicBezTo>
                <a:cubicBezTo>
                  <a:pt x="428663" y="3171578"/>
                  <a:pt x="429467" y="3155901"/>
                  <a:pt x="436099" y="3142638"/>
                </a:cubicBezTo>
                <a:cubicBezTo>
                  <a:pt x="443660" y="3127516"/>
                  <a:pt x="456673" y="3115557"/>
                  <a:pt x="464234" y="3100435"/>
                </a:cubicBezTo>
                <a:cubicBezTo>
                  <a:pt x="470866" y="3087172"/>
                  <a:pt x="471101" y="3071195"/>
                  <a:pt x="478302" y="3058232"/>
                </a:cubicBezTo>
                <a:cubicBezTo>
                  <a:pt x="494724" y="3028673"/>
                  <a:pt x="534573" y="2973826"/>
                  <a:pt x="534573" y="2973826"/>
                </a:cubicBezTo>
                <a:lnTo>
                  <a:pt x="562708" y="2889420"/>
                </a:lnTo>
                <a:cubicBezTo>
                  <a:pt x="567397" y="2875352"/>
                  <a:pt x="566291" y="2857703"/>
                  <a:pt x="576776" y="2847217"/>
                </a:cubicBezTo>
                <a:lnTo>
                  <a:pt x="604911" y="2819081"/>
                </a:lnTo>
                <a:cubicBezTo>
                  <a:pt x="609600" y="2800324"/>
                  <a:pt x="613293" y="2781290"/>
                  <a:pt x="618979" y="2762811"/>
                </a:cubicBezTo>
                <a:cubicBezTo>
                  <a:pt x="639487" y="2696161"/>
                  <a:pt x="676511" y="2589623"/>
                  <a:pt x="703385" y="2523660"/>
                </a:cubicBezTo>
                <a:cubicBezTo>
                  <a:pt x="739859" y="2434134"/>
                  <a:pt x="768359" y="2340532"/>
                  <a:pt x="815927" y="2256374"/>
                </a:cubicBezTo>
                <a:cubicBezTo>
                  <a:pt x="890801" y="2123904"/>
                  <a:pt x="988812" y="2005778"/>
                  <a:pt x="1069145" y="1876546"/>
                </a:cubicBezTo>
                <a:cubicBezTo>
                  <a:pt x="1096823" y="1832020"/>
                  <a:pt x="1113158" y="1781208"/>
                  <a:pt x="1139484" y="1735869"/>
                </a:cubicBezTo>
                <a:cubicBezTo>
                  <a:pt x="1197639" y="1635713"/>
                  <a:pt x="1262778" y="1539759"/>
                  <a:pt x="1322364" y="1440448"/>
                </a:cubicBezTo>
                <a:cubicBezTo>
                  <a:pt x="1347110" y="1399205"/>
                  <a:pt x="1394931" y="1279273"/>
                  <a:pt x="1406770" y="1257568"/>
                </a:cubicBezTo>
                <a:cubicBezTo>
                  <a:pt x="1413121" y="1245924"/>
                  <a:pt x="1427677" y="1240552"/>
                  <a:pt x="1434905" y="1229432"/>
                </a:cubicBezTo>
                <a:cubicBezTo>
                  <a:pt x="1488815" y="1146494"/>
                  <a:pt x="1526323" y="1052206"/>
                  <a:pt x="1589650" y="976214"/>
                </a:cubicBezTo>
                <a:cubicBezTo>
                  <a:pt x="1636542" y="919943"/>
                  <a:pt x="1686378" y="866000"/>
                  <a:pt x="1730327" y="807401"/>
                </a:cubicBezTo>
                <a:cubicBezTo>
                  <a:pt x="1770448" y="753906"/>
                  <a:pt x="1814223" y="673474"/>
                  <a:pt x="1842868" y="610454"/>
                </a:cubicBezTo>
                <a:cubicBezTo>
                  <a:pt x="1853318" y="587465"/>
                  <a:pt x="1858012" y="561769"/>
                  <a:pt x="1871004" y="540115"/>
                </a:cubicBezTo>
                <a:cubicBezTo>
                  <a:pt x="2094138" y="168224"/>
                  <a:pt x="1901879" y="490970"/>
                  <a:pt x="1997613" y="371303"/>
                </a:cubicBezTo>
                <a:cubicBezTo>
                  <a:pt x="2008175" y="358101"/>
                  <a:pt x="2015186" y="342302"/>
                  <a:pt x="2025748" y="329100"/>
                </a:cubicBezTo>
                <a:cubicBezTo>
                  <a:pt x="2034034" y="318743"/>
                  <a:pt x="2045926" y="311575"/>
                  <a:pt x="2053884" y="300964"/>
                </a:cubicBezTo>
                <a:cubicBezTo>
                  <a:pt x="2087642" y="255953"/>
                  <a:pt x="2097959" y="220687"/>
                  <a:pt x="2138290" y="188423"/>
                </a:cubicBezTo>
                <a:cubicBezTo>
                  <a:pt x="2151492" y="177861"/>
                  <a:pt x="2167291" y="170850"/>
                  <a:pt x="2180493" y="160288"/>
                </a:cubicBezTo>
                <a:cubicBezTo>
                  <a:pt x="2190850" y="152002"/>
                  <a:pt x="2196765" y="138084"/>
                  <a:pt x="2208628" y="132152"/>
                </a:cubicBezTo>
                <a:cubicBezTo>
                  <a:pt x="2235154" y="118889"/>
                  <a:pt x="2264899" y="113395"/>
                  <a:pt x="2293034" y="104017"/>
                </a:cubicBezTo>
                <a:lnTo>
                  <a:pt x="2335237" y="89949"/>
                </a:lnTo>
                <a:cubicBezTo>
                  <a:pt x="2384344" y="40844"/>
                  <a:pt x="2350792" y="66007"/>
                  <a:pt x="2447779" y="33678"/>
                </a:cubicBezTo>
                <a:lnTo>
                  <a:pt x="2489982" y="19611"/>
                </a:lnTo>
                <a:cubicBezTo>
                  <a:pt x="2590020" y="-13735"/>
                  <a:pt x="2517342" y="5543"/>
                  <a:pt x="2715065" y="5543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CBB2F5-8CD1-6109-728A-507900C7060F}"/>
                  </a:ext>
                </a:extLst>
              </p:cNvPr>
              <p:cNvSpPr txBox="1"/>
              <p:nvPr/>
            </p:nvSpPr>
            <p:spPr>
              <a:xfrm>
                <a:off x="7238930" y="7735498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CBB2F5-8CD1-6109-728A-507900C70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930" y="7735498"/>
                <a:ext cx="896111" cy="47846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0E3AE2CA-629F-EDB7-2F51-0C1692BCC7FB}"/>
                  </a:ext>
                </a:extLst>
              </p:cNvPr>
              <p:cNvSpPr txBox="1"/>
              <p:nvPr/>
            </p:nvSpPr>
            <p:spPr>
              <a:xfrm>
                <a:off x="14110154" y="782461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0E3AE2CA-629F-EDB7-2F51-0C1692BCC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0154" y="7824616"/>
                <a:ext cx="896111" cy="47846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288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354A6AB-1D73-073D-EF8B-AAEC8AD8A1F0}"/>
              </a:ext>
            </a:extLst>
          </p:cNvPr>
          <p:cNvGrpSpPr/>
          <p:nvPr/>
        </p:nvGrpSpPr>
        <p:grpSpPr>
          <a:xfrm>
            <a:off x="20579469" y="10242367"/>
            <a:ext cx="6929105" cy="5182319"/>
            <a:chOff x="16497732" y="9281963"/>
            <a:chExt cx="8661380" cy="6477896"/>
          </a:xfrm>
        </p:grpSpPr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33525579-70FF-D592-4352-1AC1614401FF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CB66CC0B-A1B0-4E4F-4CF9-ED79599185C1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3567C5BA-A3CE-F2D9-C5D0-6DBBF257B6CE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3567C5BA-A3CE-F2D9-C5D0-6DBBF257B6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6" name="TextBox 175">
                    <a:extLst>
                      <a:ext uri="{FF2B5EF4-FFF2-40B4-BE49-F238E27FC236}">
                        <a16:creationId xmlns:a16="http://schemas.microsoft.com/office/drawing/2014/main" id="{75B7DB99-1EA9-D62A-5A01-E88586C0B2C7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6" name="TextBox 175">
                    <a:extLst>
                      <a:ext uri="{FF2B5EF4-FFF2-40B4-BE49-F238E27FC236}">
                        <a16:creationId xmlns:a16="http://schemas.microsoft.com/office/drawing/2014/main" id="{75B7DB99-1EA9-D62A-5A01-E88586C0B2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1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22491D60-A61C-337D-7038-9825C21869A5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22491D60-A61C-337D-7038-9825C21869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8" name="TextBox 177">
                    <a:extLst>
                      <a:ext uri="{FF2B5EF4-FFF2-40B4-BE49-F238E27FC236}">
                        <a16:creationId xmlns:a16="http://schemas.microsoft.com/office/drawing/2014/main" id="{EC44A9B8-FDA6-26E0-56D6-8E2FEDDB99F4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8" name="TextBox 177">
                    <a:extLst>
                      <a:ext uri="{FF2B5EF4-FFF2-40B4-BE49-F238E27FC236}">
                        <a16:creationId xmlns:a16="http://schemas.microsoft.com/office/drawing/2014/main" id="{EC44A9B8-FDA6-26E0-56D6-8E2FEDDB99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E7B8A597-C96E-33EF-1F45-38633B6BC4E7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E7B8A597-C96E-33EF-1F45-38633B6BC4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C9E2ACF2-AFE9-3262-6129-E5CFD913D420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C9E2ACF2-AFE9-3262-6129-E5CFD913D4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1" name="TextBox 180">
                    <a:extLst>
                      <a:ext uri="{FF2B5EF4-FFF2-40B4-BE49-F238E27FC236}">
                        <a16:creationId xmlns:a16="http://schemas.microsoft.com/office/drawing/2014/main" id="{3ED61C16-EC9B-766C-4E0E-776BB7AFED46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1" name="TextBox 180">
                    <a:extLst>
                      <a:ext uri="{FF2B5EF4-FFF2-40B4-BE49-F238E27FC236}">
                        <a16:creationId xmlns:a16="http://schemas.microsoft.com/office/drawing/2014/main" id="{3ED61C16-EC9B-766C-4E0E-776BB7AFED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737C30E6-52A9-1D5F-91A3-53154DBD9A57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737C30E6-52A9-1D5F-91A3-53154DBD9A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3" name="TextBox 182">
                    <a:extLst>
                      <a:ext uri="{FF2B5EF4-FFF2-40B4-BE49-F238E27FC236}">
                        <a16:creationId xmlns:a16="http://schemas.microsoft.com/office/drawing/2014/main" id="{F835C3AF-DB30-5FCA-FEF3-D6B0CA20754C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3" name="TextBox 182">
                    <a:extLst>
                      <a:ext uri="{FF2B5EF4-FFF2-40B4-BE49-F238E27FC236}">
                        <a16:creationId xmlns:a16="http://schemas.microsoft.com/office/drawing/2014/main" id="{F835C3AF-DB30-5FCA-FEF3-D6B0CA2075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4" name="TextBox 183">
                    <a:extLst>
                      <a:ext uri="{FF2B5EF4-FFF2-40B4-BE49-F238E27FC236}">
                        <a16:creationId xmlns:a16="http://schemas.microsoft.com/office/drawing/2014/main" id="{DDA80978-7801-3546-66E5-DBBB34CE26D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4" name="TextBox 183">
                    <a:extLst>
                      <a:ext uri="{FF2B5EF4-FFF2-40B4-BE49-F238E27FC236}">
                        <a16:creationId xmlns:a16="http://schemas.microsoft.com/office/drawing/2014/main" id="{DDA80978-7801-3546-66E5-DBBB34CE26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5" name="TextBox 184">
                    <a:extLst>
                      <a:ext uri="{FF2B5EF4-FFF2-40B4-BE49-F238E27FC236}">
                        <a16:creationId xmlns:a16="http://schemas.microsoft.com/office/drawing/2014/main" id="{0D9A1F28-3CBA-8F60-5800-116FBA745369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5" name="TextBox 184">
                    <a:extLst>
                      <a:ext uri="{FF2B5EF4-FFF2-40B4-BE49-F238E27FC236}">
                        <a16:creationId xmlns:a16="http://schemas.microsoft.com/office/drawing/2014/main" id="{0D9A1F28-3CBA-8F60-5800-116FBA7453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F92B9362-35DC-2C5B-07F2-1C47C20F80C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F92B9362-35DC-2C5B-07F2-1C47C20F80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7" name="TextBox 186">
                    <a:extLst>
                      <a:ext uri="{FF2B5EF4-FFF2-40B4-BE49-F238E27FC236}">
                        <a16:creationId xmlns:a16="http://schemas.microsoft.com/office/drawing/2014/main" id="{A4EBDF9D-6412-1119-05C9-474B8DF7AC49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7" name="TextBox 186">
                    <a:extLst>
                      <a:ext uri="{FF2B5EF4-FFF2-40B4-BE49-F238E27FC236}">
                        <a16:creationId xmlns:a16="http://schemas.microsoft.com/office/drawing/2014/main" id="{A4EBDF9D-6412-1119-05C9-474B8DF7AC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8" name="Straight Connector 187">
                <a:extLst>
                  <a:ext uri="{FF2B5EF4-FFF2-40B4-BE49-F238E27FC236}">
                    <a16:creationId xmlns:a16="http://schemas.microsoft.com/office/drawing/2014/main" id="{44FCB05D-C385-4D8A-3AEF-4207A2D07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>
                <a:extLst>
                  <a:ext uri="{FF2B5EF4-FFF2-40B4-BE49-F238E27FC236}">
                    <a16:creationId xmlns:a16="http://schemas.microsoft.com/office/drawing/2014/main" id="{AF3019E9-1B61-4440-3C14-892E8875C2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>
                <a:extLst>
                  <a:ext uri="{FF2B5EF4-FFF2-40B4-BE49-F238E27FC236}">
                    <a16:creationId xmlns:a16="http://schemas.microsoft.com/office/drawing/2014/main" id="{9BEE7B38-BBAB-EB97-DA9F-29FB18D955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Straight Connector 190">
                <a:extLst>
                  <a:ext uri="{FF2B5EF4-FFF2-40B4-BE49-F238E27FC236}">
                    <a16:creationId xmlns:a16="http://schemas.microsoft.com/office/drawing/2014/main" id="{105BBFA4-952E-9B7F-ADB3-A3FB13883F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4039F2AF-D80C-4168-FE9E-5F9F7A81D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53E3495C-AD11-5CF5-C160-FA8146DA7E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D10CD220-5CC1-3756-0C3E-F7B3136D3E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7EDF2AD7-2962-26A2-609E-1071D52E9AA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59703ECD-E552-4AC8-C7F2-D6A716737F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6715011E-849C-651C-F9F7-A1BEBD2C9A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C3A5F4AE-F51A-DCC0-BA1C-F8458C58AC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5C4F2A5B-40AC-04F5-D416-971B2279A7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358C4FD1-5950-52F3-AD4B-7BCAC768B0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53D52FAB-D407-13FC-AC2C-A80F77ABAF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337B7697-98F5-392E-658B-4ABB5BD4F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F3B8C2CE-D2E2-462D-EEC2-48559700B6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8AF58E81-4939-117C-FF72-D721426B5A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>
                <a:extLst>
                  <a:ext uri="{FF2B5EF4-FFF2-40B4-BE49-F238E27FC236}">
                    <a16:creationId xmlns:a16="http://schemas.microsoft.com/office/drawing/2014/main" id="{5BBFA8B1-1441-08D6-B2B5-AA90E622D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6E7EBE89-7691-90C4-C5DB-7578EF4E0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ACCC7E61-1A70-EAD2-4AB3-34CB918B0F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B09E8324-A5E4-084A-3123-135B8F18A0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Straight Connector 208">
                <a:extLst>
                  <a:ext uri="{FF2B5EF4-FFF2-40B4-BE49-F238E27FC236}">
                    <a16:creationId xmlns:a16="http://schemas.microsoft.com/office/drawing/2014/main" id="{EB0532F9-91DD-4EEB-8854-9F1DA0292A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A53E7354-B9EE-8296-19E7-D81F725523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>
                <a:extLst>
                  <a:ext uri="{FF2B5EF4-FFF2-40B4-BE49-F238E27FC236}">
                    <a16:creationId xmlns:a16="http://schemas.microsoft.com/office/drawing/2014/main" id="{5D6461FD-AA9E-AE11-6788-070D8820DB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B4D8BDD3-764F-A47B-DF07-BF3D3B48FC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Straight Connector 212">
                <a:extLst>
                  <a:ext uri="{FF2B5EF4-FFF2-40B4-BE49-F238E27FC236}">
                    <a16:creationId xmlns:a16="http://schemas.microsoft.com/office/drawing/2014/main" id="{BA184C7F-E253-997C-C1F2-931DBCCA2F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0302184-F1E6-BEA9-4936-03094794B1CA}"/>
              </a:ext>
            </a:extLst>
          </p:cNvPr>
          <p:cNvSpPr/>
          <p:nvPr/>
        </p:nvSpPr>
        <p:spPr>
          <a:xfrm>
            <a:off x="18564087" y="13014774"/>
            <a:ext cx="671680" cy="316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2E7CB69-E63D-E43B-0EBF-95162505F9B9}"/>
              </a:ext>
            </a:extLst>
          </p:cNvPr>
          <p:cNvSpPr/>
          <p:nvPr/>
        </p:nvSpPr>
        <p:spPr>
          <a:xfrm>
            <a:off x="17385712" y="1159045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F246F70-6BB3-EE18-C347-4691C8B24302}"/>
              </a:ext>
            </a:extLst>
          </p:cNvPr>
          <p:cNvCxnSpPr>
            <a:cxnSpLocks/>
          </p:cNvCxnSpPr>
          <p:nvPr/>
        </p:nvCxnSpPr>
        <p:spPr>
          <a:xfrm>
            <a:off x="17482381" y="11657911"/>
            <a:ext cx="0" cy="354710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456C7E-EEAD-7E53-C7E1-F86E6DB06ED9}"/>
              </a:ext>
            </a:extLst>
          </p:cNvPr>
          <p:cNvCxnSpPr>
            <a:cxnSpLocks/>
          </p:cNvCxnSpPr>
          <p:nvPr/>
        </p:nvCxnSpPr>
        <p:spPr>
          <a:xfrm>
            <a:off x="15260087" y="13105564"/>
            <a:ext cx="0" cy="34736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/>
              <p:nvPr/>
            </p:nvSpPr>
            <p:spPr>
              <a:xfrm>
                <a:off x="15367698" y="12984133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C2EF93-4368-7410-F455-F74A027DE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7698" y="12984133"/>
                <a:ext cx="568909" cy="47846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/>
              <p:nvPr/>
            </p:nvSpPr>
            <p:spPr>
              <a:xfrm>
                <a:off x="17163326" y="11366461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760093-A7C8-01AA-ACE8-B1C91C80A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3326" y="11366461"/>
                <a:ext cx="896111" cy="478464"/>
              </a:xfrm>
              <a:prstGeom prst="rect">
                <a:avLst/>
              </a:prstGeom>
              <a:blipFill>
                <a:blip r:embed="rId1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/>
              <p:nvPr/>
            </p:nvSpPr>
            <p:spPr>
              <a:xfrm>
                <a:off x="15818536" y="11042372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6B0E1DE-7E62-2519-7129-75EAE1175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536" y="11042372"/>
                <a:ext cx="896111" cy="47846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/>
              <p:nvPr/>
            </p:nvSpPr>
            <p:spPr>
              <a:xfrm>
                <a:off x="13606636" y="15338710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+(2 −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67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B3CA9D-3E3E-B129-7849-00EA0B740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6636" y="15338710"/>
                <a:ext cx="5728691" cy="533544"/>
              </a:xfrm>
              <a:prstGeom prst="rect">
                <a:avLst/>
              </a:prstGeom>
              <a:blipFill>
                <a:blip r:embed="rId18"/>
                <a:stretch>
                  <a:fillRect b="-2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/>
              <p:nvPr/>
            </p:nvSpPr>
            <p:spPr>
              <a:xfrm>
                <a:off x="14693759" y="15964340"/>
                <a:ext cx="4172975" cy="717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3490C07-2509-5D48-D800-4ADA802E0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3759" y="15964340"/>
                <a:ext cx="4172975" cy="717248"/>
              </a:xfrm>
              <a:prstGeom prst="rect">
                <a:avLst/>
              </a:prstGeom>
              <a:blipFill>
                <a:blip r:embed="rId19"/>
                <a:stretch>
                  <a:fillRect l="-60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7">
            <a:extLst>
              <a:ext uri="{FF2B5EF4-FFF2-40B4-BE49-F238E27FC236}">
                <a16:creationId xmlns:a16="http://schemas.microsoft.com/office/drawing/2014/main" id="{6B898B92-2654-349A-FF30-36E325A7506E}"/>
              </a:ext>
            </a:extLst>
          </p:cNvPr>
          <p:cNvSpPr/>
          <p:nvPr/>
        </p:nvSpPr>
        <p:spPr>
          <a:xfrm>
            <a:off x="14290216" y="13110322"/>
            <a:ext cx="932745" cy="1752047"/>
          </a:xfrm>
          <a:custGeom>
            <a:avLst/>
            <a:gdLst>
              <a:gd name="connsiteX0" fmla="*/ 0 w 1041009"/>
              <a:gd name="connsiteY0" fmla="*/ 1955409 h 1955409"/>
              <a:gd name="connsiteX1" fmla="*/ 14067 w 1041009"/>
              <a:gd name="connsiteY1" fmla="*/ 1856935 h 1955409"/>
              <a:gd name="connsiteX2" fmla="*/ 42203 w 1041009"/>
              <a:gd name="connsiteY2" fmla="*/ 1814732 h 1955409"/>
              <a:gd name="connsiteX3" fmla="*/ 84406 w 1041009"/>
              <a:gd name="connsiteY3" fmla="*/ 1730326 h 1955409"/>
              <a:gd name="connsiteX4" fmla="*/ 112541 w 1041009"/>
              <a:gd name="connsiteY4" fmla="*/ 1645920 h 1955409"/>
              <a:gd name="connsiteX5" fmla="*/ 126609 w 1041009"/>
              <a:gd name="connsiteY5" fmla="*/ 1603717 h 1955409"/>
              <a:gd name="connsiteX6" fmla="*/ 182880 w 1041009"/>
              <a:gd name="connsiteY6" fmla="*/ 1477107 h 1955409"/>
              <a:gd name="connsiteX7" fmla="*/ 211015 w 1041009"/>
              <a:gd name="connsiteY7" fmla="*/ 1392701 h 1955409"/>
              <a:gd name="connsiteX8" fmla="*/ 281353 w 1041009"/>
              <a:gd name="connsiteY8" fmla="*/ 1308295 h 1955409"/>
              <a:gd name="connsiteX9" fmla="*/ 337624 w 1041009"/>
              <a:gd name="connsiteY9" fmla="*/ 1252024 h 1955409"/>
              <a:gd name="connsiteX10" fmla="*/ 365760 w 1041009"/>
              <a:gd name="connsiteY10" fmla="*/ 1223889 h 1955409"/>
              <a:gd name="connsiteX11" fmla="*/ 450166 w 1041009"/>
              <a:gd name="connsiteY11" fmla="*/ 1111347 h 1955409"/>
              <a:gd name="connsiteX12" fmla="*/ 478301 w 1041009"/>
              <a:gd name="connsiteY12" fmla="*/ 1069144 h 1955409"/>
              <a:gd name="connsiteX13" fmla="*/ 520504 w 1041009"/>
              <a:gd name="connsiteY13" fmla="*/ 970670 h 1955409"/>
              <a:gd name="connsiteX14" fmla="*/ 576775 w 1041009"/>
              <a:gd name="connsiteY14" fmla="*/ 886264 h 1955409"/>
              <a:gd name="connsiteX15" fmla="*/ 618978 w 1041009"/>
              <a:gd name="connsiteY15" fmla="*/ 858129 h 1955409"/>
              <a:gd name="connsiteX16" fmla="*/ 633046 w 1041009"/>
              <a:gd name="connsiteY16" fmla="*/ 815926 h 1955409"/>
              <a:gd name="connsiteX17" fmla="*/ 661181 w 1041009"/>
              <a:gd name="connsiteY17" fmla="*/ 787790 h 1955409"/>
              <a:gd name="connsiteX18" fmla="*/ 689317 w 1041009"/>
              <a:gd name="connsiteY18" fmla="*/ 703384 h 1955409"/>
              <a:gd name="connsiteX19" fmla="*/ 717452 w 1041009"/>
              <a:gd name="connsiteY19" fmla="*/ 618978 h 1955409"/>
              <a:gd name="connsiteX20" fmla="*/ 731520 w 1041009"/>
              <a:gd name="connsiteY20" fmla="*/ 576775 h 1955409"/>
              <a:gd name="connsiteX21" fmla="*/ 773723 w 1041009"/>
              <a:gd name="connsiteY21" fmla="*/ 492369 h 1955409"/>
              <a:gd name="connsiteX22" fmla="*/ 815926 w 1041009"/>
              <a:gd name="connsiteY22" fmla="*/ 351692 h 1955409"/>
              <a:gd name="connsiteX23" fmla="*/ 886264 w 1041009"/>
              <a:gd name="connsiteY23" fmla="*/ 295421 h 1955409"/>
              <a:gd name="connsiteX24" fmla="*/ 928467 w 1041009"/>
              <a:gd name="connsiteY24" fmla="*/ 211015 h 1955409"/>
              <a:gd name="connsiteX25" fmla="*/ 984738 w 1041009"/>
              <a:gd name="connsiteY25" fmla="*/ 140677 h 1955409"/>
              <a:gd name="connsiteX26" fmla="*/ 1012873 w 1041009"/>
              <a:gd name="connsiteY26" fmla="*/ 56270 h 1955409"/>
              <a:gd name="connsiteX27" fmla="*/ 1041009 w 1041009"/>
              <a:gd name="connsiteY27" fmla="*/ 0 h 195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41009" h="1955409">
                <a:moveTo>
                  <a:pt x="0" y="1955409"/>
                </a:moveTo>
                <a:cubicBezTo>
                  <a:pt x="4689" y="1922584"/>
                  <a:pt x="4539" y="1888695"/>
                  <a:pt x="14067" y="1856935"/>
                </a:cubicBezTo>
                <a:cubicBezTo>
                  <a:pt x="18925" y="1840741"/>
                  <a:pt x="34642" y="1829854"/>
                  <a:pt x="42203" y="1814732"/>
                </a:cubicBezTo>
                <a:cubicBezTo>
                  <a:pt x="100446" y="1698246"/>
                  <a:pt x="3772" y="1851275"/>
                  <a:pt x="84406" y="1730326"/>
                </a:cubicBezTo>
                <a:lnTo>
                  <a:pt x="112541" y="1645920"/>
                </a:lnTo>
                <a:cubicBezTo>
                  <a:pt x="117230" y="1631852"/>
                  <a:pt x="118384" y="1616055"/>
                  <a:pt x="126609" y="1603717"/>
                </a:cubicBezTo>
                <a:cubicBezTo>
                  <a:pt x="171194" y="1536838"/>
                  <a:pt x="149399" y="1577552"/>
                  <a:pt x="182880" y="1477107"/>
                </a:cubicBezTo>
                <a:lnTo>
                  <a:pt x="211015" y="1392701"/>
                </a:lnTo>
                <a:cubicBezTo>
                  <a:pt x="357359" y="1246357"/>
                  <a:pt x="163840" y="1445394"/>
                  <a:pt x="281353" y="1308295"/>
                </a:cubicBezTo>
                <a:cubicBezTo>
                  <a:pt x="298616" y="1288155"/>
                  <a:pt x="318867" y="1270781"/>
                  <a:pt x="337624" y="1252024"/>
                </a:cubicBezTo>
                <a:cubicBezTo>
                  <a:pt x="347003" y="1242646"/>
                  <a:pt x="357802" y="1234500"/>
                  <a:pt x="365760" y="1223889"/>
                </a:cubicBezTo>
                <a:cubicBezTo>
                  <a:pt x="393895" y="1186375"/>
                  <a:pt x="424155" y="1150364"/>
                  <a:pt x="450166" y="1111347"/>
                </a:cubicBezTo>
                <a:cubicBezTo>
                  <a:pt x="459544" y="1097279"/>
                  <a:pt x="470740" y="1084266"/>
                  <a:pt x="478301" y="1069144"/>
                </a:cubicBezTo>
                <a:cubicBezTo>
                  <a:pt x="536510" y="952726"/>
                  <a:pt x="432691" y="1117025"/>
                  <a:pt x="520504" y="970670"/>
                </a:cubicBezTo>
                <a:cubicBezTo>
                  <a:pt x="537901" y="941674"/>
                  <a:pt x="548640" y="905021"/>
                  <a:pt x="576775" y="886264"/>
                </a:cubicBezTo>
                <a:lnTo>
                  <a:pt x="618978" y="858129"/>
                </a:lnTo>
                <a:cubicBezTo>
                  <a:pt x="623667" y="844061"/>
                  <a:pt x="625417" y="828642"/>
                  <a:pt x="633046" y="815926"/>
                </a:cubicBezTo>
                <a:cubicBezTo>
                  <a:pt x="639870" y="804553"/>
                  <a:pt x="655250" y="799653"/>
                  <a:pt x="661181" y="787790"/>
                </a:cubicBezTo>
                <a:cubicBezTo>
                  <a:pt x="674444" y="761264"/>
                  <a:pt x="679939" y="731519"/>
                  <a:pt x="689317" y="703384"/>
                </a:cubicBezTo>
                <a:lnTo>
                  <a:pt x="717452" y="618978"/>
                </a:lnTo>
                <a:cubicBezTo>
                  <a:pt x="722141" y="604910"/>
                  <a:pt x="723295" y="589113"/>
                  <a:pt x="731520" y="576775"/>
                </a:cubicBezTo>
                <a:cubicBezTo>
                  <a:pt x="762345" y="530537"/>
                  <a:pt x="759163" y="543329"/>
                  <a:pt x="773723" y="492369"/>
                </a:cubicBezTo>
                <a:cubicBezTo>
                  <a:pt x="780348" y="469180"/>
                  <a:pt x="804124" y="359560"/>
                  <a:pt x="815926" y="351692"/>
                </a:cubicBezTo>
                <a:cubicBezTo>
                  <a:pt x="869165" y="316200"/>
                  <a:pt x="846174" y="335512"/>
                  <a:pt x="886264" y="295421"/>
                </a:cubicBezTo>
                <a:cubicBezTo>
                  <a:pt x="901122" y="250848"/>
                  <a:pt x="897302" y="249971"/>
                  <a:pt x="928467" y="211015"/>
                </a:cubicBezTo>
                <a:cubicBezTo>
                  <a:pt x="957700" y="174474"/>
                  <a:pt x="963087" y="189392"/>
                  <a:pt x="984738" y="140677"/>
                </a:cubicBezTo>
                <a:cubicBezTo>
                  <a:pt x="996783" y="113576"/>
                  <a:pt x="1003495" y="84406"/>
                  <a:pt x="1012873" y="56270"/>
                </a:cubicBezTo>
                <a:cubicBezTo>
                  <a:pt x="1029037" y="7777"/>
                  <a:pt x="1016456" y="24552"/>
                  <a:pt x="104100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79AC119-EC76-2EC6-CD3B-E8A103C16AD4}"/>
              </a:ext>
            </a:extLst>
          </p:cNvPr>
          <p:cNvSpPr/>
          <p:nvPr/>
        </p:nvSpPr>
        <p:spPr>
          <a:xfrm>
            <a:off x="15317868" y="13116990"/>
            <a:ext cx="1031356" cy="1735074"/>
          </a:xfrm>
          <a:custGeom>
            <a:avLst/>
            <a:gdLst>
              <a:gd name="connsiteX0" fmla="*/ 0 w 1151069"/>
              <a:gd name="connsiteY0" fmla="*/ 0 h 1936464"/>
              <a:gd name="connsiteX1" fmla="*/ 75304 w 1151069"/>
              <a:gd name="connsiteY1" fmla="*/ 43031 h 1936464"/>
              <a:gd name="connsiteX2" fmla="*/ 107577 w 1151069"/>
              <a:gd name="connsiteY2" fmla="*/ 64546 h 1936464"/>
              <a:gd name="connsiteX3" fmla="*/ 139850 w 1151069"/>
              <a:gd name="connsiteY3" fmla="*/ 107577 h 1936464"/>
              <a:gd name="connsiteX4" fmla="*/ 225911 w 1151069"/>
              <a:gd name="connsiteY4" fmla="*/ 215153 h 1936464"/>
              <a:gd name="connsiteX5" fmla="*/ 236669 w 1151069"/>
              <a:gd name="connsiteY5" fmla="*/ 247426 h 1936464"/>
              <a:gd name="connsiteX6" fmla="*/ 268941 w 1151069"/>
              <a:gd name="connsiteY6" fmla="*/ 279699 h 1936464"/>
              <a:gd name="connsiteX7" fmla="*/ 301214 w 1151069"/>
              <a:gd name="connsiteY7" fmla="*/ 355003 h 1936464"/>
              <a:gd name="connsiteX8" fmla="*/ 322730 w 1151069"/>
              <a:gd name="connsiteY8" fmla="*/ 387276 h 1936464"/>
              <a:gd name="connsiteX9" fmla="*/ 333487 w 1151069"/>
              <a:gd name="connsiteY9" fmla="*/ 441064 h 1936464"/>
              <a:gd name="connsiteX10" fmla="*/ 344245 w 1151069"/>
              <a:gd name="connsiteY10" fmla="*/ 473337 h 1936464"/>
              <a:gd name="connsiteX11" fmla="*/ 376518 w 1151069"/>
              <a:gd name="connsiteY11" fmla="*/ 580913 h 1936464"/>
              <a:gd name="connsiteX12" fmla="*/ 387276 w 1151069"/>
              <a:gd name="connsiteY12" fmla="*/ 613186 h 1936464"/>
              <a:gd name="connsiteX13" fmla="*/ 408791 w 1151069"/>
              <a:gd name="connsiteY13" fmla="*/ 645459 h 1936464"/>
              <a:gd name="connsiteX14" fmla="*/ 430306 w 1151069"/>
              <a:gd name="connsiteY14" fmla="*/ 688490 h 1936464"/>
              <a:gd name="connsiteX15" fmla="*/ 462579 w 1151069"/>
              <a:gd name="connsiteY15" fmla="*/ 720763 h 1936464"/>
              <a:gd name="connsiteX16" fmla="*/ 505610 w 1151069"/>
              <a:gd name="connsiteY16" fmla="*/ 774551 h 1936464"/>
              <a:gd name="connsiteX17" fmla="*/ 548640 w 1151069"/>
              <a:gd name="connsiteY17" fmla="*/ 806824 h 1936464"/>
              <a:gd name="connsiteX18" fmla="*/ 602429 w 1151069"/>
              <a:gd name="connsiteY18" fmla="*/ 860612 h 1936464"/>
              <a:gd name="connsiteX19" fmla="*/ 677732 w 1151069"/>
              <a:gd name="connsiteY19" fmla="*/ 957431 h 1936464"/>
              <a:gd name="connsiteX20" fmla="*/ 699247 w 1151069"/>
              <a:gd name="connsiteY20" fmla="*/ 1000461 h 1936464"/>
              <a:gd name="connsiteX21" fmla="*/ 710005 w 1151069"/>
              <a:gd name="connsiteY21" fmla="*/ 1043492 h 1936464"/>
              <a:gd name="connsiteX22" fmla="*/ 731520 w 1151069"/>
              <a:gd name="connsiteY22" fmla="*/ 1097280 h 1936464"/>
              <a:gd name="connsiteX23" fmla="*/ 742278 w 1151069"/>
              <a:gd name="connsiteY23" fmla="*/ 1129553 h 1936464"/>
              <a:gd name="connsiteX24" fmla="*/ 763793 w 1151069"/>
              <a:gd name="connsiteY24" fmla="*/ 1172584 h 1936464"/>
              <a:gd name="connsiteX25" fmla="*/ 774551 w 1151069"/>
              <a:gd name="connsiteY25" fmla="*/ 1215614 h 1936464"/>
              <a:gd name="connsiteX26" fmla="*/ 796066 w 1151069"/>
              <a:gd name="connsiteY26" fmla="*/ 1258645 h 1936464"/>
              <a:gd name="connsiteX27" fmla="*/ 806824 w 1151069"/>
              <a:gd name="connsiteY27" fmla="*/ 1301676 h 1936464"/>
              <a:gd name="connsiteX28" fmla="*/ 828339 w 1151069"/>
              <a:gd name="connsiteY28" fmla="*/ 1366221 h 1936464"/>
              <a:gd name="connsiteX29" fmla="*/ 860612 w 1151069"/>
              <a:gd name="connsiteY29" fmla="*/ 1463040 h 1936464"/>
              <a:gd name="connsiteX30" fmla="*/ 871370 w 1151069"/>
              <a:gd name="connsiteY30" fmla="*/ 1495313 h 1936464"/>
              <a:gd name="connsiteX31" fmla="*/ 882127 w 1151069"/>
              <a:gd name="connsiteY31" fmla="*/ 1527586 h 1936464"/>
              <a:gd name="connsiteX32" fmla="*/ 935916 w 1151069"/>
              <a:gd name="connsiteY32" fmla="*/ 1592132 h 1936464"/>
              <a:gd name="connsiteX33" fmla="*/ 957431 w 1151069"/>
              <a:gd name="connsiteY33" fmla="*/ 1624405 h 1936464"/>
              <a:gd name="connsiteX34" fmla="*/ 989704 w 1151069"/>
              <a:gd name="connsiteY34" fmla="*/ 1656678 h 1936464"/>
              <a:gd name="connsiteX35" fmla="*/ 1032734 w 1151069"/>
              <a:gd name="connsiteY35" fmla="*/ 1721224 h 1936464"/>
              <a:gd name="connsiteX36" fmla="*/ 1097280 w 1151069"/>
              <a:gd name="connsiteY36" fmla="*/ 1807285 h 1936464"/>
              <a:gd name="connsiteX37" fmla="*/ 1129553 w 1151069"/>
              <a:gd name="connsiteY37" fmla="*/ 1904104 h 1936464"/>
              <a:gd name="connsiteX38" fmla="*/ 1151069 w 1151069"/>
              <a:gd name="connsiteY38" fmla="*/ 1936377 h 1936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151069" h="1936464">
                <a:moveTo>
                  <a:pt x="0" y="0"/>
                </a:moveTo>
                <a:cubicBezTo>
                  <a:pt x="25101" y="14344"/>
                  <a:pt x="50513" y="28157"/>
                  <a:pt x="75304" y="43031"/>
                </a:cubicBezTo>
                <a:cubicBezTo>
                  <a:pt x="86391" y="49683"/>
                  <a:pt x="98435" y="55404"/>
                  <a:pt x="107577" y="64546"/>
                </a:cubicBezTo>
                <a:cubicBezTo>
                  <a:pt x="120255" y="77224"/>
                  <a:pt x="128043" y="94084"/>
                  <a:pt x="139850" y="107577"/>
                </a:cubicBezTo>
                <a:cubicBezTo>
                  <a:pt x="171488" y="143735"/>
                  <a:pt x="209459" y="165798"/>
                  <a:pt x="225911" y="215153"/>
                </a:cubicBezTo>
                <a:cubicBezTo>
                  <a:pt x="229497" y="225911"/>
                  <a:pt x="230379" y="237991"/>
                  <a:pt x="236669" y="247426"/>
                </a:cubicBezTo>
                <a:cubicBezTo>
                  <a:pt x="245108" y="260084"/>
                  <a:pt x="260098" y="267319"/>
                  <a:pt x="268941" y="279699"/>
                </a:cubicBezTo>
                <a:cubicBezTo>
                  <a:pt x="306259" y="331944"/>
                  <a:pt x="277799" y="308172"/>
                  <a:pt x="301214" y="355003"/>
                </a:cubicBezTo>
                <a:cubicBezTo>
                  <a:pt x="306996" y="366567"/>
                  <a:pt x="315558" y="376518"/>
                  <a:pt x="322730" y="387276"/>
                </a:cubicBezTo>
                <a:cubicBezTo>
                  <a:pt x="326316" y="405205"/>
                  <a:pt x="329052" y="423326"/>
                  <a:pt x="333487" y="441064"/>
                </a:cubicBezTo>
                <a:cubicBezTo>
                  <a:pt x="336237" y="452065"/>
                  <a:pt x="341130" y="462434"/>
                  <a:pt x="344245" y="473337"/>
                </a:cubicBezTo>
                <a:cubicBezTo>
                  <a:pt x="376764" y="587149"/>
                  <a:pt x="325385" y="427515"/>
                  <a:pt x="376518" y="580913"/>
                </a:cubicBezTo>
                <a:cubicBezTo>
                  <a:pt x="380104" y="591671"/>
                  <a:pt x="380986" y="603751"/>
                  <a:pt x="387276" y="613186"/>
                </a:cubicBezTo>
                <a:cubicBezTo>
                  <a:pt x="394448" y="623944"/>
                  <a:pt x="402376" y="634233"/>
                  <a:pt x="408791" y="645459"/>
                </a:cubicBezTo>
                <a:cubicBezTo>
                  <a:pt x="416747" y="659383"/>
                  <a:pt x="420985" y="675440"/>
                  <a:pt x="430306" y="688490"/>
                </a:cubicBezTo>
                <a:cubicBezTo>
                  <a:pt x="439149" y="700870"/>
                  <a:pt x="452840" y="709076"/>
                  <a:pt x="462579" y="720763"/>
                </a:cubicBezTo>
                <a:cubicBezTo>
                  <a:pt x="494167" y="758669"/>
                  <a:pt x="471463" y="746095"/>
                  <a:pt x="505610" y="774551"/>
                </a:cubicBezTo>
                <a:cubicBezTo>
                  <a:pt x="519384" y="786029"/>
                  <a:pt x="535239" y="794912"/>
                  <a:pt x="548640" y="806824"/>
                </a:cubicBezTo>
                <a:cubicBezTo>
                  <a:pt x="567591" y="823670"/>
                  <a:pt x="584499" y="842682"/>
                  <a:pt x="602429" y="860612"/>
                </a:cubicBezTo>
                <a:cubicBezTo>
                  <a:pt x="637843" y="896026"/>
                  <a:pt x="652000" y="905968"/>
                  <a:pt x="677732" y="957431"/>
                </a:cubicBezTo>
                <a:cubicBezTo>
                  <a:pt x="684904" y="971774"/>
                  <a:pt x="693616" y="985446"/>
                  <a:pt x="699247" y="1000461"/>
                </a:cubicBezTo>
                <a:cubicBezTo>
                  <a:pt x="704438" y="1014305"/>
                  <a:pt x="705330" y="1029466"/>
                  <a:pt x="710005" y="1043492"/>
                </a:cubicBezTo>
                <a:cubicBezTo>
                  <a:pt x="716112" y="1061812"/>
                  <a:pt x="724740" y="1079199"/>
                  <a:pt x="731520" y="1097280"/>
                </a:cubicBezTo>
                <a:cubicBezTo>
                  <a:pt x="735502" y="1107898"/>
                  <a:pt x="737811" y="1119130"/>
                  <a:pt x="742278" y="1129553"/>
                </a:cubicBezTo>
                <a:cubicBezTo>
                  <a:pt x="748595" y="1144293"/>
                  <a:pt x="758162" y="1157568"/>
                  <a:pt x="763793" y="1172584"/>
                </a:cubicBezTo>
                <a:cubicBezTo>
                  <a:pt x="768984" y="1186427"/>
                  <a:pt x="769360" y="1201771"/>
                  <a:pt x="774551" y="1215614"/>
                </a:cubicBezTo>
                <a:cubicBezTo>
                  <a:pt x="780182" y="1230630"/>
                  <a:pt x="790435" y="1243629"/>
                  <a:pt x="796066" y="1258645"/>
                </a:cubicBezTo>
                <a:cubicBezTo>
                  <a:pt x="801257" y="1272489"/>
                  <a:pt x="802575" y="1287514"/>
                  <a:pt x="806824" y="1301676"/>
                </a:cubicBezTo>
                <a:cubicBezTo>
                  <a:pt x="813341" y="1323398"/>
                  <a:pt x="821167" y="1344706"/>
                  <a:pt x="828339" y="1366221"/>
                </a:cubicBezTo>
                <a:lnTo>
                  <a:pt x="860612" y="1463040"/>
                </a:lnTo>
                <a:lnTo>
                  <a:pt x="871370" y="1495313"/>
                </a:lnTo>
                <a:cubicBezTo>
                  <a:pt x="874956" y="1506071"/>
                  <a:pt x="875837" y="1518151"/>
                  <a:pt x="882127" y="1527586"/>
                </a:cubicBezTo>
                <a:cubicBezTo>
                  <a:pt x="935552" y="1607721"/>
                  <a:pt x="866884" y="1509294"/>
                  <a:pt x="935916" y="1592132"/>
                </a:cubicBezTo>
                <a:cubicBezTo>
                  <a:pt x="944193" y="1602064"/>
                  <a:pt x="949154" y="1614473"/>
                  <a:pt x="957431" y="1624405"/>
                </a:cubicBezTo>
                <a:cubicBezTo>
                  <a:pt x="967170" y="1636092"/>
                  <a:pt x="980364" y="1644669"/>
                  <a:pt x="989704" y="1656678"/>
                </a:cubicBezTo>
                <a:cubicBezTo>
                  <a:pt x="1005579" y="1677089"/>
                  <a:pt x="1014449" y="1702940"/>
                  <a:pt x="1032734" y="1721224"/>
                </a:cubicBezTo>
                <a:cubicBezTo>
                  <a:pt x="1058222" y="1746711"/>
                  <a:pt x="1085114" y="1770788"/>
                  <a:pt x="1097280" y="1807285"/>
                </a:cubicBezTo>
                <a:lnTo>
                  <a:pt x="1129553" y="1904104"/>
                </a:lnTo>
                <a:cubicBezTo>
                  <a:pt x="1141444" y="1939779"/>
                  <a:pt x="1128972" y="1936377"/>
                  <a:pt x="1151069" y="1936377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72EAB33-03B8-764D-C80B-6FA0DD2BE98F}"/>
              </a:ext>
            </a:extLst>
          </p:cNvPr>
          <p:cNvSpPr/>
          <p:nvPr/>
        </p:nvSpPr>
        <p:spPr>
          <a:xfrm>
            <a:off x="15298590" y="10774753"/>
            <a:ext cx="1455466" cy="2303684"/>
          </a:xfrm>
          <a:custGeom>
            <a:avLst/>
            <a:gdLst>
              <a:gd name="connsiteX0" fmla="*/ 0 w 1624405"/>
              <a:gd name="connsiteY0" fmla="*/ 2571077 h 2571077"/>
              <a:gd name="connsiteX1" fmla="*/ 86061 w 1624405"/>
              <a:gd name="connsiteY1" fmla="*/ 2528047 h 2571077"/>
              <a:gd name="connsiteX2" fmla="*/ 107576 w 1624405"/>
              <a:gd name="connsiteY2" fmla="*/ 2495774 h 2571077"/>
              <a:gd name="connsiteX3" fmla="*/ 129092 w 1624405"/>
              <a:gd name="connsiteY3" fmla="*/ 2474259 h 2571077"/>
              <a:gd name="connsiteX4" fmla="*/ 161365 w 1624405"/>
              <a:gd name="connsiteY4" fmla="*/ 2431228 h 2571077"/>
              <a:gd name="connsiteX5" fmla="*/ 172122 w 1624405"/>
              <a:gd name="connsiteY5" fmla="*/ 2398955 h 2571077"/>
              <a:gd name="connsiteX6" fmla="*/ 225911 w 1624405"/>
              <a:gd name="connsiteY6" fmla="*/ 2334409 h 2571077"/>
              <a:gd name="connsiteX7" fmla="*/ 258184 w 1624405"/>
              <a:gd name="connsiteY7" fmla="*/ 2269863 h 2571077"/>
              <a:gd name="connsiteX8" fmla="*/ 290456 w 1624405"/>
              <a:gd name="connsiteY8" fmla="*/ 2248348 h 2571077"/>
              <a:gd name="connsiteX9" fmla="*/ 344245 w 1624405"/>
              <a:gd name="connsiteY9" fmla="*/ 2173044 h 2571077"/>
              <a:gd name="connsiteX10" fmla="*/ 376518 w 1624405"/>
              <a:gd name="connsiteY10" fmla="*/ 2151529 h 2571077"/>
              <a:gd name="connsiteX11" fmla="*/ 419548 w 1624405"/>
              <a:gd name="connsiteY11" fmla="*/ 2086983 h 2571077"/>
              <a:gd name="connsiteX12" fmla="*/ 484094 w 1624405"/>
              <a:gd name="connsiteY12" fmla="*/ 2022437 h 2571077"/>
              <a:gd name="connsiteX13" fmla="*/ 527125 w 1624405"/>
              <a:gd name="connsiteY13" fmla="*/ 1957891 h 2571077"/>
              <a:gd name="connsiteX14" fmla="*/ 548640 w 1624405"/>
              <a:gd name="connsiteY14" fmla="*/ 1925619 h 2571077"/>
              <a:gd name="connsiteX15" fmla="*/ 591671 w 1624405"/>
              <a:gd name="connsiteY15" fmla="*/ 1839557 h 2571077"/>
              <a:gd name="connsiteX16" fmla="*/ 623944 w 1624405"/>
              <a:gd name="connsiteY16" fmla="*/ 1775011 h 2571077"/>
              <a:gd name="connsiteX17" fmla="*/ 645459 w 1624405"/>
              <a:gd name="connsiteY17" fmla="*/ 1710466 h 2571077"/>
              <a:gd name="connsiteX18" fmla="*/ 656216 w 1624405"/>
              <a:gd name="connsiteY18" fmla="*/ 1678193 h 2571077"/>
              <a:gd name="connsiteX19" fmla="*/ 699247 w 1624405"/>
              <a:gd name="connsiteY19" fmla="*/ 1624404 h 2571077"/>
              <a:gd name="connsiteX20" fmla="*/ 731520 w 1624405"/>
              <a:gd name="connsiteY20" fmla="*/ 1581374 h 2571077"/>
              <a:gd name="connsiteX21" fmla="*/ 763793 w 1624405"/>
              <a:gd name="connsiteY21" fmla="*/ 1527586 h 2571077"/>
              <a:gd name="connsiteX22" fmla="*/ 785308 w 1624405"/>
              <a:gd name="connsiteY22" fmla="*/ 1506070 h 2571077"/>
              <a:gd name="connsiteX23" fmla="*/ 817581 w 1624405"/>
              <a:gd name="connsiteY23" fmla="*/ 1463040 h 2571077"/>
              <a:gd name="connsiteX24" fmla="*/ 903642 w 1624405"/>
              <a:gd name="connsiteY24" fmla="*/ 1376979 h 2571077"/>
              <a:gd name="connsiteX25" fmla="*/ 935915 w 1624405"/>
              <a:gd name="connsiteY25" fmla="*/ 1344706 h 2571077"/>
              <a:gd name="connsiteX26" fmla="*/ 978946 w 1624405"/>
              <a:gd name="connsiteY26" fmla="*/ 1312433 h 2571077"/>
              <a:gd name="connsiteX27" fmla="*/ 1021976 w 1624405"/>
              <a:gd name="connsiteY27" fmla="*/ 1247887 h 2571077"/>
              <a:gd name="connsiteX28" fmla="*/ 1054249 w 1624405"/>
              <a:gd name="connsiteY28" fmla="*/ 1183341 h 2571077"/>
              <a:gd name="connsiteX29" fmla="*/ 1097280 w 1624405"/>
              <a:gd name="connsiteY29" fmla="*/ 1075764 h 2571077"/>
              <a:gd name="connsiteX30" fmla="*/ 1118795 w 1624405"/>
              <a:gd name="connsiteY30" fmla="*/ 1000461 h 2571077"/>
              <a:gd name="connsiteX31" fmla="*/ 1140311 w 1624405"/>
              <a:gd name="connsiteY31" fmla="*/ 968188 h 2571077"/>
              <a:gd name="connsiteX32" fmla="*/ 1161826 w 1624405"/>
              <a:gd name="connsiteY32" fmla="*/ 925157 h 2571077"/>
              <a:gd name="connsiteX33" fmla="*/ 1183341 w 1624405"/>
              <a:gd name="connsiteY33" fmla="*/ 892884 h 2571077"/>
              <a:gd name="connsiteX34" fmla="*/ 1204856 w 1624405"/>
              <a:gd name="connsiteY34" fmla="*/ 849854 h 2571077"/>
              <a:gd name="connsiteX35" fmla="*/ 1226372 w 1624405"/>
              <a:gd name="connsiteY35" fmla="*/ 817581 h 2571077"/>
              <a:gd name="connsiteX36" fmla="*/ 1247887 w 1624405"/>
              <a:gd name="connsiteY36" fmla="*/ 774550 h 2571077"/>
              <a:gd name="connsiteX37" fmla="*/ 1280160 w 1624405"/>
              <a:gd name="connsiteY37" fmla="*/ 699247 h 2571077"/>
              <a:gd name="connsiteX38" fmla="*/ 1301675 w 1624405"/>
              <a:gd name="connsiteY38" fmla="*/ 677731 h 2571077"/>
              <a:gd name="connsiteX39" fmla="*/ 1323191 w 1624405"/>
              <a:gd name="connsiteY39" fmla="*/ 613186 h 2571077"/>
              <a:gd name="connsiteX40" fmla="*/ 1344706 w 1624405"/>
              <a:gd name="connsiteY40" fmla="*/ 548640 h 2571077"/>
              <a:gd name="connsiteX41" fmla="*/ 1387736 w 1624405"/>
              <a:gd name="connsiteY41" fmla="*/ 494851 h 2571077"/>
              <a:gd name="connsiteX42" fmla="*/ 1452282 w 1624405"/>
              <a:gd name="connsiteY42" fmla="*/ 462579 h 2571077"/>
              <a:gd name="connsiteX43" fmla="*/ 1506071 w 1624405"/>
              <a:gd name="connsiteY43" fmla="*/ 408790 h 2571077"/>
              <a:gd name="connsiteX44" fmla="*/ 1549101 w 1624405"/>
              <a:gd name="connsiteY44" fmla="*/ 333487 h 2571077"/>
              <a:gd name="connsiteX45" fmla="*/ 1570616 w 1624405"/>
              <a:gd name="connsiteY45" fmla="*/ 268941 h 2571077"/>
              <a:gd name="connsiteX46" fmla="*/ 1581374 w 1624405"/>
              <a:gd name="connsiteY46" fmla="*/ 236668 h 2571077"/>
              <a:gd name="connsiteX47" fmla="*/ 1613647 w 1624405"/>
              <a:gd name="connsiteY47" fmla="*/ 139849 h 2571077"/>
              <a:gd name="connsiteX48" fmla="*/ 1624405 w 1624405"/>
              <a:gd name="connsiteY48" fmla="*/ 107576 h 2571077"/>
              <a:gd name="connsiteX49" fmla="*/ 1613647 w 1624405"/>
              <a:gd name="connsiteY49" fmla="*/ 0 h 2571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624405" h="2571077">
                <a:moveTo>
                  <a:pt x="0" y="2571077"/>
                </a:moveTo>
                <a:cubicBezTo>
                  <a:pt x="28687" y="2556734"/>
                  <a:pt x="59786" y="2546440"/>
                  <a:pt x="86061" y="2528047"/>
                </a:cubicBezTo>
                <a:cubicBezTo>
                  <a:pt x="96653" y="2520633"/>
                  <a:pt x="99499" y="2505870"/>
                  <a:pt x="107576" y="2495774"/>
                </a:cubicBezTo>
                <a:cubicBezTo>
                  <a:pt x="113912" y="2487854"/>
                  <a:pt x="122599" y="2482051"/>
                  <a:pt x="129092" y="2474259"/>
                </a:cubicBezTo>
                <a:cubicBezTo>
                  <a:pt x="140570" y="2460485"/>
                  <a:pt x="150607" y="2445572"/>
                  <a:pt x="161365" y="2431228"/>
                </a:cubicBezTo>
                <a:cubicBezTo>
                  <a:pt x="164951" y="2420470"/>
                  <a:pt x="167051" y="2409097"/>
                  <a:pt x="172122" y="2398955"/>
                </a:cubicBezTo>
                <a:cubicBezTo>
                  <a:pt x="187098" y="2369003"/>
                  <a:pt x="202121" y="2358199"/>
                  <a:pt x="225911" y="2334409"/>
                </a:cubicBezTo>
                <a:cubicBezTo>
                  <a:pt x="234661" y="2308158"/>
                  <a:pt x="237328" y="2290719"/>
                  <a:pt x="258184" y="2269863"/>
                </a:cubicBezTo>
                <a:cubicBezTo>
                  <a:pt x="267326" y="2260721"/>
                  <a:pt x="279699" y="2255520"/>
                  <a:pt x="290456" y="2248348"/>
                </a:cubicBezTo>
                <a:cubicBezTo>
                  <a:pt x="302671" y="2230026"/>
                  <a:pt x="330905" y="2186384"/>
                  <a:pt x="344245" y="2173044"/>
                </a:cubicBezTo>
                <a:cubicBezTo>
                  <a:pt x="353387" y="2163902"/>
                  <a:pt x="365760" y="2158701"/>
                  <a:pt x="376518" y="2151529"/>
                </a:cubicBezTo>
                <a:cubicBezTo>
                  <a:pt x="390861" y="2130014"/>
                  <a:pt x="401264" y="2105267"/>
                  <a:pt x="419548" y="2086983"/>
                </a:cubicBezTo>
                <a:cubicBezTo>
                  <a:pt x="441063" y="2065468"/>
                  <a:pt x="467216" y="2047754"/>
                  <a:pt x="484094" y="2022437"/>
                </a:cubicBezTo>
                <a:lnTo>
                  <a:pt x="527125" y="1957891"/>
                </a:lnTo>
                <a:cubicBezTo>
                  <a:pt x="534297" y="1947134"/>
                  <a:pt x="543838" y="1937623"/>
                  <a:pt x="548640" y="1925619"/>
                </a:cubicBezTo>
                <a:cubicBezTo>
                  <a:pt x="574957" y="1859825"/>
                  <a:pt x="559443" y="1887897"/>
                  <a:pt x="591671" y="1839557"/>
                </a:cubicBezTo>
                <a:cubicBezTo>
                  <a:pt x="630896" y="1721873"/>
                  <a:pt x="568340" y="1900118"/>
                  <a:pt x="623944" y="1775011"/>
                </a:cubicBezTo>
                <a:cubicBezTo>
                  <a:pt x="633155" y="1754287"/>
                  <a:pt x="638287" y="1731981"/>
                  <a:pt x="645459" y="1710466"/>
                </a:cubicBezTo>
                <a:cubicBezTo>
                  <a:pt x="649045" y="1699708"/>
                  <a:pt x="648198" y="1686211"/>
                  <a:pt x="656216" y="1678193"/>
                </a:cubicBezTo>
                <a:cubicBezTo>
                  <a:pt x="692199" y="1642210"/>
                  <a:pt x="665319" y="1671903"/>
                  <a:pt x="699247" y="1624404"/>
                </a:cubicBezTo>
                <a:cubicBezTo>
                  <a:pt x="709668" y="1609814"/>
                  <a:pt x="721575" y="1596292"/>
                  <a:pt x="731520" y="1581374"/>
                </a:cubicBezTo>
                <a:cubicBezTo>
                  <a:pt x="743118" y="1563977"/>
                  <a:pt x="751640" y="1544600"/>
                  <a:pt x="763793" y="1527586"/>
                </a:cubicBezTo>
                <a:cubicBezTo>
                  <a:pt x="769688" y="1519333"/>
                  <a:pt x="778815" y="1513862"/>
                  <a:pt x="785308" y="1506070"/>
                </a:cubicBezTo>
                <a:cubicBezTo>
                  <a:pt x="796786" y="1492296"/>
                  <a:pt x="805466" y="1476257"/>
                  <a:pt x="817581" y="1463040"/>
                </a:cubicBezTo>
                <a:cubicBezTo>
                  <a:pt x="844995" y="1433134"/>
                  <a:pt x="874955" y="1405666"/>
                  <a:pt x="903642" y="1376979"/>
                </a:cubicBezTo>
                <a:cubicBezTo>
                  <a:pt x="914400" y="1366221"/>
                  <a:pt x="923744" y="1353834"/>
                  <a:pt x="935915" y="1344706"/>
                </a:cubicBezTo>
                <a:lnTo>
                  <a:pt x="978946" y="1312433"/>
                </a:lnTo>
                <a:cubicBezTo>
                  <a:pt x="993289" y="1290918"/>
                  <a:pt x="1013799" y="1272418"/>
                  <a:pt x="1021976" y="1247887"/>
                </a:cubicBezTo>
                <a:cubicBezTo>
                  <a:pt x="1036823" y="1203348"/>
                  <a:pt x="1026444" y="1225049"/>
                  <a:pt x="1054249" y="1183341"/>
                </a:cubicBezTo>
                <a:cubicBezTo>
                  <a:pt x="1078225" y="1087440"/>
                  <a:pt x="1054856" y="1118190"/>
                  <a:pt x="1097280" y="1075764"/>
                </a:cubicBezTo>
                <a:cubicBezTo>
                  <a:pt x="1100725" y="1061984"/>
                  <a:pt x="1111081" y="1015889"/>
                  <a:pt x="1118795" y="1000461"/>
                </a:cubicBezTo>
                <a:cubicBezTo>
                  <a:pt x="1124577" y="988897"/>
                  <a:pt x="1133896" y="979414"/>
                  <a:pt x="1140311" y="968188"/>
                </a:cubicBezTo>
                <a:cubicBezTo>
                  <a:pt x="1148267" y="954264"/>
                  <a:pt x="1153870" y="939081"/>
                  <a:pt x="1161826" y="925157"/>
                </a:cubicBezTo>
                <a:cubicBezTo>
                  <a:pt x="1168241" y="913931"/>
                  <a:pt x="1176926" y="904110"/>
                  <a:pt x="1183341" y="892884"/>
                </a:cubicBezTo>
                <a:cubicBezTo>
                  <a:pt x="1191297" y="878961"/>
                  <a:pt x="1196900" y="863777"/>
                  <a:pt x="1204856" y="849854"/>
                </a:cubicBezTo>
                <a:cubicBezTo>
                  <a:pt x="1211271" y="838628"/>
                  <a:pt x="1219957" y="828807"/>
                  <a:pt x="1226372" y="817581"/>
                </a:cubicBezTo>
                <a:cubicBezTo>
                  <a:pt x="1234328" y="803657"/>
                  <a:pt x="1241570" y="789290"/>
                  <a:pt x="1247887" y="774550"/>
                </a:cubicBezTo>
                <a:cubicBezTo>
                  <a:pt x="1265098" y="734390"/>
                  <a:pt x="1251619" y="742059"/>
                  <a:pt x="1280160" y="699247"/>
                </a:cubicBezTo>
                <a:cubicBezTo>
                  <a:pt x="1285786" y="690808"/>
                  <a:pt x="1294503" y="684903"/>
                  <a:pt x="1301675" y="677731"/>
                </a:cubicBezTo>
                <a:lnTo>
                  <a:pt x="1323191" y="613186"/>
                </a:lnTo>
                <a:cubicBezTo>
                  <a:pt x="1323193" y="613181"/>
                  <a:pt x="1344703" y="548644"/>
                  <a:pt x="1344706" y="548640"/>
                </a:cubicBezTo>
                <a:cubicBezTo>
                  <a:pt x="1360680" y="524679"/>
                  <a:pt x="1365840" y="512368"/>
                  <a:pt x="1387736" y="494851"/>
                </a:cubicBezTo>
                <a:cubicBezTo>
                  <a:pt x="1417526" y="471018"/>
                  <a:pt x="1418196" y="473940"/>
                  <a:pt x="1452282" y="462579"/>
                </a:cubicBezTo>
                <a:cubicBezTo>
                  <a:pt x="1470212" y="444649"/>
                  <a:pt x="1492006" y="429888"/>
                  <a:pt x="1506071" y="408790"/>
                </a:cubicBezTo>
                <a:cubicBezTo>
                  <a:pt x="1525477" y="379681"/>
                  <a:pt x="1535453" y="367607"/>
                  <a:pt x="1549101" y="333487"/>
                </a:cubicBezTo>
                <a:cubicBezTo>
                  <a:pt x="1557524" y="312430"/>
                  <a:pt x="1563444" y="290456"/>
                  <a:pt x="1570616" y="268941"/>
                </a:cubicBezTo>
                <a:lnTo>
                  <a:pt x="1581374" y="236668"/>
                </a:lnTo>
                <a:lnTo>
                  <a:pt x="1613647" y="139849"/>
                </a:lnTo>
                <a:lnTo>
                  <a:pt x="1624405" y="107576"/>
                </a:lnTo>
                <a:cubicBezTo>
                  <a:pt x="1610131" y="36207"/>
                  <a:pt x="1613647" y="72072"/>
                  <a:pt x="1613647" y="0"/>
                </a:cubicBezTo>
              </a:path>
            </a:pathLst>
          </a:cu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F7FF8A-6F77-4159-5CCB-D6CDC13C93E2}"/>
              </a:ext>
            </a:extLst>
          </p:cNvPr>
          <p:cNvSpPr/>
          <p:nvPr/>
        </p:nvSpPr>
        <p:spPr>
          <a:xfrm>
            <a:off x="15211320" y="13013328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FF03E5-A636-73D9-697F-E7EB2EE3C426}"/>
              </a:ext>
            </a:extLst>
          </p:cNvPr>
          <p:cNvSpPr/>
          <p:nvPr/>
        </p:nvSpPr>
        <p:spPr>
          <a:xfrm>
            <a:off x="16697243" y="10724227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E4DC7062-052F-FBF7-C166-D4B86E6FA376}"/>
              </a:ext>
            </a:extLst>
          </p:cNvPr>
          <p:cNvSpPr/>
          <p:nvPr/>
        </p:nvSpPr>
        <p:spPr>
          <a:xfrm>
            <a:off x="17250990" y="11659387"/>
            <a:ext cx="792922" cy="3195281"/>
          </a:xfrm>
          <a:custGeom>
            <a:avLst/>
            <a:gdLst>
              <a:gd name="connsiteX0" fmla="*/ 488716 w 884956"/>
              <a:gd name="connsiteY0" fmla="*/ 3566160 h 3566160"/>
              <a:gd name="connsiteX1" fmla="*/ 519196 w 884956"/>
              <a:gd name="connsiteY1" fmla="*/ 3495040 h 3566160"/>
              <a:gd name="connsiteX2" fmla="*/ 559836 w 884956"/>
              <a:gd name="connsiteY2" fmla="*/ 3434080 h 3566160"/>
              <a:gd name="connsiteX3" fmla="*/ 590316 w 884956"/>
              <a:gd name="connsiteY3" fmla="*/ 3373120 h 3566160"/>
              <a:gd name="connsiteX4" fmla="*/ 600476 w 884956"/>
              <a:gd name="connsiteY4" fmla="*/ 3342640 h 3566160"/>
              <a:gd name="connsiteX5" fmla="*/ 641116 w 884956"/>
              <a:gd name="connsiteY5" fmla="*/ 3271520 h 3566160"/>
              <a:gd name="connsiteX6" fmla="*/ 651276 w 884956"/>
              <a:gd name="connsiteY6" fmla="*/ 3241040 h 3566160"/>
              <a:gd name="connsiteX7" fmla="*/ 722396 w 884956"/>
              <a:gd name="connsiteY7" fmla="*/ 3159760 h 3566160"/>
              <a:gd name="connsiteX8" fmla="*/ 763036 w 884956"/>
              <a:gd name="connsiteY8" fmla="*/ 3098800 h 3566160"/>
              <a:gd name="connsiteX9" fmla="*/ 783356 w 884956"/>
              <a:gd name="connsiteY9" fmla="*/ 3068320 h 3566160"/>
              <a:gd name="connsiteX10" fmla="*/ 813836 w 884956"/>
              <a:gd name="connsiteY10" fmla="*/ 3007360 h 3566160"/>
              <a:gd name="connsiteX11" fmla="*/ 823996 w 884956"/>
              <a:gd name="connsiteY11" fmla="*/ 2966720 h 3566160"/>
              <a:gd name="connsiteX12" fmla="*/ 844316 w 884956"/>
              <a:gd name="connsiteY12" fmla="*/ 2895600 h 3566160"/>
              <a:gd name="connsiteX13" fmla="*/ 864636 w 884956"/>
              <a:gd name="connsiteY13" fmla="*/ 2753360 h 3566160"/>
              <a:gd name="connsiteX14" fmla="*/ 864636 w 884956"/>
              <a:gd name="connsiteY14" fmla="*/ 2448560 h 3566160"/>
              <a:gd name="connsiteX15" fmla="*/ 874796 w 884956"/>
              <a:gd name="connsiteY15" fmla="*/ 2418080 h 3566160"/>
              <a:gd name="connsiteX16" fmla="*/ 884956 w 884956"/>
              <a:gd name="connsiteY16" fmla="*/ 2377440 h 3566160"/>
              <a:gd name="connsiteX17" fmla="*/ 874796 w 884956"/>
              <a:gd name="connsiteY17" fmla="*/ 2042160 h 3566160"/>
              <a:gd name="connsiteX18" fmla="*/ 823996 w 884956"/>
              <a:gd name="connsiteY18" fmla="*/ 1960880 h 3566160"/>
              <a:gd name="connsiteX19" fmla="*/ 773196 w 884956"/>
              <a:gd name="connsiteY19" fmla="*/ 1869440 h 3566160"/>
              <a:gd name="connsiteX20" fmla="*/ 752876 w 884956"/>
              <a:gd name="connsiteY20" fmla="*/ 1838960 h 3566160"/>
              <a:gd name="connsiteX21" fmla="*/ 397276 w 884956"/>
              <a:gd name="connsiteY21" fmla="*/ 1178560 h 3566160"/>
              <a:gd name="connsiteX22" fmla="*/ 376956 w 884956"/>
              <a:gd name="connsiteY22" fmla="*/ 1127760 h 3566160"/>
              <a:gd name="connsiteX23" fmla="*/ 194076 w 884956"/>
              <a:gd name="connsiteY23" fmla="*/ 782320 h 3566160"/>
              <a:gd name="connsiteX24" fmla="*/ 102636 w 884956"/>
              <a:gd name="connsiteY24" fmla="*/ 558800 h 3566160"/>
              <a:gd name="connsiteX25" fmla="*/ 21356 w 884956"/>
              <a:gd name="connsiteY25" fmla="*/ 416560 h 3566160"/>
              <a:gd name="connsiteX26" fmla="*/ 1036 w 884956"/>
              <a:gd name="connsiteY26" fmla="*/ 325120 h 3566160"/>
              <a:gd name="connsiteX27" fmla="*/ 102636 w 884956"/>
              <a:gd name="connsiteY27" fmla="*/ 121920 h 3566160"/>
              <a:gd name="connsiteX28" fmla="*/ 173756 w 884956"/>
              <a:gd name="connsiteY28" fmla="*/ 40640 h 3566160"/>
              <a:gd name="connsiteX29" fmla="*/ 194076 w 884956"/>
              <a:gd name="connsiteY29" fmla="*/ 0 h 356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884956" h="3566160">
                <a:moveTo>
                  <a:pt x="488716" y="3566160"/>
                </a:moveTo>
                <a:cubicBezTo>
                  <a:pt x="498876" y="3542453"/>
                  <a:pt x="506968" y="3517749"/>
                  <a:pt x="519196" y="3495040"/>
                </a:cubicBezTo>
                <a:cubicBezTo>
                  <a:pt x="530774" y="3473537"/>
                  <a:pt x="552113" y="3457248"/>
                  <a:pt x="559836" y="3434080"/>
                </a:cubicBezTo>
                <a:cubicBezTo>
                  <a:pt x="585373" y="3357468"/>
                  <a:pt x="550925" y="3451902"/>
                  <a:pt x="590316" y="3373120"/>
                </a:cubicBezTo>
                <a:cubicBezTo>
                  <a:pt x="595105" y="3363541"/>
                  <a:pt x="596257" y="3352484"/>
                  <a:pt x="600476" y="3342640"/>
                </a:cubicBezTo>
                <a:cubicBezTo>
                  <a:pt x="653913" y="3217955"/>
                  <a:pt x="590098" y="3373556"/>
                  <a:pt x="641116" y="3271520"/>
                </a:cubicBezTo>
                <a:cubicBezTo>
                  <a:pt x="645905" y="3261941"/>
                  <a:pt x="646075" y="3250402"/>
                  <a:pt x="651276" y="3241040"/>
                </a:cubicBezTo>
                <a:cubicBezTo>
                  <a:pt x="686139" y="3178287"/>
                  <a:pt x="677871" y="3189443"/>
                  <a:pt x="722396" y="3159760"/>
                </a:cubicBezTo>
                <a:lnTo>
                  <a:pt x="763036" y="3098800"/>
                </a:lnTo>
                <a:cubicBezTo>
                  <a:pt x="769809" y="3088640"/>
                  <a:pt x="779495" y="3079904"/>
                  <a:pt x="783356" y="3068320"/>
                </a:cubicBezTo>
                <a:cubicBezTo>
                  <a:pt x="797377" y="3026256"/>
                  <a:pt x="787575" y="3046751"/>
                  <a:pt x="813836" y="3007360"/>
                </a:cubicBezTo>
                <a:cubicBezTo>
                  <a:pt x="817223" y="2993813"/>
                  <a:pt x="820160" y="2980146"/>
                  <a:pt x="823996" y="2966720"/>
                </a:cubicBezTo>
                <a:cubicBezTo>
                  <a:pt x="833659" y="2932899"/>
                  <a:pt x="837964" y="2933714"/>
                  <a:pt x="844316" y="2895600"/>
                </a:cubicBezTo>
                <a:cubicBezTo>
                  <a:pt x="852190" y="2848357"/>
                  <a:pt x="864636" y="2753360"/>
                  <a:pt x="864636" y="2753360"/>
                </a:cubicBezTo>
                <a:cubicBezTo>
                  <a:pt x="856748" y="2603496"/>
                  <a:pt x="846182" y="2577740"/>
                  <a:pt x="864636" y="2448560"/>
                </a:cubicBezTo>
                <a:cubicBezTo>
                  <a:pt x="866151" y="2437958"/>
                  <a:pt x="871854" y="2428378"/>
                  <a:pt x="874796" y="2418080"/>
                </a:cubicBezTo>
                <a:cubicBezTo>
                  <a:pt x="878632" y="2404654"/>
                  <a:pt x="881569" y="2390987"/>
                  <a:pt x="884956" y="2377440"/>
                </a:cubicBezTo>
                <a:cubicBezTo>
                  <a:pt x="881569" y="2265680"/>
                  <a:pt x="890986" y="2152793"/>
                  <a:pt x="874796" y="2042160"/>
                </a:cubicBezTo>
                <a:cubicBezTo>
                  <a:pt x="870170" y="2010547"/>
                  <a:pt x="840195" y="1988419"/>
                  <a:pt x="823996" y="1960880"/>
                </a:cubicBezTo>
                <a:cubicBezTo>
                  <a:pt x="806317" y="1930826"/>
                  <a:pt x="790765" y="1899558"/>
                  <a:pt x="773196" y="1869440"/>
                </a:cubicBezTo>
                <a:cubicBezTo>
                  <a:pt x="767043" y="1858893"/>
                  <a:pt x="758337" y="1849882"/>
                  <a:pt x="752876" y="1838960"/>
                </a:cubicBezTo>
                <a:cubicBezTo>
                  <a:pt x="425821" y="1184850"/>
                  <a:pt x="862809" y="2012640"/>
                  <a:pt x="397276" y="1178560"/>
                </a:cubicBezTo>
                <a:cubicBezTo>
                  <a:pt x="388388" y="1162635"/>
                  <a:pt x="385278" y="1143988"/>
                  <a:pt x="376956" y="1127760"/>
                </a:cubicBezTo>
                <a:cubicBezTo>
                  <a:pt x="317504" y="1011828"/>
                  <a:pt x="250660" y="899679"/>
                  <a:pt x="194076" y="782320"/>
                </a:cubicBezTo>
                <a:cubicBezTo>
                  <a:pt x="159115" y="709808"/>
                  <a:pt x="134002" y="632938"/>
                  <a:pt x="102636" y="558800"/>
                </a:cubicBezTo>
                <a:cubicBezTo>
                  <a:pt x="84470" y="515863"/>
                  <a:pt x="38432" y="445020"/>
                  <a:pt x="21356" y="416560"/>
                </a:cubicBezTo>
                <a:cubicBezTo>
                  <a:pt x="14583" y="386080"/>
                  <a:pt x="-4649" y="355822"/>
                  <a:pt x="1036" y="325120"/>
                </a:cubicBezTo>
                <a:cubicBezTo>
                  <a:pt x="31437" y="160956"/>
                  <a:pt x="26162" y="172903"/>
                  <a:pt x="102636" y="121920"/>
                </a:cubicBezTo>
                <a:cubicBezTo>
                  <a:pt x="150049" y="50800"/>
                  <a:pt x="122956" y="74507"/>
                  <a:pt x="173756" y="40640"/>
                </a:cubicBezTo>
                <a:cubicBezTo>
                  <a:pt x="185431" y="5616"/>
                  <a:pt x="176343" y="17733"/>
                  <a:pt x="194076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AF3E5B4-65BA-A1E8-9C9D-3FE04DF3395A}"/>
              </a:ext>
            </a:extLst>
          </p:cNvPr>
          <p:cNvSpPr/>
          <p:nvPr/>
        </p:nvSpPr>
        <p:spPr>
          <a:xfrm>
            <a:off x="17497179" y="11686695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E647E014-D574-45EB-A437-6AE67D767270}"/>
              </a:ext>
            </a:extLst>
          </p:cNvPr>
          <p:cNvSpPr/>
          <p:nvPr/>
        </p:nvSpPr>
        <p:spPr>
          <a:xfrm>
            <a:off x="16805856" y="10794565"/>
            <a:ext cx="601105" cy="846614"/>
          </a:xfrm>
          <a:custGeom>
            <a:avLst/>
            <a:gdLst>
              <a:gd name="connsiteX0" fmla="*/ 0 w 670878"/>
              <a:gd name="connsiteY0" fmla="*/ 0 h 944880"/>
              <a:gd name="connsiteX1" fmla="*/ 60960 w 670878"/>
              <a:gd name="connsiteY1" fmla="*/ 71120 h 944880"/>
              <a:gd name="connsiteX2" fmla="*/ 91440 w 670878"/>
              <a:gd name="connsiteY2" fmla="*/ 101600 h 944880"/>
              <a:gd name="connsiteX3" fmla="*/ 121920 w 670878"/>
              <a:gd name="connsiteY3" fmla="*/ 152400 h 944880"/>
              <a:gd name="connsiteX4" fmla="*/ 142240 w 670878"/>
              <a:gd name="connsiteY4" fmla="*/ 182880 h 944880"/>
              <a:gd name="connsiteX5" fmla="*/ 162560 w 670878"/>
              <a:gd name="connsiteY5" fmla="*/ 243840 h 944880"/>
              <a:gd name="connsiteX6" fmla="*/ 172720 w 670878"/>
              <a:gd name="connsiteY6" fmla="*/ 284480 h 944880"/>
              <a:gd name="connsiteX7" fmla="*/ 193040 w 670878"/>
              <a:gd name="connsiteY7" fmla="*/ 314960 h 944880"/>
              <a:gd name="connsiteX8" fmla="*/ 213360 w 670878"/>
              <a:gd name="connsiteY8" fmla="*/ 375920 h 944880"/>
              <a:gd name="connsiteX9" fmla="*/ 223520 w 670878"/>
              <a:gd name="connsiteY9" fmla="*/ 406400 h 944880"/>
              <a:gd name="connsiteX10" fmla="*/ 233680 w 670878"/>
              <a:gd name="connsiteY10" fmla="*/ 436880 h 944880"/>
              <a:gd name="connsiteX11" fmla="*/ 274320 w 670878"/>
              <a:gd name="connsiteY11" fmla="*/ 497840 h 944880"/>
              <a:gd name="connsiteX12" fmla="*/ 355600 w 670878"/>
              <a:gd name="connsiteY12" fmla="*/ 589280 h 944880"/>
              <a:gd name="connsiteX13" fmla="*/ 416560 w 670878"/>
              <a:gd name="connsiteY13" fmla="*/ 629920 h 944880"/>
              <a:gd name="connsiteX14" fmla="*/ 436880 w 670878"/>
              <a:gd name="connsiteY14" fmla="*/ 660400 h 944880"/>
              <a:gd name="connsiteX15" fmla="*/ 467360 w 670878"/>
              <a:gd name="connsiteY15" fmla="*/ 680720 h 944880"/>
              <a:gd name="connsiteX16" fmla="*/ 508000 w 670878"/>
              <a:gd name="connsiteY16" fmla="*/ 741680 h 944880"/>
              <a:gd name="connsiteX17" fmla="*/ 518160 w 670878"/>
              <a:gd name="connsiteY17" fmla="*/ 772160 h 944880"/>
              <a:gd name="connsiteX18" fmla="*/ 579120 w 670878"/>
              <a:gd name="connsiteY18" fmla="*/ 822960 h 944880"/>
              <a:gd name="connsiteX19" fmla="*/ 599440 w 670878"/>
              <a:gd name="connsiteY19" fmla="*/ 853440 h 944880"/>
              <a:gd name="connsiteX20" fmla="*/ 629920 w 670878"/>
              <a:gd name="connsiteY20" fmla="*/ 873760 h 944880"/>
              <a:gd name="connsiteX21" fmla="*/ 640080 w 670878"/>
              <a:gd name="connsiteY21" fmla="*/ 904240 h 944880"/>
              <a:gd name="connsiteX22" fmla="*/ 670560 w 670878"/>
              <a:gd name="connsiteY22" fmla="*/ 944880 h 944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670878" h="944880">
                <a:moveTo>
                  <a:pt x="0" y="0"/>
                </a:moveTo>
                <a:cubicBezTo>
                  <a:pt x="20320" y="23707"/>
                  <a:pt x="40073" y="47912"/>
                  <a:pt x="60960" y="71120"/>
                </a:cubicBezTo>
                <a:cubicBezTo>
                  <a:pt x="70572" y="81800"/>
                  <a:pt x="82819" y="90105"/>
                  <a:pt x="91440" y="101600"/>
                </a:cubicBezTo>
                <a:cubicBezTo>
                  <a:pt x="103288" y="117398"/>
                  <a:pt x="111454" y="135654"/>
                  <a:pt x="121920" y="152400"/>
                </a:cubicBezTo>
                <a:cubicBezTo>
                  <a:pt x="128392" y="162755"/>
                  <a:pt x="137281" y="171722"/>
                  <a:pt x="142240" y="182880"/>
                </a:cubicBezTo>
                <a:cubicBezTo>
                  <a:pt x="150939" y="202453"/>
                  <a:pt x="157365" y="223060"/>
                  <a:pt x="162560" y="243840"/>
                </a:cubicBezTo>
                <a:cubicBezTo>
                  <a:pt x="165947" y="257387"/>
                  <a:pt x="167219" y="271645"/>
                  <a:pt x="172720" y="284480"/>
                </a:cubicBezTo>
                <a:cubicBezTo>
                  <a:pt x="177530" y="295703"/>
                  <a:pt x="188081" y="303802"/>
                  <a:pt x="193040" y="314960"/>
                </a:cubicBezTo>
                <a:cubicBezTo>
                  <a:pt x="201739" y="334533"/>
                  <a:pt x="206587" y="355600"/>
                  <a:pt x="213360" y="375920"/>
                </a:cubicBezTo>
                <a:lnTo>
                  <a:pt x="223520" y="406400"/>
                </a:lnTo>
                <a:cubicBezTo>
                  <a:pt x="226907" y="416560"/>
                  <a:pt x="227739" y="427969"/>
                  <a:pt x="233680" y="436880"/>
                </a:cubicBezTo>
                <a:lnTo>
                  <a:pt x="274320" y="497840"/>
                </a:lnTo>
                <a:cubicBezTo>
                  <a:pt x="298752" y="534487"/>
                  <a:pt x="313843" y="561442"/>
                  <a:pt x="355600" y="589280"/>
                </a:cubicBezTo>
                <a:lnTo>
                  <a:pt x="416560" y="629920"/>
                </a:lnTo>
                <a:cubicBezTo>
                  <a:pt x="423333" y="640080"/>
                  <a:pt x="428246" y="651766"/>
                  <a:pt x="436880" y="660400"/>
                </a:cubicBezTo>
                <a:cubicBezTo>
                  <a:pt x="445514" y="669034"/>
                  <a:pt x="459319" y="671530"/>
                  <a:pt x="467360" y="680720"/>
                </a:cubicBezTo>
                <a:cubicBezTo>
                  <a:pt x="483442" y="699099"/>
                  <a:pt x="500277" y="718512"/>
                  <a:pt x="508000" y="741680"/>
                </a:cubicBezTo>
                <a:cubicBezTo>
                  <a:pt x="511387" y="751840"/>
                  <a:pt x="512219" y="763249"/>
                  <a:pt x="518160" y="772160"/>
                </a:cubicBezTo>
                <a:cubicBezTo>
                  <a:pt x="533806" y="795629"/>
                  <a:pt x="556629" y="807966"/>
                  <a:pt x="579120" y="822960"/>
                </a:cubicBezTo>
                <a:cubicBezTo>
                  <a:pt x="585893" y="833120"/>
                  <a:pt x="590806" y="844806"/>
                  <a:pt x="599440" y="853440"/>
                </a:cubicBezTo>
                <a:cubicBezTo>
                  <a:pt x="608074" y="862074"/>
                  <a:pt x="622292" y="864225"/>
                  <a:pt x="629920" y="873760"/>
                </a:cubicBezTo>
                <a:cubicBezTo>
                  <a:pt x="636610" y="882123"/>
                  <a:pt x="633390" y="895877"/>
                  <a:pt x="640080" y="904240"/>
                </a:cubicBezTo>
                <a:cubicBezTo>
                  <a:pt x="676196" y="949385"/>
                  <a:pt x="670560" y="900663"/>
                  <a:pt x="670560" y="944880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D4E3D9-1C1D-94F0-4EF6-F49E9AE8FB68}"/>
                  </a:ext>
                </a:extLst>
              </p:cNvPr>
              <p:cNvSpPr txBox="1"/>
              <p:nvPr/>
            </p:nvSpPr>
            <p:spPr>
              <a:xfrm>
                <a:off x="13541433" y="1014461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D4E3D9-1C1D-94F0-4EF6-F49E9AE8F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1433" y="10144613"/>
                <a:ext cx="896111" cy="588751"/>
              </a:xfrm>
              <a:prstGeom prst="rect">
                <a:avLst/>
              </a:prstGeom>
              <a:blipFill>
                <a:blip r:embed="rId20"/>
                <a:stretch>
                  <a:fillRect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E6FD0125-183F-EE73-EB5E-BE5F7A0E6B19}"/>
              </a:ext>
            </a:extLst>
          </p:cNvPr>
          <p:cNvGrpSpPr/>
          <p:nvPr/>
        </p:nvGrpSpPr>
        <p:grpSpPr>
          <a:xfrm>
            <a:off x="13198190" y="10168772"/>
            <a:ext cx="6929105" cy="5182319"/>
            <a:chOff x="16497732" y="9281963"/>
            <a:chExt cx="8661380" cy="6477896"/>
          </a:xfrm>
        </p:grpSpPr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85164E2-EF9A-1A2A-247A-92BED897836F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E6F91281-B56B-33F2-83F7-C598EF68F661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76582E1-D12B-5D0A-6FAA-6DC945389F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23D1126-61AC-80DF-50DC-CE699BA2BF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AAF22349-E8B8-9996-0071-B738D86B8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AAF22349-E8B8-9996-0071-B738D86B84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2011B2CB-F7F2-3612-F49C-65771E5642C3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2011B2CB-F7F2-3612-F49C-65771E5642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3A83C305-BAEF-FEF3-EEB8-0306AD6F19BF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3A83C305-BAEF-FEF3-EEB8-0306AD6F19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E8F243F6-C806-907A-1790-D07C72C86415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E8F243F6-C806-907A-1790-D07C72C864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49DFE812-2F7C-A694-CB3C-12D75B332743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49DFE812-2F7C-A694-CB3C-12D75B3327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C5B5D608-20EB-5637-6734-C90AEDD4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C5B5D608-20EB-5637-6734-C90AEDD4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642B95D-ED1C-C4DB-CE88-35EE5C06C32F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642B95D-ED1C-C4DB-CE88-35EE5C06C3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FC01185A-22B4-6F25-C649-FD69EBBB5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3CADD96-9144-68E8-2A2F-DB4B7538ABD3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3CADD96-9144-68E8-2A2F-DB4B7538A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7C70AB0D-9068-2B97-ECAE-4D0A9A1D9B6E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7C70AB0D-9068-2B97-ECAE-4D0A9A1D9B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88F9B8F9-B658-BF37-6646-0585193BD848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88F9B8F9-B658-BF37-6646-0585193BD8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EA97DF6E-642A-EC74-D11E-27FAA5147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70D757E-1FC8-2D67-B381-4085760E4D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26E3B7FB-07B5-F9E1-7E10-A10ED1C949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74C462B3-B5F4-6C44-34D3-FE19F3FC8C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870595B-00C3-2E8E-8652-7AB4C1371F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F06820A1-1E5E-5D46-E53D-FBE15246E4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D0D30FF2-376A-4894-20C7-CBE257985C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5B171333-F93A-AEAA-E15D-C924355AE5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4A8EA956-63EA-0FEA-931A-45478F9277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F59683E-68D5-A4AE-3EC3-E3DD2A77F2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C817118-998A-3900-6019-20D4D84C36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9C21605C-C521-13BA-030A-340F8AA756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A2BCC3ED-05E7-8300-17ED-D7AD3EE95A3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1350DCAD-FB4A-85A0-E010-B1D70B7A30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3127598-A3C3-6650-06FB-305D742EDB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C7EE5652-C961-C9F5-FE7D-A5DD3B4D7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C0887600-9A94-609C-24C6-D1381E034D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6A59C2B4-D81C-AEE2-FD7D-B7B924629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2C1CFA3-A012-DBB6-62E2-EFC02F6AC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9197EEC4-0E1E-ADF1-9D85-91080BFC1C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82A75D89-F03D-AC24-6A33-F6A603FA51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70CBB21D-3EF8-4C22-F88B-74F49AD257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1D85C809-8F0D-8A59-D6A1-FCC469A9AF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E2D61F49-0550-EDBB-791E-CB86AE87A0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DAB222C8-E4D7-3F62-AACC-28AB090411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AD1E2210-2B6B-BF0E-FFDC-D5EE0556D5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77B8A48-CC5B-E5D6-3376-433329463550}"/>
              </a:ext>
            </a:extLst>
          </p:cNvPr>
          <p:cNvCxnSpPr>
            <a:cxnSpLocks/>
          </p:cNvCxnSpPr>
          <p:nvPr/>
        </p:nvCxnSpPr>
        <p:spPr>
          <a:xfrm>
            <a:off x="23936047" y="11454698"/>
            <a:ext cx="0" cy="613487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BB64960B-1845-72EB-38DE-1D2F3FC7A789}"/>
              </a:ext>
            </a:extLst>
          </p:cNvPr>
          <p:cNvCxnSpPr>
            <a:cxnSpLocks/>
          </p:cNvCxnSpPr>
          <p:nvPr/>
        </p:nvCxnSpPr>
        <p:spPr>
          <a:xfrm>
            <a:off x="22615241" y="13182091"/>
            <a:ext cx="0" cy="347366"/>
          </a:xfrm>
          <a:prstGeom prst="line">
            <a:avLst/>
          </a:prstGeom>
          <a:ln w="381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E70A4205-A20B-E51A-0CBD-CA9987E5F672}"/>
                  </a:ext>
                </a:extLst>
              </p:cNvPr>
              <p:cNvSpPr txBox="1"/>
              <p:nvPr/>
            </p:nvSpPr>
            <p:spPr>
              <a:xfrm>
                <a:off x="22722851" y="13060660"/>
                <a:ext cx="568909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E70A4205-A20B-E51A-0CBD-CA9987E5F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22851" y="13060660"/>
                <a:ext cx="568909" cy="47846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DE9DCC01-9A54-A9E5-CF30-EC9B8C70B934}"/>
                  </a:ext>
                </a:extLst>
              </p:cNvPr>
              <p:cNvSpPr txBox="1"/>
              <p:nvPr/>
            </p:nvSpPr>
            <p:spPr>
              <a:xfrm>
                <a:off x="23645198" y="11627095"/>
                <a:ext cx="98303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DE9DCC01-9A54-A9E5-CF30-EC9B8C70B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45198" y="11627095"/>
                <a:ext cx="983031" cy="478464"/>
              </a:xfrm>
              <a:prstGeom prst="rect">
                <a:avLst/>
              </a:prstGeom>
              <a:blipFill>
                <a:blip r:embed="rId35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6418319-4610-2F30-ED11-35ED9BF99BB5}"/>
                  </a:ext>
                </a:extLst>
              </p:cNvPr>
              <p:cNvSpPr txBox="1"/>
              <p:nvPr/>
            </p:nvSpPr>
            <p:spPr>
              <a:xfrm>
                <a:off x="22987466" y="12311156"/>
                <a:ext cx="896111" cy="4784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9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509" dirty="0"/>
              </a:p>
            </p:txBody>
          </p:sp>
        </mc:Choice>
        <mc:Fallback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6418319-4610-2F30-ED11-35ED9BF99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7466" y="12311156"/>
                <a:ext cx="896111" cy="47846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1357B5C4-2B81-7AA4-7338-312225CA49FE}"/>
                  </a:ext>
                </a:extLst>
              </p:cNvPr>
              <p:cNvSpPr txBox="1"/>
              <p:nvPr/>
            </p:nvSpPr>
            <p:spPr>
              <a:xfrm>
                <a:off x="21187410" y="15407211"/>
                <a:ext cx="5728691" cy="5335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67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67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67">
                          <a:latin typeface="Cambria Math" panose="02040503050406030204" pitchFamily="18" charset="0"/>
                        </a:rPr>
                        <m:t>y</m:t>
                      </m:r>
                      <m:sSub>
                        <m:sSubPr>
                          <m:ctrlPr>
                            <a:rPr lang="en-US" sz="28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67" dirty="0"/>
              </a:p>
            </p:txBody>
          </p:sp>
        </mc:Choice>
        <mc:Fallback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1357B5C4-2B81-7AA4-7338-312225CA4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87410" y="15407211"/>
                <a:ext cx="5728691" cy="533544"/>
              </a:xfrm>
              <a:prstGeom prst="rect">
                <a:avLst/>
              </a:prstGeom>
              <a:blipFill>
                <a:blip r:embed="rId37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6" name="Freeform 235">
            <a:extLst>
              <a:ext uri="{FF2B5EF4-FFF2-40B4-BE49-F238E27FC236}">
                <a16:creationId xmlns:a16="http://schemas.microsoft.com/office/drawing/2014/main" id="{1BA3B2D1-0016-A413-8AF0-5FEA37B1EFB5}"/>
              </a:ext>
            </a:extLst>
          </p:cNvPr>
          <p:cNvSpPr/>
          <p:nvPr/>
        </p:nvSpPr>
        <p:spPr>
          <a:xfrm>
            <a:off x="22653739" y="11419889"/>
            <a:ext cx="1259238" cy="1735074"/>
          </a:xfrm>
          <a:custGeom>
            <a:avLst/>
            <a:gdLst>
              <a:gd name="connsiteX0" fmla="*/ 0 w 1624405"/>
              <a:gd name="connsiteY0" fmla="*/ 2571077 h 2571077"/>
              <a:gd name="connsiteX1" fmla="*/ 86061 w 1624405"/>
              <a:gd name="connsiteY1" fmla="*/ 2528047 h 2571077"/>
              <a:gd name="connsiteX2" fmla="*/ 107576 w 1624405"/>
              <a:gd name="connsiteY2" fmla="*/ 2495774 h 2571077"/>
              <a:gd name="connsiteX3" fmla="*/ 129092 w 1624405"/>
              <a:gd name="connsiteY3" fmla="*/ 2474259 h 2571077"/>
              <a:gd name="connsiteX4" fmla="*/ 161365 w 1624405"/>
              <a:gd name="connsiteY4" fmla="*/ 2431228 h 2571077"/>
              <a:gd name="connsiteX5" fmla="*/ 172122 w 1624405"/>
              <a:gd name="connsiteY5" fmla="*/ 2398955 h 2571077"/>
              <a:gd name="connsiteX6" fmla="*/ 225911 w 1624405"/>
              <a:gd name="connsiteY6" fmla="*/ 2334409 h 2571077"/>
              <a:gd name="connsiteX7" fmla="*/ 258184 w 1624405"/>
              <a:gd name="connsiteY7" fmla="*/ 2269863 h 2571077"/>
              <a:gd name="connsiteX8" fmla="*/ 290456 w 1624405"/>
              <a:gd name="connsiteY8" fmla="*/ 2248348 h 2571077"/>
              <a:gd name="connsiteX9" fmla="*/ 344245 w 1624405"/>
              <a:gd name="connsiteY9" fmla="*/ 2173044 h 2571077"/>
              <a:gd name="connsiteX10" fmla="*/ 376518 w 1624405"/>
              <a:gd name="connsiteY10" fmla="*/ 2151529 h 2571077"/>
              <a:gd name="connsiteX11" fmla="*/ 419548 w 1624405"/>
              <a:gd name="connsiteY11" fmla="*/ 2086983 h 2571077"/>
              <a:gd name="connsiteX12" fmla="*/ 484094 w 1624405"/>
              <a:gd name="connsiteY12" fmla="*/ 2022437 h 2571077"/>
              <a:gd name="connsiteX13" fmla="*/ 527125 w 1624405"/>
              <a:gd name="connsiteY13" fmla="*/ 1957891 h 2571077"/>
              <a:gd name="connsiteX14" fmla="*/ 548640 w 1624405"/>
              <a:gd name="connsiteY14" fmla="*/ 1925619 h 2571077"/>
              <a:gd name="connsiteX15" fmla="*/ 591671 w 1624405"/>
              <a:gd name="connsiteY15" fmla="*/ 1839557 h 2571077"/>
              <a:gd name="connsiteX16" fmla="*/ 623944 w 1624405"/>
              <a:gd name="connsiteY16" fmla="*/ 1775011 h 2571077"/>
              <a:gd name="connsiteX17" fmla="*/ 645459 w 1624405"/>
              <a:gd name="connsiteY17" fmla="*/ 1710466 h 2571077"/>
              <a:gd name="connsiteX18" fmla="*/ 656216 w 1624405"/>
              <a:gd name="connsiteY18" fmla="*/ 1678193 h 2571077"/>
              <a:gd name="connsiteX19" fmla="*/ 699247 w 1624405"/>
              <a:gd name="connsiteY19" fmla="*/ 1624404 h 2571077"/>
              <a:gd name="connsiteX20" fmla="*/ 731520 w 1624405"/>
              <a:gd name="connsiteY20" fmla="*/ 1581374 h 2571077"/>
              <a:gd name="connsiteX21" fmla="*/ 763793 w 1624405"/>
              <a:gd name="connsiteY21" fmla="*/ 1527586 h 2571077"/>
              <a:gd name="connsiteX22" fmla="*/ 785308 w 1624405"/>
              <a:gd name="connsiteY22" fmla="*/ 1506070 h 2571077"/>
              <a:gd name="connsiteX23" fmla="*/ 817581 w 1624405"/>
              <a:gd name="connsiteY23" fmla="*/ 1463040 h 2571077"/>
              <a:gd name="connsiteX24" fmla="*/ 903642 w 1624405"/>
              <a:gd name="connsiteY24" fmla="*/ 1376979 h 2571077"/>
              <a:gd name="connsiteX25" fmla="*/ 935915 w 1624405"/>
              <a:gd name="connsiteY25" fmla="*/ 1344706 h 2571077"/>
              <a:gd name="connsiteX26" fmla="*/ 978946 w 1624405"/>
              <a:gd name="connsiteY26" fmla="*/ 1312433 h 2571077"/>
              <a:gd name="connsiteX27" fmla="*/ 1021976 w 1624405"/>
              <a:gd name="connsiteY27" fmla="*/ 1247887 h 2571077"/>
              <a:gd name="connsiteX28" fmla="*/ 1054249 w 1624405"/>
              <a:gd name="connsiteY28" fmla="*/ 1183341 h 2571077"/>
              <a:gd name="connsiteX29" fmla="*/ 1097280 w 1624405"/>
              <a:gd name="connsiteY29" fmla="*/ 1075764 h 2571077"/>
              <a:gd name="connsiteX30" fmla="*/ 1118795 w 1624405"/>
              <a:gd name="connsiteY30" fmla="*/ 1000461 h 2571077"/>
              <a:gd name="connsiteX31" fmla="*/ 1140311 w 1624405"/>
              <a:gd name="connsiteY31" fmla="*/ 968188 h 2571077"/>
              <a:gd name="connsiteX32" fmla="*/ 1161826 w 1624405"/>
              <a:gd name="connsiteY32" fmla="*/ 925157 h 2571077"/>
              <a:gd name="connsiteX33" fmla="*/ 1183341 w 1624405"/>
              <a:gd name="connsiteY33" fmla="*/ 892884 h 2571077"/>
              <a:gd name="connsiteX34" fmla="*/ 1204856 w 1624405"/>
              <a:gd name="connsiteY34" fmla="*/ 849854 h 2571077"/>
              <a:gd name="connsiteX35" fmla="*/ 1226372 w 1624405"/>
              <a:gd name="connsiteY35" fmla="*/ 817581 h 2571077"/>
              <a:gd name="connsiteX36" fmla="*/ 1247887 w 1624405"/>
              <a:gd name="connsiteY36" fmla="*/ 774550 h 2571077"/>
              <a:gd name="connsiteX37" fmla="*/ 1280160 w 1624405"/>
              <a:gd name="connsiteY37" fmla="*/ 699247 h 2571077"/>
              <a:gd name="connsiteX38" fmla="*/ 1301675 w 1624405"/>
              <a:gd name="connsiteY38" fmla="*/ 677731 h 2571077"/>
              <a:gd name="connsiteX39" fmla="*/ 1323191 w 1624405"/>
              <a:gd name="connsiteY39" fmla="*/ 613186 h 2571077"/>
              <a:gd name="connsiteX40" fmla="*/ 1344706 w 1624405"/>
              <a:gd name="connsiteY40" fmla="*/ 548640 h 2571077"/>
              <a:gd name="connsiteX41" fmla="*/ 1387736 w 1624405"/>
              <a:gd name="connsiteY41" fmla="*/ 494851 h 2571077"/>
              <a:gd name="connsiteX42" fmla="*/ 1452282 w 1624405"/>
              <a:gd name="connsiteY42" fmla="*/ 462579 h 2571077"/>
              <a:gd name="connsiteX43" fmla="*/ 1506071 w 1624405"/>
              <a:gd name="connsiteY43" fmla="*/ 408790 h 2571077"/>
              <a:gd name="connsiteX44" fmla="*/ 1549101 w 1624405"/>
              <a:gd name="connsiteY44" fmla="*/ 333487 h 2571077"/>
              <a:gd name="connsiteX45" fmla="*/ 1570616 w 1624405"/>
              <a:gd name="connsiteY45" fmla="*/ 268941 h 2571077"/>
              <a:gd name="connsiteX46" fmla="*/ 1581374 w 1624405"/>
              <a:gd name="connsiteY46" fmla="*/ 236668 h 2571077"/>
              <a:gd name="connsiteX47" fmla="*/ 1613647 w 1624405"/>
              <a:gd name="connsiteY47" fmla="*/ 139849 h 2571077"/>
              <a:gd name="connsiteX48" fmla="*/ 1624405 w 1624405"/>
              <a:gd name="connsiteY48" fmla="*/ 107576 h 2571077"/>
              <a:gd name="connsiteX49" fmla="*/ 1613647 w 1624405"/>
              <a:gd name="connsiteY49" fmla="*/ 0 h 2571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624405" h="2571077">
                <a:moveTo>
                  <a:pt x="0" y="2571077"/>
                </a:moveTo>
                <a:cubicBezTo>
                  <a:pt x="28687" y="2556734"/>
                  <a:pt x="59786" y="2546440"/>
                  <a:pt x="86061" y="2528047"/>
                </a:cubicBezTo>
                <a:cubicBezTo>
                  <a:pt x="96653" y="2520633"/>
                  <a:pt x="99499" y="2505870"/>
                  <a:pt x="107576" y="2495774"/>
                </a:cubicBezTo>
                <a:cubicBezTo>
                  <a:pt x="113912" y="2487854"/>
                  <a:pt x="122599" y="2482051"/>
                  <a:pt x="129092" y="2474259"/>
                </a:cubicBezTo>
                <a:cubicBezTo>
                  <a:pt x="140570" y="2460485"/>
                  <a:pt x="150607" y="2445572"/>
                  <a:pt x="161365" y="2431228"/>
                </a:cubicBezTo>
                <a:cubicBezTo>
                  <a:pt x="164951" y="2420470"/>
                  <a:pt x="167051" y="2409097"/>
                  <a:pt x="172122" y="2398955"/>
                </a:cubicBezTo>
                <a:cubicBezTo>
                  <a:pt x="187098" y="2369003"/>
                  <a:pt x="202121" y="2358199"/>
                  <a:pt x="225911" y="2334409"/>
                </a:cubicBezTo>
                <a:cubicBezTo>
                  <a:pt x="234661" y="2308158"/>
                  <a:pt x="237328" y="2290719"/>
                  <a:pt x="258184" y="2269863"/>
                </a:cubicBezTo>
                <a:cubicBezTo>
                  <a:pt x="267326" y="2260721"/>
                  <a:pt x="279699" y="2255520"/>
                  <a:pt x="290456" y="2248348"/>
                </a:cubicBezTo>
                <a:cubicBezTo>
                  <a:pt x="302671" y="2230026"/>
                  <a:pt x="330905" y="2186384"/>
                  <a:pt x="344245" y="2173044"/>
                </a:cubicBezTo>
                <a:cubicBezTo>
                  <a:pt x="353387" y="2163902"/>
                  <a:pt x="365760" y="2158701"/>
                  <a:pt x="376518" y="2151529"/>
                </a:cubicBezTo>
                <a:cubicBezTo>
                  <a:pt x="390861" y="2130014"/>
                  <a:pt x="401264" y="2105267"/>
                  <a:pt x="419548" y="2086983"/>
                </a:cubicBezTo>
                <a:cubicBezTo>
                  <a:pt x="441063" y="2065468"/>
                  <a:pt x="467216" y="2047754"/>
                  <a:pt x="484094" y="2022437"/>
                </a:cubicBezTo>
                <a:lnTo>
                  <a:pt x="527125" y="1957891"/>
                </a:lnTo>
                <a:cubicBezTo>
                  <a:pt x="534297" y="1947134"/>
                  <a:pt x="543838" y="1937623"/>
                  <a:pt x="548640" y="1925619"/>
                </a:cubicBezTo>
                <a:cubicBezTo>
                  <a:pt x="574957" y="1859825"/>
                  <a:pt x="559443" y="1887897"/>
                  <a:pt x="591671" y="1839557"/>
                </a:cubicBezTo>
                <a:cubicBezTo>
                  <a:pt x="630896" y="1721873"/>
                  <a:pt x="568340" y="1900118"/>
                  <a:pt x="623944" y="1775011"/>
                </a:cubicBezTo>
                <a:cubicBezTo>
                  <a:pt x="633155" y="1754287"/>
                  <a:pt x="638287" y="1731981"/>
                  <a:pt x="645459" y="1710466"/>
                </a:cubicBezTo>
                <a:cubicBezTo>
                  <a:pt x="649045" y="1699708"/>
                  <a:pt x="648198" y="1686211"/>
                  <a:pt x="656216" y="1678193"/>
                </a:cubicBezTo>
                <a:cubicBezTo>
                  <a:pt x="692199" y="1642210"/>
                  <a:pt x="665319" y="1671903"/>
                  <a:pt x="699247" y="1624404"/>
                </a:cubicBezTo>
                <a:cubicBezTo>
                  <a:pt x="709668" y="1609814"/>
                  <a:pt x="721575" y="1596292"/>
                  <a:pt x="731520" y="1581374"/>
                </a:cubicBezTo>
                <a:cubicBezTo>
                  <a:pt x="743118" y="1563977"/>
                  <a:pt x="751640" y="1544600"/>
                  <a:pt x="763793" y="1527586"/>
                </a:cubicBezTo>
                <a:cubicBezTo>
                  <a:pt x="769688" y="1519333"/>
                  <a:pt x="778815" y="1513862"/>
                  <a:pt x="785308" y="1506070"/>
                </a:cubicBezTo>
                <a:cubicBezTo>
                  <a:pt x="796786" y="1492296"/>
                  <a:pt x="805466" y="1476257"/>
                  <a:pt x="817581" y="1463040"/>
                </a:cubicBezTo>
                <a:cubicBezTo>
                  <a:pt x="844995" y="1433134"/>
                  <a:pt x="874955" y="1405666"/>
                  <a:pt x="903642" y="1376979"/>
                </a:cubicBezTo>
                <a:cubicBezTo>
                  <a:pt x="914400" y="1366221"/>
                  <a:pt x="923744" y="1353834"/>
                  <a:pt x="935915" y="1344706"/>
                </a:cubicBezTo>
                <a:lnTo>
                  <a:pt x="978946" y="1312433"/>
                </a:lnTo>
                <a:cubicBezTo>
                  <a:pt x="993289" y="1290918"/>
                  <a:pt x="1013799" y="1272418"/>
                  <a:pt x="1021976" y="1247887"/>
                </a:cubicBezTo>
                <a:cubicBezTo>
                  <a:pt x="1036823" y="1203348"/>
                  <a:pt x="1026444" y="1225049"/>
                  <a:pt x="1054249" y="1183341"/>
                </a:cubicBezTo>
                <a:cubicBezTo>
                  <a:pt x="1078225" y="1087440"/>
                  <a:pt x="1054856" y="1118190"/>
                  <a:pt x="1097280" y="1075764"/>
                </a:cubicBezTo>
                <a:cubicBezTo>
                  <a:pt x="1100725" y="1061984"/>
                  <a:pt x="1111081" y="1015889"/>
                  <a:pt x="1118795" y="1000461"/>
                </a:cubicBezTo>
                <a:cubicBezTo>
                  <a:pt x="1124577" y="988897"/>
                  <a:pt x="1133896" y="979414"/>
                  <a:pt x="1140311" y="968188"/>
                </a:cubicBezTo>
                <a:cubicBezTo>
                  <a:pt x="1148267" y="954264"/>
                  <a:pt x="1153870" y="939081"/>
                  <a:pt x="1161826" y="925157"/>
                </a:cubicBezTo>
                <a:cubicBezTo>
                  <a:pt x="1168241" y="913931"/>
                  <a:pt x="1176926" y="904110"/>
                  <a:pt x="1183341" y="892884"/>
                </a:cubicBezTo>
                <a:cubicBezTo>
                  <a:pt x="1191297" y="878961"/>
                  <a:pt x="1196900" y="863777"/>
                  <a:pt x="1204856" y="849854"/>
                </a:cubicBezTo>
                <a:cubicBezTo>
                  <a:pt x="1211271" y="838628"/>
                  <a:pt x="1219957" y="828807"/>
                  <a:pt x="1226372" y="817581"/>
                </a:cubicBezTo>
                <a:cubicBezTo>
                  <a:pt x="1234328" y="803657"/>
                  <a:pt x="1241570" y="789290"/>
                  <a:pt x="1247887" y="774550"/>
                </a:cubicBezTo>
                <a:cubicBezTo>
                  <a:pt x="1265098" y="734390"/>
                  <a:pt x="1251619" y="742059"/>
                  <a:pt x="1280160" y="699247"/>
                </a:cubicBezTo>
                <a:cubicBezTo>
                  <a:pt x="1285786" y="690808"/>
                  <a:pt x="1294503" y="684903"/>
                  <a:pt x="1301675" y="677731"/>
                </a:cubicBezTo>
                <a:lnTo>
                  <a:pt x="1323191" y="613186"/>
                </a:lnTo>
                <a:cubicBezTo>
                  <a:pt x="1323193" y="613181"/>
                  <a:pt x="1344703" y="548644"/>
                  <a:pt x="1344706" y="548640"/>
                </a:cubicBezTo>
                <a:cubicBezTo>
                  <a:pt x="1360680" y="524679"/>
                  <a:pt x="1365840" y="512368"/>
                  <a:pt x="1387736" y="494851"/>
                </a:cubicBezTo>
                <a:cubicBezTo>
                  <a:pt x="1417526" y="471018"/>
                  <a:pt x="1418196" y="473940"/>
                  <a:pt x="1452282" y="462579"/>
                </a:cubicBezTo>
                <a:cubicBezTo>
                  <a:pt x="1470212" y="444649"/>
                  <a:pt x="1492006" y="429888"/>
                  <a:pt x="1506071" y="408790"/>
                </a:cubicBezTo>
                <a:cubicBezTo>
                  <a:pt x="1525477" y="379681"/>
                  <a:pt x="1535453" y="367607"/>
                  <a:pt x="1549101" y="333487"/>
                </a:cubicBezTo>
                <a:cubicBezTo>
                  <a:pt x="1557524" y="312430"/>
                  <a:pt x="1563444" y="290456"/>
                  <a:pt x="1570616" y="268941"/>
                </a:cubicBezTo>
                <a:lnTo>
                  <a:pt x="1581374" y="236668"/>
                </a:lnTo>
                <a:lnTo>
                  <a:pt x="1613647" y="139849"/>
                </a:lnTo>
                <a:lnTo>
                  <a:pt x="1624405" y="107576"/>
                </a:lnTo>
                <a:cubicBezTo>
                  <a:pt x="1610131" y="36207"/>
                  <a:pt x="1613647" y="72072"/>
                  <a:pt x="1613647" y="0"/>
                </a:cubicBezTo>
              </a:path>
            </a:pathLst>
          </a:cu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CD1FC40D-D52E-4C5E-7B54-CF09EA8F61BE}"/>
                  </a:ext>
                </a:extLst>
              </p:cNvPr>
              <p:cNvSpPr txBox="1"/>
              <p:nvPr/>
            </p:nvSpPr>
            <p:spPr>
              <a:xfrm>
                <a:off x="22274534" y="16032846"/>
                <a:ext cx="4172975" cy="718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867" dirty="0"/>
                  <a:t> </a:t>
                </a:r>
                <a14:m>
                  <m:oMath xmlns:m="http://schemas.openxmlformats.org/officeDocument/2006/math">
                    <m:r>
                      <a:rPr lang="en-US" sz="2867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d>
                      <m:d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6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67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6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67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67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67" dirty="0"/>
              </a:p>
            </p:txBody>
          </p:sp>
        </mc:Choice>
        <mc:Fallback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CD1FC40D-D52E-4C5E-7B54-CF09EA8F6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4534" y="16032846"/>
                <a:ext cx="4172975" cy="718145"/>
              </a:xfrm>
              <a:prstGeom prst="rect">
                <a:avLst/>
              </a:prstGeom>
              <a:blipFill>
                <a:blip r:embed="rId38"/>
                <a:stretch>
                  <a:fillRect l="-606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8" name="Freeform 237">
            <a:extLst>
              <a:ext uri="{FF2B5EF4-FFF2-40B4-BE49-F238E27FC236}">
                <a16:creationId xmlns:a16="http://schemas.microsoft.com/office/drawing/2014/main" id="{A8412C20-4C19-B465-56A1-4E3184E06855}"/>
              </a:ext>
            </a:extLst>
          </p:cNvPr>
          <p:cNvSpPr/>
          <p:nvPr/>
        </p:nvSpPr>
        <p:spPr>
          <a:xfrm>
            <a:off x="21645368" y="13186850"/>
            <a:ext cx="932745" cy="1752047"/>
          </a:xfrm>
          <a:custGeom>
            <a:avLst/>
            <a:gdLst>
              <a:gd name="connsiteX0" fmla="*/ 0 w 1041009"/>
              <a:gd name="connsiteY0" fmla="*/ 1955409 h 1955409"/>
              <a:gd name="connsiteX1" fmla="*/ 14067 w 1041009"/>
              <a:gd name="connsiteY1" fmla="*/ 1856935 h 1955409"/>
              <a:gd name="connsiteX2" fmla="*/ 42203 w 1041009"/>
              <a:gd name="connsiteY2" fmla="*/ 1814732 h 1955409"/>
              <a:gd name="connsiteX3" fmla="*/ 84406 w 1041009"/>
              <a:gd name="connsiteY3" fmla="*/ 1730326 h 1955409"/>
              <a:gd name="connsiteX4" fmla="*/ 112541 w 1041009"/>
              <a:gd name="connsiteY4" fmla="*/ 1645920 h 1955409"/>
              <a:gd name="connsiteX5" fmla="*/ 126609 w 1041009"/>
              <a:gd name="connsiteY5" fmla="*/ 1603717 h 1955409"/>
              <a:gd name="connsiteX6" fmla="*/ 182880 w 1041009"/>
              <a:gd name="connsiteY6" fmla="*/ 1477107 h 1955409"/>
              <a:gd name="connsiteX7" fmla="*/ 211015 w 1041009"/>
              <a:gd name="connsiteY7" fmla="*/ 1392701 h 1955409"/>
              <a:gd name="connsiteX8" fmla="*/ 281353 w 1041009"/>
              <a:gd name="connsiteY8" fmla="*/ 1308295 h 1955409"/>
              <a:gd name="connsiteX9" fmla="*/ 337624 w 1041009"/>
              <a:gd name="connsiteY9" fmla="*/ 1252024 h 1955409"/>
              <a:gd name="connsiteX10" fmla="*/ 365760 w 1041009"/>
              <a:gd name="connsiteY10" fmla="*/ 1223889 h 1955409"/>
              <a:gd name="connsiteX11" fmla="*/ 450166 w 1041009"/>
              <a:gd name="connsiteY11" fmla="*/ 1111347 h 1955409"/>
              <a:gd name="connsiteX12" fmla="*/ 478301 w 1041009"/>
              <a:gd name="connsiteY12" fmla="*/ 1069144 h 1955409"/>
              <a:gd name="connsiteX13" fmla="*/ 520504 w 1041009"/>
              <a:gd name="connsiteY13" fmla="*/ 970670 h 1955409"/>
              <a:gd name="connsiteX14" fmla="*/ 576775 w 1041009"/>
              <a:gd name="connsiteY14" fmla="*/ 886264 h 1955409"/>
              <a:gd name="connsiteX15" fmla="*/ 618978 w 1041009"/>
              <a:gd name="connsiteY15" fmla="*/ 858129 h 1955409"/>
              <a:gd name="connsiteX16" fmla="*/ 633046 w 1041009"/>
              <a:gd name="connsiteY16" fmla="*/ 815926 h 1955409"/>
              <a:gd name="connsiteX17" fmla="*/ 661181 w 1041009"/>
              <a:gd name="connsiteY17" fmla="*/ 787790 h 1955409"/>
              <a:gd name="connsiteX18" fmla="*/ 689317 w 1041009"/>
              <a:gd name="connsiteY18" fmla="*/ 703384 h 1955409"/>
              <a:gd name="connsiteX19" fmla="*/ 717452 w 1041009"/>
              <a:gd name="connsiteY19" fmla="*/ 618978 h 1955409"/>
              <a:gd name="connsiteX20" fmla="*/ 731520 w 1041009"/>
              <a:gd name="connsiteY20" fmla="*/ 576775 h 1955409"/>
              <a:gd name="connsiteX21" fmla="*/ 773723 w 1041009"/>
              <a:gd name="connsiteY21" fmla="*/ 492369 h 1955409"/>
              <a:gd name="connsiteX22" fmla="*/ 815926 w 1041009"/>
              <a:gd name="connsiteY22" fmla="*/ 351692 h 1955409"/>
              <a:gd name="connsiteX23" fmla="*/ 886264 w 1041009"/>
              <a:gd name="connsiteY23" fmla="*/ 295421 h 1955409"/>
              <a:gd name="connsiteX24" fmla="*/ 928467 w 1041009"/>
              <a:gd name="connsiteY24" fmla="*/ 211015 h 1955409"/>
              <a:gd name="connsiteX25" fmla="*/ 984738 w 1041009"/>
              <a:gd name="connsiteY25" fmla="*/ 140677 h 1955409"/>
              <a:gd name="connsiteX26" fmla="*/ 1012873 w 1041009"/>
              <a:gd name="connsiteY26" fmla="*/ 56270 h 1955409"/>
              <a:gd name="connsiteX27" fmla="*/ 1041009 w 1041009"/>
              <a:gd name="connsiteY27" fmla="*/ 0 h 195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41009" h="1955409">
                <a:moveTo>
                  <a:pt x="0" y="1955409"/>
                </a:moveTo>
                <a:cubicBezTo>
                  <a:pt x="4689" y="1922584"/>
                  <a:pt x="4539" y="1888695"/>
                  <a:pt x="14067" y="1856935"/>
                </a:cubicBezTo>
                <a:cubicBezTo>
                  <a:pt x="18925" y="1840741"/>
                  <a:pt x="34642" y="1829854"/>
                  <a:pt x="42203" y="1814732"/>
                </a:cubicBezTo>
                <a:cubicBezTo>
                  <a:pt x="100446" y="1698246"/>
                  <a:pt x="3772" y="1851275"/>
                  <a:pt x="84406" y="1730326"/>
                </a:cubicBezTo>
                <a:lnTo>
                  <a:pt x="112541" y="1645920"/>
                </a:lnTo>
                <a:cubicBezTo>
                  <a:pt x="117230" y="1631852"/>
                  <a:pt x="118384" y="1616055"/>
                  <a:pt x="126609" y="1603717"/>
                </a:cubicBezTo>
                <a:cubicBezTo>
                  <a:pt x="171194" y="1536838"/>
                  <a:pt x="149399" y="1577552"/>
                  <a:pt x="182880" y="1477107"/>
                </a:cubicBezTo>
                <a:lnTo>
                  <a:pt x="211015" y="1392701"/>
                </a:lnTo>
                <a:cubicBezTo>
                  <a:pt x="357359" y="1246357"/>
                  <a:pt x="163840" y="1445394"/>
                  <a:pt x="281353" y="1308295"/>
                </a:cubicBezTo>
                <a:cubicBezTo>
                  <a:pt x="298616" y="1288155"/>
                  <a:pt x="318867" y="1270781"/>
                  <a:pt x="337624" y="1252024"/>
                </a:cubicBezTo>
                <a:cubicBezTo>
                  <a:pt x="347003" y="1242646"/>
                  <a:pt x="357802" y="1234500"/>
                  <a:pt x="365760" y="1223889"/>
                </a:cubicBezTo>
                <a:cubicBezTo>
                  <a:pt x="393895" y="1186375"/>
                  <a:pt x="424155" y="1150364"/>
                  <a:pt x="450166" y="1111347"/>
                </a:cubicBezTo>
                <a:cubicBezTo>
                  <a:pt x="459544" y="1097279"/>
                  <a:pt x="470740" y="1084266"/>
                  <a:pt x="478301" y="1069144"/>
                </a:cubicBezTo>
                <a:cubicBezTo>
                  <a:pt x="536510" y="952726"/>
                  <a:pt x="432691" y="1117025"/>
                  <a:pt x="520504" y="970670"/>
                </a:cubicBezTo>
                <a:cubicBezTo>
                  <a:pt x="537901" y="941674"/>
                  <a:pt x="548640" y="905021"/>
                  <a:pt x="576775" y="886264"/>
                </a:cubicBezTo>
                <a:lnTo>
                  <a:pt x="618978" y="858129"/>
                </a:lnTo>
                <a:cubicBezTo>
                  <a:pt x="623667" y="844061"/>
                  <a:pt x="625417" y="828642"/>
                  <a:pt x="633046" y="815926"/>
                </a:cubicBezTo>
                <a:cubicBezTo>
                  <a:pt x="639870" y="804553"/>
                  <a:pt x="655250" y="799653"/>
                  <a:pt x="661181" y="787790"/>
                </a:cubicBezTo>
                <a:cubicBezTo>
                  <a:pt x="674444" y="761264"/>
                  <a:pt x="679939" y="731519"/>
                  <a:pt x="689317" y="703384"/>
                </a:cubicBezTo>
                <a:lnTo>
                  <a:pt x="717452" y="618978"/>
                </a:lnTo>
                <a:cubicBezTo>
                  <a:pt x="722141" y="604910"/>
                  <a:pt x="723295" y="589113"/>
                  <a:pt x="731520" y="576775"/>
                </a:cubicBezTo>
                <a:cubicBezTo>
                  <a:pt x="762345" y="530537"/>
                  <a:pt x="759163" y="543329"/>
                  <a:pt x="773723" y="492369"/>
                </a:cubicBezTo>
                <a:cubicBezTo>
                  <a:pt x="780348" y="469180"/>
                  <a:pt x="804124" y="359560"/>
                  <a:pt x="815926" y="351692"/>
                </a:cubicBezTo>
                <a:cubicBezTo>
                  <a:pt x="869165" y="316200"/>
                  <a:pt x="846174" y="335512"/>
                  <a:pt x="886264" y="295421"/>
                </a:cubicBezTo>
                <a:cubicBezTo>
                  <a:pt x="901122" y="250848"/>
                  <a:pt x="897302" y="249971"/>
                  <a:pt x="928467" y="211015"/>
                </a:cubicBezTo>
                <a:cubicBezTo>
                  <a:pt x="957700" y="174474"/>
                  <a:pt x="963087" y="189392"/>
                  <a:pt x="984738" y="140677"/>
                </a:cubicBezTo>
                <a:cubicBezTo>
                  <a:pt x="996783" y="113576"/>
                  <a:pt x="1003495" y="84406"/>
                  <a:pt x="1012873" y="56270"/>
                </a:cubicBezTo>
                <a:cubicBezTo>
                  <a:pt x="1029037" y="7777"/>
                  <a:pt x="1016456" y="24552"/>
                  <a:pt x="1041009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39" name="Freeform 238">
            <a:extLst>
              <a:ext uri="{FF2B5EF4-FFF2-40B4-BE49-F238E27FC236}">
                <a16:creationId xmlns:a16="http://schemas.microsoft.com/office/drawing/2014/main" id="{EEE6836C-82AA-A6A3-6BC7-B05F4DC7DAB6}"/>
              </a:ext>
            </a:extLst>
          </p:cNvPr>
          <p:cNvSpPr/>
          <p:nvPr/>
        </p:nvSpPr>
        <p:spPr>
          <a:xfrm>
            <a:off x="22673025" y="13193517"/>
            <a:ext cx="1031356" cy="1735074"/>
          </a:xfrm>
          <a:custGeom>
            <a:avLst/>
            <a:gdLst>
              <a:gd name="connsiteX0" fmla="*/ 0 w 1151069"/>
              <a:gd name="connsiteY0" fmla="*/ 0 h 1936464"/>
              <a:gd name="connsiteX1" fmla="*/ 75304 w 1151069"/>
              <a:gd name="connsiteY1" fmla="*/ 43031 h 1936464"/>
              <a:gd name="connsiteX2" fmla="*/ 107577 w 1151069"/>
              <a:gd name="connsiteY2" fmla="*/ 64546 h 1936464"/>
              <a:gd name="connsiteX3" fmla="*/ 139850 w 1151069"/>
              <a:gd name="connsiteY3" fmla="*/ 107577 h 1936464"/>
              <a:gd name="connsiteX4" fmla="*/ 225911 w 1151069"/>
              <a:gd name="connsiteY4" fmla="*/ 215153 h 1936464"/>
              <a:gd name="connsiteX5" fmla="*/ 236669 w 1151069"/>
              <a:gd name="connsiteY5" fmla="*/ 247426 h 1936464"/>
              <a:gd name="connsiteX6" fmla="*/ 268941 w 1151069"/>
              <a:gd name="connsiteY6" fmla="*/ 279699 h 1936464"/>
              <a:gd name="connsiteX7" fmla="*/ 301214 w 1151069"/>
              <a:gd name="connsiteY7" fmla="*/ 355003 h 1936464"/>
              <a:gd name="connsiteX8" fmla="*/ 322730 w 1151069"/>
              <a:gd name="connsiteY8" fmla="*/ 387276 h 1936464"/>
              <a:gd name="connsiteX9" fmla="*/ 333487 w 1151069"/>
              <a:gd name="connsiteY9" fmla="*/ 441064 h 1936464"/>
              <a:gd name="connsiteX10" fmla="*/ 344245 w 1151069"/>
              <a:gd name="connsiteY10" fmla="*/ 473337 h 1936464"/>
              <a:gd name="connsiteX11" fmla="*/ 376518 w 1151069"/>
              <a:gd name="connsiteY11" fmla="*/ 580913 h 1936464"/>
              <a:gd name="connsiteX12" fmla="*/ 387276 w 1151069"/>
              <a:gd name="connsiteY12" fmla="*/ 613186 h 1936464"/>
              <a:gd name="connsiteX13" fmla="*/ 408791 w 1151069"/>
              <a:gd name="connsiteY13" fmla="*/ 645459 h 1936464"/>
              <a:gd name="connsiteX14" fmla="*/ 430306 w 1151069"/>
              <a:gd name="connsiteY14" fmla="*/ 688490 h 1936464"/>
              <a:gd name="connsiteX15" fmla="*/ 462579 w 1151069"/>
              <a:gd name="connsiteY15" fmla="*/ 720763 h 1936464"/>
              <a:gd name="connsiteX16" fmla="*/ 505610 w 1151069"/>
              <a:gd name="connsiteY16" fmla="*/ 774551 h 1936464"/>
              <a:gd name="connsiteX17" fmla="*/ 548640 w 1151069"/>
              <a:gd name="connsiteY17" fmla="*/ 806824 h 1936464"/>
              <a:gd name="connsiteX18" fmla="*/ 602429 w 1151069"/>
              <a:gd name="connsiteY18" fmla="*/ 860612 h 1936464"/>
              <a:gd name="connsiteX19" fmla="*/ 677732 w 1151069"/>
              <a:gd name="connsiteY19" fmla="*/ 957431 h 1936464"/>
              <a:gd name="connsiteX20" fmla="*/ 699247 w 1151069"/>
              <a:gd name="connsiteY20" fmla="*/ 1000461 h 1936464"/>
              <a:gd name="connsiteX21" fmla="*/ 710005 w 1151069"/>
              <a:gd name="connsiteY21" fmla="*/ 1043492 h 1936464"/>
              <a:gd name="connsiteX22" fmla="*/ 731520 w 1151069"/>
              <a:gd name="connsiteY22" fmla="*/ 1097280 h 1936464"/>
              <a:gd name="connsiteX23" fmla="*/ 742278 w 1151069"/>
              <a:gd name="connsiteY23" fmla="*/ 1129553 h 1936464"/>
              <a:gd name="connsiteX24" fmla="*/ 763793 w 1151069"/>
              <a:gd name="connsiteY24" fmla="*/ 1172584 h 1936464"/>
              <a:gd name="connsiteX25" fmla="*/ 774551 w 1151069"/>
              <a:gd name="connsiteY25" fmla="*/ 1215614 h 1936464"/>
              <a:gd name="connsiteX26" fmla="*/ 796066 w 1151069"/>
              <a:gd name="connsiteY26" fmla="*/ 1258645 h 1936464"/>
              <a:gd name="connsiteX27" fmla="*/ 806824 w 1151069"/>
              <a:gd name="connsiteY27" fmla="*/ 1301676 h 1936464"/>
              <a:gd name="connsiteX28" fmla="*/ 828339 w 1151069"/>
              <a:gd name="connsiteY28" fmla="*/ 1366221 h 1936464"/>
              <a:gd name="connsiteX29" fmla="*/ 860612 w 1151069"/>
              <a:gd name="connsiteY29" fmla="*/ 1463040 h 1936464"/>
              <a:gd name="connsiteX30" fmla="*/ 871370 w 1151069"/>
              <a:gd name="connsiteY30" fmla="*/ 1495313 h 1936464"/>
              <a:gd name="connsiteX31" fmla="*/ 882127 w 1151069"/>
              <a:gd name="connsiteY31" fmla="*/ 1527586 h 1936464"/>
              <a:gd name="connsiteX32" fmla="*/ 935916 w 1151069"/>
              <a:gd name="connsiteY32" fmla="*/ 1592132 h 1936464"/>
              <a:gd name="connsiteX33" fmla="*/ 957431 w 1151069"/>
              <a:gd name="connsiteY33" fmla="*/ 1624405 h 1936464"/>
              <a:gd name="connsiteX34" fmla="*/ 989704 w 1151069"/>
              <a:gd name="connsiteY34" fmla="*/ 1656678 h 1936464"/>
              <a:gd name="connsiteX35" fmla="*/ 1032734 w 1151069"/>
              <a:gd name="connsiteY35" fmla="*/ 1721224 h 1936464"/>
              <a:gd name="connsiteX36" fmla="*/ 1097280 w 1151069"/>
              <a:gd name="connsiteY36" fmla="*/ 1807285 h 1936464"/>
              <a:gd name="connsiteX37" fmla="*/ 1129553 w 1151069"/>
              <a:gd name="connsiteY37" fmla="*/ 1904104 h 1936464"/>
              <a:gd name="connsiteX38" fmla="*/ 1151069 w 1151069"/>
              <a:gd name="connsiteY38" fmla="*/ 1936377 h 1936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151069" h="1936464">
                <a:moveTo>
                  <a:pt x="0" y="0"/>
                </a:moveTo>
                <a:cubicBezTo>
                  <a:pt x="25101" y="14344"/>
                  <a:pt x="50513" y="28157"/>
                  <a:pt x="75304" y="43031"/>
                </a:cubicBezTo>
                <a:cubicBezTo>
                  <a:pt x="86391" y="49683"/>
                  <a:pt x="98435" y="55404"/>
                  <a:pt x="107577" y="64546"/>
                </a:cubicBezTo>
                <a:cubicBezTo>
                  <a:pt x="120255" y="77224"/>
                  <a:pt x="128043" y="94084"/>
                  <a:pt x="139850" y="107577"/>
                </a:cubicBezTo>
                <a:cubicBezTo>
                  <a:pt x="171488" y="143735"/>
                  <a:pt x="209459" y="165798"/>
                  <a:pt x="225911" y="215153"/>
                </a:cubicBezTo>
                <a:cubicBezTo>
                  <a:pt x="229497" y="225911"/>
                  <a:pt x="230379" y="237991"/>
                  <a:pt x="236669" y="247426"/>
                </a:cubicBezTo>
                <a:cubicBezTo>
                  <a:pt x="245108" y="260084"/>
                  <a:pt x="260098" y="267319"/>
                  <a:pt x="268941" y="279699"/>
                </a:cubicBezTo>
                <a:cubicBezTo>
                  <a:pt x="306259" y="331944"/>
                  <a:pt x="277799" y="308172"/>
                  <a:pt x="301214" y="355003"/>
                </a:cubicBezTo>
                <a:cubicBezTo>
                  <a:pt x="306996" y="366567"/>
                  <a:pt x="315558" y="376518"/>
                  <a:pt x="322730" y="387276"/>
                </a:cubicBezTo>
                <a:cubicBezTo>
                  <a:pt x="326316" y="405205"/>
                  <a:pt x="329052" y="423326"/>
                  <a:pt x="333487" y="441064"/>
                </a:cubicBezTo>
                <a:cubicBezTo>
                  <a:pt x="336237" y="452065"/>
                  <a:pt x="341130" y="462434"/>
                  <a:pt x="344245" y="473337"/>
                </a:cubicBezTo>
                <a:cubicBezTo>
                  <a:pt x="376764" y="587149"/>
                  <a:pt x="325385" y="427515"/>
                  <a:pt x="376518" y="580913"/>
                </a:cubicBezTo>
                <a:cubicBezTo>
                  <a:pt x="380104" y="591671"/>
                  <a:pt x="380986" y="603751"/>
                  <a:pt x="387276" y="613186"/>
                </a:cubicBezTo>
                <a:cubicBezTo>
                  <a:pt x="394448" y="623944"/>
                  <a:pt x="402376" y="634233"/>
                  <a:pt x="408791" y="645459"/>
                </a:cubicBezTo>
                <a:cubicBezTo>
                  <a:pt x="416747" y="659383"/>
                  <a:pt x="420985" y="675440"/>
                  <a:pt x="430306" y="688490"/>
                </a:cubicBezTo>
                <a:cubicBezTo>
                  <a:pt x="439149" y="700870"/>
                  <a:pt x="452840" y="709076"/>
                  <a:pt x="462579" y="720763"/>
                </a:cubicBezTo>
                <a:cubicBezTo>
                  <a:pt x="494167" y="758669"/>
                  <a:pt x="471463" y="746095"/>
                  <a:pt x="505610" y="774551"/>
                </a:cubicBezTo>
                <a:cubicBezTo>
                  <a:pt x="519384" y="786029"/>
                  <a:pt x="535239" y="794912"/>
                  <a:pt x="548640" y="806824"/>
                </a:cubicBezTo>
                <a:cubicBezTo>
                  <a:pt x="567591" y="823670"/>
                  <a:pt x="584499" y="842682"/>
                  <a:pt x="602429" y="860612"/>
                </a:cubicBezTo>
                <a:cubicBezTo>
                  <a:pt x="637843" y="896026"/>
                  <a:pt x="652000" y="905968"/>
                  <a:pt x="677732" y="957431"/>
                </a:cubicBezTo>
                <a:cubicBezTo>
                  <a:pt x="684904" y="971774"/>
                  <a:pt x="693616" y="985446"/>
                  <a:pt x="699247" y="1000461"/>
                </a:cubicBezTo>
                <a:cubicBezTo>
                  <a:pt x="704438" y="1014305"/>
                  <a:pt x="705330" y="1029466"/>
                  <a:pt x="710005" y="1043492"/>
                </a:cubicBezTo>
                <a:cubicBezTo>
                  <a:pt x="716112" y="1061812"/>
                  <a:pt x="724740" y="1079199"/>
                  <a:pt x="731520" y="1097280"/>
                </a:cubicBezTo>
                <a:cubicBezTo>
                  <a:pt x="735502" y="1107898"/>
                  <a:pt x="737811" y="1119130"/>
                  <a:pt x="742278" y="1129553"/>
                </a:cubicBezTo>
                <a:cubicBezTo>
                  <a:pt x="748595" y="1144293"/>
                  <a:pt x="758162" y="1157568"/>
                  <a:pt x="763793" y="1172584"/>
                </a:cubicBezTo>
                <a:cubicBezTo>
                  <a:pt x="768984" y="1186427"/>
                  <a:pt x="769360" y="1201771"/>
                  <a:pt x="774551" y="1215614"/>
                </a:cubicBezTo>
                <a:cubicBezTo>
                  <a:pt x="780182" y="1230630"/>
                  <a:pt x="790435" y="1243629"/>
                  <a:pt x="796066" y="1258645"/>
                </a:cubicBezTo>
                <a:cubicBezTo>
                  <a:pt x="801257" y="1272489"/>
                  <a:pt x="802575" y="1287514"/>
                  <a:pt x="806824" y="1301676"/>
                </a:cubicBezTo>
                <a:cubicBezTo>
                  <a:pt x="813341" y="1323398"/>
                  <a:pt x="821167" y="1344706"/>
                  <a:pt x="828339" y="1366221"/>
                </a:cubicBezTo>
                <a:lnTo>
                  <a:pt x="860612" y="1463040"/>
                </a:lnTo>
                <a:lnTo>
                  <a:pt x="871370" y="1495313"/>
                </a:lnTo>
                <a:cubicBezTo>
                  <a:pt x="874956" y="1506071"/>
                  <a:pt x="875837" y="1518151"/>
                  <a:pt x="882127" y="1527586"/>
                </a:cubicBezTo>
                <a:cubicBezTo>
                  <a:pt x="935552" y="1607721"/>
                  <a:pt x="866884" y="1509294"/>
                  <a:pt x="935916" y="1592132"/>
                </a:cubicBezTo>
                <a:cubicBezTo>
                  <a:pt x="944193" y="1602064"/>
                  <a:pt x="949154" y="1614473"/>
                  <a:pt x="957431" y="1624405"/>
                </a:cubicBezTo>
                <a:cubicBezTo>
                  <a:pt x="967170" y="1636092"/>
                  <a:pt x="980364" y="1644669"/>
                  <a:pt x="989704" y="1656678"/>
                </a:cubicBezTo>
                <a:cubicBezTo>
                  <a:pt x="1005579" y="1677089"/>
                  <a:pt x="1014449" y="1702940"/>
                  <a:pt x="1032734" y="1721224"/>
                </a:cubicBezTo>
                <a:cubicBezTo>
                  <a:pt x="1058222" y="1746711"/>
                  <a:pt x="1085114" y="1770788"/>
                  <a:pt x="1097280" y="1807285"/>
                </a:cubicBezTo>
                <a:lnTo>
                  <a:pt x="1129553" y="1904104"/>
                </a:lnTo>
                <a:cubicBezTo>
                  <a:pt x="1141444" y="1939779"/>
                  <a:pt x="1128972" y="1936377"/>
                  <a:pt x="1151069" y="1936377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3A72B786-0B0C-9186-3D93-EB94EE898278}"/>
              </a:ext>
            </a:extLst>
          </p:cNvPr>
          <p:cNvSpPr/>
          <p:nvPr/>
        </p:nvSpPr>
        <p:spPr>
          <a:xfrm>
            <a:off x="22566474" y="13089855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5833883E-331F-7A0A-C44D-C7CDB859C4D5}"/>
              </a:ext>
            </a:extLst>
          </p:cNvPr>
          <p:cNvSpPr/>
          <p:nvPr/>
        </p:nvSpPr>
        <p:spPr>
          <a:xfrm>
            <a:off x="24052395" y="10800754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2" name="Freeform 241">
            <a:extLst>
              <a:ext uri="{FF2B5EF4-FFF2-40B4-BE49-F238E27FC236}">
                <a16:creationId xmlns:a16="http://schemas.microsoft.com/office/drawing/2014/main" id="{46BAF9FA-C520-CF6C-3FD9-7334A654061B}"/>
              </a:ext>
            </a:extLst>
          </p:cNvPr>
          <p:cNvSpPr/>
          <p:nvPr/>
        </p:nvSpPr>
        <p:spPr>
          <a:xfrm>
            <a:off x="24852331" y="11763222"/>
            <a:ext cx="1411550" cy="3167970"/>
          </a:xfrm>
          <a:custGeom>
            <a:avLst/>
            <a:gdLst>
              <a:gd name="connsiteX0" fmla="*/ 1575390 w 1575390"/>
              <a:gd name="connsiteY0" fmla="*/ 3535680 h 3535680"/>
              <a:gd name="connsiteX1" fmla="*/ 1534750 w 1575390"/>
              <a:gd name="connsiteY1" fmla="*/ 3464560 h 3535680"/>
              <a:gd name="connsiteX2" fmla="*/ 1524590 w 1575390"/>
              <a:gd name="connsiteY2" fmla="*/ 3434080 h 3535680"/>
              <a:gd name="connsiteX3" fmla="*/ 1494110 w 1575390"/>
              <a:gd name="connsiteY3" fmla="*/ 3393440 h 3535680"/>
              <a:gd name="connsiteX4" fmla="*/ 1433150 w 1575390"/>
              <a:gd name="connsiteY4" fmla="*/ 3261360 h 3535680"/>
              <a:gd name="connsiteX5" fmla="*/ 1412830 w 1575390"/>
              <a:gd name="connsiteY5" fmla="*/ 3220720 h 3535680"/>
              <a:gd name="connsiteX6" fmla="*/ 1392510 w 1575390"/>
              <a:gd name="connsiteY6" fmla="*/ 3149600 h 3535680"/>
              <a:gd name="connsiteX7" fmla="*/ 1372190 w 1575390"/>
              <a:gd name="connsiteY7" fmla="*/ 3119120 h 3535680"/>
              <a:gd name="connsiteX8" fmla="*/ 1351870 w 1575390"/>
              <a:gd name="connsiteY8" fmla="*/ 3048000 h 3535680"/>
              <a:gd name="connsiteX9" fmla="*/ 1331550 w 1575390"/>
              <a:gd name="connsiteY9" fmla="*/ 2987040 h 3535680"/>
              <a:gd name="connsiteX10" fmla="*/ 1311230 w 1575390"/>
              <a:gd name="connsiteY10" fmla="*/ 2875280 h 3535680"/>
              <a:gd name="connsiteX11" fmla="*/ 1301070 w 1575390"/>
              <a:gd name="connsiteY11" fmla="*/ 2794000 h 3535680"/>
              <a:gd name="connsiteX12" fmla="*/ 1280750 w 1575390"/>
              <a:gd name="connsiteY12" fmla="*/ 2692400 h 3535680"/>
              <a:gd name="connsiteX13" fmla="*/ 1229950 w 1575390"/>
              <a:gd name="connsiteY13" fmla="*/ 2631440 h 3535680"/>
              <a:gd name="connsiteX14" fmla="*/ 1189310 w 1575390"/>
              <a:gd name="connsiteY14" fmla="*/ 2570480 h 3535680"/>
              <a:gd name="connsiteX15" fmla="*/ 1158830 w 1575390"/>
              <a:gd name="connsiteY15" fmla="*/ 2509520 h 3535680"/>
              <a:gd name="connsiteX16" fmla="*/ 1148670 w 1575390"/>
              <a:gd name="connsiteY16" fmla="*/ 2479040 h 3535680"/>
              <a:gd name="connsiteX17" fmla="*/ 1128350 w 1575390"/>
              <a:gd name="connsiteY17" fmla="*/ 2448560 h 3535680"/>
              <a:gd name="connsiteX18" fmla="*/ 1118190 w 1575390"/>
              <a:gd name="connsiteY18" fmla="*/ 2418080 h 3535680"/>
              <a:gd name="connsiteX19" fmla="*/ 1097870 w 1575390"/>
              <a:gd name="connsiteY19" fmla="*/ 2387600 h 3535680"/>
              <a:gd name="connsiteX20" fmla="*/ 1087710 w 1575390"/>
              <a:gd name="connsiteY20" fmla="*/ 2357120 h 3535680"/>
              <a:gd name="connsiteX21" fmla="*/ 1047070 w 1575390"/>
              <a:gd name="connsiteY21" fmla="*/ 2275840 h 3535680"/>
              <a:gd name="connsiteX22" fmla="*/ 1026750 w 1575390"/>
              <a:gd name="connsiteY22" fmla="*/ 2214880 h 3535680"/>
              <a:gd name="connsiteX23" fmla="*/ 996270 w 1575390"/>
              <a:gd name="connsiteY23" fmla="*/ 2153920 h 3535680"/>
              <a:gd name="connsiteX24" fmla="*/ 975950 w 1575390"/>
              <a:gd name="connsiteY24" fmla="*/ 2123440 h 3535680"/>
              <a:gd name="connsiteX25" fmla="*/ 965790 w 1575390"/>
              <a:gd name="connsiteY25" fmla="*/ 2092960 h 3535680"/>
              <a:gd name="connsiteX26" fmla="*/ 914990 w 1575390"/>
              <a:gd name="connsiteY26" fmla="*/ 2032000 h 3535680"/>
              <a:gd name="connsiteX27" fmla="*/ 854030 w 1575390"/>
              <a:gd name="connsiteY27" fmla="*/ 1971040 h 3535680"/>
              <a:gd name="connsiteX28" fmla="*/ 843870 w 1575390"/>
              <a:gd name="connsiteY28" fmla="*/ 1940560 h 3535680"/>
              <a:gd name="connsiteX29" fmla="*/ 803230 w 1575390"/>
              <a:gd name="connsiteY29" fmla="*/ 1879600 h 3535680"/>
              <a:gd name="connsiteX30" fmla="*/ 772750 w 1575390"/>
              <a:gd name="connsiteY30" fmla="*/ 1808480 h 3535680"/>
              <a:gd name="connsiteX31" fmla="*/ 742270 w 1575390"/>
              <a:gd name="connsiteY31" fmla="*/ 1778000 h 3535680"/>
              <a:gd name="connsiteX32" fmla="*/ 711790 w 1575390"/>
              <a:gd name="connsiteY32" fmla="*/ 1717040 h 3535680"/>
              <a:gd name="connsiteX33" fmla="*/ 650830 w 1575390"/>
              <a:gd name="connsiteY33" fmla="*/ 1615440 h 3535680"/>
              <a:gd name="connsiteX34" fmla="*/ 630510 w 1575390"/>
              <a:gd name="connsiteY34" fmla="*/ 1584960 h 3535680"/>
              <a:gd name="connsiteX35" fmla="*/ 620350 w 1575390"/>
              <a:gd name="connsiteY35" fmla="*/ 1544320 h 3535680"/>
              <a:gd name="connsiteX36" fmla="*/ 589870 w 1575390"/>
              <a:gd name="connsiteY36" fmla="*/ 1452880 h 3535680"/>
              <a:gd name="connsiteX37" fmla="*/ 579710 w 1575390"/>
              <a:gd name="connsiteY37" fmla="*/ 1422400 h 3535680"/>
              <a:gd name="connsiteX38" fmla="*/ 569550 w 1575390"/>
              <a:gd name="connsiteY38" fmla="*/ 1391920 h 3535680"/>
              <a:gd name="connsiteX39" fmla="*/ 549230 w 1575390"/>
              <a:gd name="connsiteY39" fmla="*/ 1351280 h 3535680"/>
              <a:gd name="connsiteX40" fmla="*/ 528910 w 1575390"/>
              <a:gd name="connsiteY40" fmla="*/ 1320800 h 3535680"/>
              <a:gd name="connsiteX41" fmla="*/ 518750 w 1575390"/>
              <a:gd name="connsiteY41" fmla="*/ 1290320 h 3535680"/>
              <a:gd name="connsiteX42" fmla="*/ 498430 w 1575390"/>
              <a:gd name="connsiteY42" fmla="*/ 1259840 h 3535680"/>
              <a:gd name="connsiteX43" fmla="*/ 488270 w 1575390"/>
              <a:gd name="connsiteY43" fmla="*/ 1229360 h 3535680"/>
              <a:gd name="connsiteX44" fmla="*/ 467950 w 1575390"/>
              <a:gd name="connsiteY44" fmla="*/ 1198880 h 3535680"/>
              <a:gd name="connsiteX45" fmla="*/ 417150 w 1575390"/>
              <a:gd name="connsiteY45" fmla="*/ 1087120 h 3535680"/>
              <a:gd name="connsiteX46" fmla="*/ 386670 w 1575390"/>
              <a:gd name="connsiteY46" fmla="*/ 1026160 h 3535680"/>
              <a:gd name="connsiteX47" fmla="*/ 335870 w 1575390"/>
              <a:gd name="connsiteY47" fmla="*/ 934720 h 3535680"/>
              <a:gd name="connsiteX48" fmla="*/ 325710 w 1575390"/>
              <a:gd name="connsiteY48" fmla="*/ 894080 h 3535680"/>
              <a:gd name="connsiteX49" fmla="*/ 305390 w 1575390"/>
              <a:gd name="connsiteY49" fmla="*/ 751840 h 3535680"/>
              <a:gd name="connsiteX50" fmla="*/ 295230 w 1575390"/>
              <a:gd name="connsiteY50" fmla="*/ 711200 h 3535680"/>
              <a:gd name="connsiteX51" fmla="*/ 274910 w 1575390"/>
              <a:gd name="connsiteY51" fmla="*/ 650240 h 3535680"/>
              <a:gd name="connsiteX52" fmla="*/ 264750 w 1575390"/>
              <a:gd name="connsiteY52" fmla="*/ 609600 h 3535680"/>
              <a:gd name="connsiteX53" fmla="*/ 254590 w 1575390"/>
              <a:gd name="connsiteY53" fmla="*/ 579120 h 3535680"/>
              <a:gd name="connsiteX54" fmla="*/ 234270 w 1575390"/>
              <a:gd name="connsiteY54" fmla="*/ 477520 h 3535680"/>
              <a:gd name="connsiteX55" fmla="*/ 213950 w 1575390"/>
              <a:gd name="connsiteY55" fmla="*/ 355600 h 3535680"/>
              <a:gd name="connsiteX56" fmla="*/ 203790 w 1575390"/>
              <a:gd name="connsiteY56" fmla="*/ 325120 h 3535680"/>
              <a:gd name="connsiteX57" fmla="*/ 163150 w 1575390"/>
              <a:gd name="connsiteY57" fmla="*/ 264160 h 3535680"/>
              <a:gd name="connsiteX58" fmla="*/ 152990 w 1575390"/>
              <a:gd name="connsiteY58" fmla="*/ 233680 h 3535680"/>
              <a:gd name="connsiteX59" fmla="*/ 92030 w 1575390"/>
              <a:gd name="connsiteY59" fmla="*/ 172720 h 3535680"/>
              <a:gd name="connsiteX60" fmla="*/ 31070 w 1575390"/>
              <a:gd name="connsiteY60" fmla="*/ 81280 h 3535680"/>
              <a:gd name="connsiteX61" fmla="*/ 590 w 1575390"/>
              <a:gd name="connsiteY61" fmla="*/ 20320 h 3535680"/>
              <a:gd name="connsiteX62" fmla="*/ 590 w 1575390"/>
              <a:gd name="connsiteY62" fmla="*/ 0 h 3535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575390" h="3535680">
                <a:moveTo>
                  <a:pt x="1575390" y="3535680"/>
                </a:moveTo>
                <a:cubicBezTo>
                  <a:pt x="1561843" y="3511973"/>
                  <a:pt x="1546961" y="3488982"/>
                  <a:pt x="1534750" y="3464560"/>
                </a:cubicBezTo>
                <a:cubicBezTo>
                  <a:pt x="1529961" y="3454981"/>
                  <a:pt x="1529903" y="3443379"/>
                  <a:pt x="1524590" y="3434080"/>
                </a:cubicBezTo>
                <a:cubicBezTo>
                  <a:pt x="1516189" y="3419378"/>
                  <a:pt x="1504270" y="3406987"/>
                  <a:pt x="1494110" y="3393440"/>
                </a:cubicBezTo>
                <a:cubicBezTo>
                  <a:pt x="1471976" y="3327039"/>
                  <a:pt x="1488739" y="3372539"/>
                  <a:pt x="1433150" y="3261360"/>
                </a:cubicBezTo>
                <a:cubicBezTo>
                  <a:pt x="1426377" y="3247813"/>
                  <a:pt x="1416503" y="3235413"/>
                  <a:pt x="1412830" y="3220720"/>
                </a:cubicBezTo>
                <a:cubicBezTo>
                  <a:pt x="1409575" y="3207699"/>
                  <a:pt x="1399798" y="3164176"/>
                  <a:pt x="1392510" y="3149600"/>
                </a:cubicBezTo>
                <a:cubicBezTo>
                  <a:pt x="1387049" y="3138678"/>
                  <a:pt x="1377651" y="3130042"/>
                  <a:pt x="1372190" y="3119120"/>
                </a:cubicBezTo>
                <a:cubicBezTo>
                  <a:pt x="1363654" y="3102048"/>
                  <a:pt x="1356753" y="3064276"/>
                  <a:pt x="1351870" y="3048000"/>
                </a:cubicBezTo>
                <a:cubicBezTo>
                  <a:pt x="1345715" y="3027484"/>
                  <a:pt x="1335751" y="3008043"/>
                  <a:pt x="1331550" y="2987040"/>
                </a:cubicBezTo>
                <a:cubicBezTo>
                  <a:pt x="1322798" y="2943281"/>
                  <a:pt x="1317729" y="2920776"/>
                  <a:pt x="1311230" y="2875280"/>
                </a:cubicBezTo>
                <a:cubicBezTo>
                  <a:pt x="1307369" y="2848250"/>
                  <a:pt x="1304679" y="2821065"/>
                  <a:pt x="1301070" y="2794000"/>
                </a:cubicBezTo>
                <a:cubicBezTo>
                  <a:pt x="1297666" y="2768471"/>
                  <a:pt x="1294784" y="2720468"/>
                  <a:pt x="1280750" y="2692400"/>
                </a:cubicBezTo>
                <a:cubicBezTo>
                  <a:pt x="1258967" y="2648833"/>
                  <a:pt x="1261408" y="2671886"/>
                  <a:pt x="1229950" y="2631440"/>
                </a:cubicBezTo>
                <a:cubicBezTo>
                  <a:pt x="1214957" y="2612163"/>
                  <a:pt x="1197033" y="2593648"/>
                  <a:pt x="1189310" y="2570480"/>
                </a:cubicBezTo>
                <a:cubicBezTo>
                  <a:pt x="1163773" y="2493868"/>
                  <a:pt x="1198221" y="2588302"/>
                  <a:pt x="1158830" y="2509520"/>
                </a:cubicBezTo>
                <a:cubicBezTo>
                  <a:pt x="1154041" y="2499941"/>
                  <a:pt x="1153459" y="2488619"/>
                  <a:pt x="1148670" y="2479040"/>
                </a:cubicBezTo>
                <a:cubicBezTo>
                  <a:pt x="1143209" y="2468118"/>
                  <a:pt x="1133811" y="2459482"/>
                  <a:pt x="1128350" y="2448560"/>
                </a:cubicBezTo>
                <a:cubicBezTo>
                  <a:pt x="1123561" y="2438981"/>
                  <a:pt x="1122979" y="2427659"/>
                  <a:pt x="1118190" y="2418080"/>
                </a:cubicBezTo>
                <a:cubicBezTo>
                  <a:pt x="1112729" y="2407158"/>
                  <a:pt x="1103331" y="2398522"/>
                  <a:pt x="1097870" y="2387600"/>
                </a:cubicBezTo>
                <a:cubicBezTo>
                  <a:pt x="1093081" y="2378021"/>
                  <a:pt x="1092142" y="2366870"/>
                  <a:pt x="1087710" y="2357120"/>
                </a:cubicBezTo>
                <a:cubicBezTo>
                  <a:pt x="1075175" y="2329544"/>
                  <a:pt x="1056649" y="2304577"/>
                  <a:pt x="1047070" y="2275840"/>
                </a:cubicBezTo>
                <a:cubicBezTo>
                  <a:pt x="1040297" y="2255520"/>
                  <a:pt x="1038631" y="2232702"/>
                  <a:pt x="1026750" y="2214880"/>
                </a:cubicBezTo>
                <a:cubicBezTo>
                  <a:pt x="968516" y="2127529"/>
                  <a:pt x="1038334" y="2238048"/>
                  <a:pt x="996270" y="2153920"/>
                </a:cubicBezTo>
                <a:cubicBezTo>
                  <a:pt x="990809" y="2142998"/>
                  <a:pt x="981411" y="2134362"/>
                  <a:pt x="975950" y="2123440"/>
                </a:cubicBezTo>
                <a:cubicBezTo>
                  <a:pt x="971161" y="2113861"/>
                  <a:pt x="970579" y="2102539"/>
                  <a:pt x="965790" y="2092960"/>
                </a:cubicBezTo>
                <a:cubicBezTo>
                  <a:pt x="947826" y="2057032"/>
                  <a:pt x="941954" y="2063458"/>
                  <a:pt x="914990" y="2032000"/>
                </a:cubicBezTo>
                <a:cubicBezTo>
                  <a:pt x="864581" y="1973190"/>
                  <a:pt x="907687" y="2006811"/>
                  <a:pt x="854030" y="1971040"/>
                </a:cubicBezTo>
                <a:cubicBezTo>
                  <a:pt x="850643" y="1960880"/>
                  <a:pt x="849071" y="1949922"/>
                  <a:pt x="843870" y="1940560"/>
                </a:cubicBezTo>
                <a:cubicBezTo>
                  <a:pt x="832010" y="1919212"/>
                  <a:pt x="810953" y="1902768"/>
                  <a:pt x="803230" y="1879600"/>
                </a:cubicBezTo>
                <a:cubicBezTo>
                  <a:pt x="794939" y="1854726"/>
                  <a:pt x="788443" y="1830451"/>
                  <a:pt x="772750" y="1808480"/>
                </a:cubicBezTo>
                <a:cubicBezTo>
                  <a:pt x="764399" y="1796788"/>
                  <a:pt x="751468" y="1789038"/>
                  <a:pt x="742270" y="1778000"/>
                </a:cubicBezTo>
                <a:cubicBezTo>
                  <a:pt x="713557" y="1743544"/>
                  <a:pt x="727963" y="1754776"/>
                  <a:pt x="711790" y="1717040"/>
                </a:cubicBezTo>
                <a:cubicBezTo>
                  <a:pt x="693045" y="1673302"/>
                  <a:pt x="679721" y="1658777"/>
                  <a:pt x="650830" y="1615440"/>
                </a:cubicBezTo>
                <a:lnTo>
                  <a:pt x="630510" y="1584960"/>
                </a:lnTo>
                <a:cubicBezTo>
                  <a:pt x="627123" y="1571413"/>
                  <a:pt x="624362" y="1557695"/>
                  <a:pt x="620350" y="1544320"/>
                </a:cubicBezTo>
                <a:lnTo>
                  <a:pt x="589870" y="1452880"/>
                </a:lnTo>
                <a:lnTo>
                  <a:pt x="579710" y="1422400"/>
                </a:lnTo>
                <a:cubicBezTo>
                  <a:pt x="576323" y="1412240"/>
                  <a:pt x="574339" y="1401499"/>
                  <a:pt x="569550" y="1391920"/>
                </a:cubicBezTo>
                <a:cubicBezTo>
                  <a:pt x="562777" y="1378373"/>
                  <a:pt x="556744" y="1364430"/>
                  <a:pt x="549230" y="1351280"/>
                </a:cubicBezTo>
                <a:cubicBezTo>
                  <a:pt x="543172" y="1340678"/>
                  <a:pt x="534371" y="1331722"/>
                  <a:pt x="528910" y="1320800"/>
                </a:cubicBezTo>
                <a:cubicBezTo>
                  <a:pt x="524121" y="1311221"/>
                  <a:pt x="523539" y="1299899"/>
                  <a:pt x="518750" y="1290320"/>
                </a:cubicBezTo>
                <a:cubicBezTo>
                  <a:pt x="513289" y="1279398"/>
                  <a:pt x="503891" y="1270762"/>
                  <a:pt x="498430" y="1259840"/>
                </a:cubicBezTo>
                <a:cubicBezTo>
                  <a:pt x="493641" y="1250261"/>
                  <a:pt x="493059" y="1238939"/>
                  <a:pt x="488270" y="1229360"/>
                </a:cubicBezTo>
                <a:cubicBezTo>
                  <a:pt x="482809" y="1218438"/>
                  <a:pt x="473411" y="1209802"/>
                  <a:pt x="467950" y="1198880"/>
                </a:cubicBezTo>
                <a:cubicBezTo>
                  <a:pt x="424795" y="1112570"/>
                  <a:pt x="528810" y="1254610"/>
                  <a:pt x="417150" y="1087120"/>
                </a:cubicBezTo>
                <a:cubicBezTo>
                  <a:pt x="326942" y="951808"/>
                  <a:pt x="456777" y="1152353"/>
                  <a:pt x="386670" y="1026160"/>
                </a:cubicBezTo>
                <a:cubicBezTo>
                  <a:pt x="343863" y="949108"/>
                  <a:pt x="352098" y="991518"/>
                  <a:pt x="335870" y="934720"/>
                </a:cubicBezTo>
                <a:cubicBezTo>
                  <a:pt x="332034" y="921294"/>
                  <a:pt x="328006" y="907854"/>
                  <a:pt x="325710" y="894080"/>
                </a:cubicBezTo>
                <a:cubicBezTo>
                  <a:pt x="317836" y="846837"/>
                  <a:pt x="317006" y="798305"/>
                  <a:pt x="305390" y="751840"/>
                </a:cubicBezTo>
                <a:cubicBezTo>
                  <a:pt x="302003" y="738293"/>
                  <a:pt x="299242" y="724575"/>
                  <a:pt x="295230" y="711200"/>
                </a:cubicBezTo>
                <a:cubicBezTo>
                  <a:pt x="289075" y="690684"/>
                  <a:pt x="280105" y="671020"/>
                  <a:pt x="274910" y="650240"/>
                </a:cubicBezTo>
                <a:cubicBezTo>
                  <a:pt x="271523" y="636693"/>
                  <a:pt x="268586" y="623026"/>
                  <a:pt x="264750" y="609600"/>
                </a:cubicBezTo>
                <a:cubicBezTo>
                  <a:pt x="261808" y="599302"/>
                  <a:pt x="256998" y="589555"/>
                  <a:pt x="254590" y="579120"/>
                </a:cubicBezTo>
                <a:cubicBezTo>
                  <a:pt x="246824" y="545467"/>
                  <a:pt x="239948" y="511587"/>
                  <a:pt x="234270" y="477520"/>
                </a:cubicBezTo>
                <a:cubicBezTo>
                  <a:pt x="227497" y="436880"/>
                  <a:pt x="226979" y="394686"/>
                  <a:pt x="213950" y="355600"/>
                </a:cubicBezTo>
                <a:cubicBezTo>
                  <a:pt x="210563" y="345440"/>
                  <a:pt x="208991" y="334482"/>
                  <a:pt x="203790" y="325120"/>
                </a:cubicBezTo>
                <a:cubicBezTo>
                  <a:pt x="191930" y="303772"/>
                  <a:pt x="170873" y="287328"/>
                  <a:pt x="163150" y="264160"/>
                </a:cubicBezTo>
                <a:cubicBezTo>
                  <a:pt x="159763" y="254000"/>
                  <a:pt x="159565" y="242134"/>
                  <a:pt x="152990" y="233680"/>
                </a:cubicBezTo>
                <a:cubicBezTo>
                  <a:pt x="135347" y="210997"/>
                  <a:pt x="107970" y="196630"/>
                  <a:pt x="92030" y="172720"/>
                </a:cubicBezTo>
                <a:lnTo>
                  <a:pt x="31070" y="81280"/>
                </a:lnTo>
                <a:cubicBezTo>
                  <a:pt x="13945" y="55592"/>
                  <a:pt x="6599" y="50366"/>
                  <a:pt x="590" y="20320"/>
                </a:cubicBezTo>
                <a:cubicBezTo>
                  <a:pt x="-738" y="13678"/>
                  <a:pt x="590" y="6773"/>
                  <a:pt x="59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24AEC400-9A74-8085-7255-5F0413DA4EA5}"/>
              </a:ext>
            </a:extLst>
          </p:cNvPr>
          <p:cNvSpPr/>
          <p:nvPr/>
        </p:nvSpPr>
        <p:spPr>
          <a:xfrm>
            <a:off x="23915016" y="11426995"/>
            <a:ext cx="1550161" cy="3508753"/>
          </a:xfrm>
          <a:custGeom>
            <a:avLst/>
            <a:gdLst>
              <a:gd name="connsiteX0" fmla="*/ 1252331 w 1730089"/>
              <a:gd name="connsiteY0" fmla="*/ 3916017 h 3916017"/>
              <a:gd name="connsiteX1" fmla="*/ 1272209 w 1730089"/>
              <a:gd name="connsiteY1" fmla="*/ 3836504 h 3916017"/>
              <a:gd name="connsiteX2" fmla="*/ 1292087 w 1730089"/>
              <a:gd name="connsiteY2" fmla="*/ 3776869 h 3916017"/>
              <a:gd name="connsiteX3" fmla="*/ 1331844 w 1730089"/>
              <a:gd name="connsiteY3" fmla="*/ 3667539 h 3916017"/>
              <a:gd name="connsiteX4" fmla="*/ 1341783 w 1730089"/>
              <a:gd name="connsiteY4" fmla="*/ 3637721 h 3916017"/>
              <a:gd name="connsiteX5" fmla="*/ 1351722 w 1730089"/>
              <a:gd name="connsiteY5" fmla="*/ 3597965 h 3916017"/>
              <a:gd name="connsiteX6" fmla="*/ 1411357 w 1730089"/>
              <a:gd name="connsiteY6" fmla="*/ 3508513 h 3916017"/>
              <a:gd name="connsiteX7" fmla="*/ 1431235 w 1730089"/>
              <a:gd name="connsiteY7" fmla="*/ 3478695 h 3916017"/>
              <a:gd name="connsiteX8" fmla="*/ 1441174 w 1730089"/>
              <a:gd name="connsiteY8" fmla="*/ 3448878 h 3916017"/>
              <a:gd name="connsiteX9" fmla="*/ 1480931 w 1730089"/>
              <a:gd name="connsiteY9" fmla="*/ 3389243 h 3916017"/>
              <a:gd name="connsiteX10" fmla="*/ 1500809 w 1730089"/>
              <a:gd name="connsiteY10" fmla="*/ 3359426 h 3916017"/>
              <a:gd name="connsiteX11" fmla="*/ 1530626 w 1730089"/>
              <a:gd name="connsiteY11" fmla="*/ 3289852 h 3916017"/>
              <a:gd name="connsiteX12" fmla="*/ 1550504 w 1730089"/>
              <a:gd name="connsiteY12" fmla="*/ 3260034 h 3916017"/>
              <a:gd name="connsiteX13" fmla="*/ 1610139 w 1730089"/>
              <a:gd name="connsiteY13" fmla="*/ 3160643 h 3916017"/>
              <a:gd name="connsiteX14" fmla="*/ 1669774 w 1730089"/>
              <a:gd name="connsiteY14" fmla="*/ 3081130 h 3916017"/>
              <a:gd name="connsiteX15" fmla="*/ 1709531 w 1730089"/>
              <a:gd name="connsiteY15" fmla="*/ 3001617 h 3916017"/>
              <a:gd name="connsiteX16" fmla="*/ 1709531 w 1730089"/>
              <a:gd name="connsiteY16" fmla="*/ 2713382 h 3916017"/>
              <a:gd name="connsiteX17" fmla="*/ 1699591 w 1730089"/>
              <a:gd name="connsiteY17" fmla="*/ 2673626 h 3916017"/>
              <a:gd name="connsiteX18" fmla="*/ 1689652 w 1730089"/>
              <a:gd name="connsiteY18" fmla="*/ 2623930 h 3916017"/>
              <a:gd name="connsiteX19" fmla="*/ 1659835 w 1730089"/>
              <a:gd name="connsiteY19" fmla="*/ 2524539 h 3916017"/>
              <a:gd name="connsiteX20" fmla="*/ 1639957 w 1730089"/>
              <a:gd name="connsiteY20" fmla="*/ 2464904 h 3916017"/>
              <a:gd name="connsiteX21" fmla="*/ 1620078 w 1730089"/>
              <a:gd name="connsiteY21" fmla="*/ 2435087 h 3916017"/>
              <a:gd name="connsiteX22" fmla="*/ 1580322 w 1730089"/>
              <a:gd name="connsiteY22" fmla="*/ 2315817 h 3916017"/>
              <a:gd name="connsiteX23" fmla="*/ 1570383 w 1730089"/>
              <a:gd name="connsiteY23" fmla="*/ 2286000 h 3916017"/>
              <a:gd name="connsiteX24" fmla="*/ 1560444 w 1730089"/>
              <a:gd name="connsiteY24" fmla="*/ 2256182 h 3916017"/>
              <a:gd name="connsiteX25" fmla="*/ 1540565 w 1730089"/>
              <a:gd name="connsiteY25" fmla="*/ 2226365 h 3916017"/>
              <a:gd name="connsiteX26" fmla="*/ 1530626 w 1730089"/>
              <a:gd name="connsiteY26" fmla="*/ 2196547 h 3916017"/>
              <a:gd name="connsiteX27" fmla="*/ 1510748 w 1730089"/>
              <a:gd name="connsiteY27" fmla="*/ 2166730 h 3916017"/>
              <a:gd name="connsiteX28" fmla="*/ 1470991 w 1730089"/>
              <a:gd name="connsiteY28" fmla="*/ 2087217 h 3916017"/>
              <a:gd name="connsiteX29" fmla="*/ 1451113 w 1730089"/>
              <a:gd name="connsiteY29" fmla="*/ 2027582 h 3916017"/>
              <a:gd name="connsiteX30" fmla="*/ 1411357 w 1730089"/>
              <a:gd name="connsiteY30" fmla="*/ 1967947 h 3916017"/>
              <a:gd name="connsiteX31" fmla="*/ 1381539 w 1730089"/>
              <a:gd name="connsiteY31" fmla="*/ 1908313 h 3916017"/>
              <a:gd name="connsiteX32" fmla="*/ 1361661 w 1730089"/>
              <a:gd name="connsiteY32" fmla="*/ 1848678 h 3916017"/>
              <a:gd name="connsiteX33" fmla="*/ 1341783 w 1730089"/>
              <a:gd name="connsiteY33" fmla="*/ 1779104 h 3916017"/>
              <a:gd name="connsiteX34" fmla="*/ 1302026 w 1730089"/>
              <a:gd name="connsiteY34" fmla="*/ 1719469 h 3916017"/>
              <a:gd name="connsiteX35" fmla="*/ 1262270 w 1730089"/>
              <a:gd name="connsiteY35" fmla="*/ 1649895 h 3916017"/>
              <a:gd name="connsiteX36" fmla="*/ 1242391 w 1730089"/>
              <a:gd name="connsiteY36" fmla="*/ 1590260 h 3916017"/>
              <a:gd name="connsiteX37" fmla="*/ 1212574 w 1730089"/>
              <a:gd name="connsiteY37" fmla="*/ 1530626 h 3916017"/>
              <a:gd name="connsiteX38" fmla="*/ 1192696 w 1730089"/>
              <a:gd name="connsiteY38" fmla="*/ 1490869 h 3916017"/>
              <a:gd name="connsiteX39" fmla="*/ 1182757 w 1730089"/>
              <a:gd name="connsiteY39" fmla="*/ 1461052 h 3916017"/>
              <a:gd name="connsiteX40" fmla="*/ 1172818 w 1730089"/>
              <a:gd name="connsiteY40" fmla="*/ 1421295 h 3916017"/>
              <a:gd name="connsiteX41" fmla="*/ 1152939 w 1730089"/>
              <a:gd name="connsiteY41" fmla="*/ 1401417 h 3916017"/>
              <a:gd name="connsiteX42" fmla="*/ 1133061 w 1730089"/>
              <a:gd name="connsiteY42" fmla="*/ 1341782 h 3916017"/>
              <a:gd name="connsiteX43" fmla="*/ 1093304 w 1730089"/>
              <a:gd name="connsiteY43" fmla="*/ 1272208 h 3916017"/>
              <a:gd name="connsiteX44" fmla="*/ 1083365 w 1730089"/>
              <a:gd name="connsiteY44" fmla="*/ 1242391 h 3916017"/>
              <a:gd name="connsiteX45" fmla="*/ 1063487 w 1730089"/>
              <a:gd name="connsiteY45" fmla="*/ 1162878 h 3916017"/>
              <a:gd name="connsiteX46" fmla="*/ 1043609 w 1730089"/>
              <a:gd name="connsiteY46" fmla="*/ 1093304 h 3916017"/>
              <a:gd name="connsiteX47" fmla="*/ 1023731 w 1730089"/>
              <a:gd name="connsiteY47" fmla="*/ 1033669 h 3916017"/>
              <a:gd name="connsiteX48" fmla="*/ 993913 w 1730089"/>
              <a:gd name="connsiteY48" fmla="*/ 974034 h 3916017"/>
              <a:gd name="connsiteX49" fmla="*/ 983974 w 1730089"/>
              <a:gd name="connsiteY49" fmla="*/ 944217 h 3916017"/>
              <a:gd name="connsiteX50" fmla="*/ 944218 w 1730089"/>
              <a:gd name="connsiteY50" fmla="*/ 884582 h 3916017"/>
              <a:gd name="connsiteX51" fmla="*/ 914400 w 1730089"/>
              <a:gd name="connsiteY51" fmla="*/ 824947 h 3916017"/>
              <a:gd name="connsiteX52" fmla="*/ 884583 w 1730089"/>
              <a:gd name="connsiteY52" fmla="*/ 795130 h 3916017"/>
              <a:gd name="connsiteX53" fmla="*/ 864704 w 1730089"/>
              <a:gd name="connsiteY53" fmla="*/ 765313 h 3916017"/>
              <a:gd name="connsiteX54" fmla="*/ 844826 w 1730089"/>
              <a:gd name="connsiteY54" fmla="*/ 745434 h 3916017"/>
              <a:gd name="connsiteX55" fmla="*/ 805070 w 1730089"/>
              <a:gd name="connsiteY55" fmla="*/ 685800 h 3916017"/>
              <a:gd name="connsiteX56" fmla="*/ 785191 w 1730089"/>
              <a:gd name="connsiteY56" fmla="*/ 665921 h 3916017"/>
              <a:gd name="connsiteX57" fmla="*/ 765313 w 1730089"/>
              <a:gd name="connsiteY57" fmla="*/ 636104 h 3916017"/>
              <a:gd name="connsiteX58" fmla="*/ 715618 w 1730089"/>
              <a:gd name="connsiteY58" fmla="*/ 586408 h 3916017"/>
              <a:gd name="connsiteX59" fmla="*/ 695739 w 1730089"/>
              <a:gd name="connsiteY59" fmla="*/ 566530 h 3916017"/>
              <a:gd name="connsiteX60" fmla="*/ 665922 w 1730089"/>
              <a:gd name="connsiteY60" fmla="*/ 546652 h 3916017"/>
              <a:gd name="connsiteX61" fmla="*/ 606287 w 1730089"/>
              <a:gd name="connsiteY61" fmla="*/ 496956 h 3916017"/>
              <a:gd name="connsiteX62" fmla="*/ 526774 w 1730089"/>
              <a:gd name="connsiteY62" fmla="*/ 407504 h 3916017"/>
              <a:gd name="connsiteX63" fmla="*/ 496957 w 1730089"/>
              <a:gd name="connsiteY63" fmla="*/ 377687 h 3916017"/>
              <a:gd name="connsiteX64" fmla="*/ 477078 w 1730089"/>
              <a:gd name="connsiteY64" fmla="*/ 357808 h 3916017"/>
              <a:gd name="connsiteX65" fmla="*/ 447261 w 1730089"/>
              <a:gd name="connsiteY65" fmla="*/ 337930 h 3916017"/>
              <a:gd name="connsiteX66" fmla="*/ 387626 w 1730089"/>
              <a:gd name="connsiteY66" fmla="*/ 298174 h 3916017"/>
              <a:gd name="connsiteX67" fmla="*/ 367748 w 1730089"/>
              <a:gd name="connsiteY67" fmla="*/ 278295 h 3916017"/>
              <a:gd name="connsiteX68" fmla="*/ 327991 w 1730089"/>
              <a:gd name="connsiteY68" fmla="*/ 258417 h 3916017"/>
              <a:gd name="connsiteX69" fmla="*/ 288235 w 1730089"/>
              <a:gd name="connsiteY69" fmla="*/ 208721 h 3916017"/>
              <a:gd name="connsiteX70" fmla="*/ 258418 w 1730089"/>
              <a:gd name="connsiteY70" fmla="*/ 198782 h 3916017"/>
              <a:gd name="connsiteX71" fmla="*/ 208722 w 1730089"/>
              <a:gd name="connsiteY71" fmla="*/ 159026 h 3916017"/>
              <a:gd name="connsiteX72" fmla="*/ 168965 w 1730089"/>
              <a:gd name="connsiteY72" fmla="*/ 119269 h 3916017"/>
              <a:gd name="connsiteX73" fmla="*/ 139148 w 1730089"/>
              <a:gd name="connsiteY73" fmla="*/ 99391 h 3916017"/>
              <a:gd name="connsiteX74" fmla="*/ 109331 w 1730089"/>
              <a:gd name="connsiteY74" fmla="*/ 69574 h 3916017"/>
              <a:gd name="connsiteX75" fmla="*/ 79513 w 1730089"/>
              <a:gd name="connsiteY75" fmla="*/ 59634 h 3916017"/>
              <a:gd name="connsiteX76" fmla="*/ 19878 w 1730089"/>
              <a:gd name="connsiteY76" fmla="*/ 29817 h 3916017"/>
              <a:gd name="connsiteX77" fmla="*/ 0 w 1730089"/>
              <a:gd name="connsiteY77" fmla="*/ 0 h 3916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1730089" h="3916017">
                <a:moveTo>
                  <a:pt x="1252331" y="3916017"/>
                </a:moveTo>
                <a:cubicBezTo>
                  <a:pt x="1258957" y="3889513"/>
                  <a:pt x="1264704" y="3862773"/>
                  <a:pt x="1272209" y="3836504"/>
                </a:cubicBezTo>
                <a:cubicBezTo>
                  <a:pt x="1277965" y="3816357"/>
                  <a:pt x="1287005" y="3797197"/>
                  <a:pt x="1292087" y="3776869"/>
                </a:cubicBezTo>
                <a:cubicBezTo>
                  <a:pt x="1314862" y="3685767"/>
                  <a:pt x="1296810" y="3720087"/>
                  <a:pt x="1331844" y="3667539"/>
                </a:cubicBezTo>
                <a:cubicBezTo>
                  <a:pt x="1335157" y="3657600"/>
                  <a:pt x="1338905" y="3647795"/>
                  <a:pt x="1341783" y="3637721"/>
                </a:cubicBezTo>
                <a:cubicBezTo>
                  <a:pt x="1345536" y="3624587"/>
                  <a:pt x="1345613" y="3610183"/>
                  <a:pt x="1351722" y="3597965"/>
                </a:cubicBezTo>
                <a:cubicBezTo>
                  <a:pt x="1351734" y="3597941"/>
                  <a:pt x="1401411" y="3523433"/>
                  <a:pt x="1411357" y="3508513"/>
                </a:cubicBezTo>
                <a:cubicBezTo>
                  <a:pt x="1417983" y="3498574"/>
                  <a:pt x="1427458" y="3490027"/>
                  <a:pt x="1431235" y="3478695"/>
                </a:cubicBezTo>
                <a:cubicBezTo>
                  <a:pt x="1434548" y="3468756"/>
                  <a:pt x="1436086" y="3458036"/>
                  <a:pt x="1441174" y="3448878"/>
                </a:cubicBezTo>
                <a:cubicBezTo>
                  <a:pt x="1452776" y="3427994"/>
                  <a:pt x="1467679" y="3409121"/>
                  <a:pt x="1480931" y="3389243"/>
                </a:cubicBezTo>
                <a:lnTo>
                  <a:pt x="1500809" y="3359426"/>
                </a:lnTo>
                <a:cubicBezTo>
                  <a:pt x="1511960" y="3325972"/>
                  <a:pt x="1510974" y="3324243"/>
                  <a:pt x="1530626" y="3289852"/>
                </a:cubicBezTo>
                <a:cubicBezTo>
                  <a:pt x="1536553" y="3279480"/>
                  <a:pt x="1544577" y="3270406"/>
                  <a:pt x="1550504" y="3260034"/>
                </a:cubicBezTo>
                <a:cubicBezTo>
                  <a:pt x="1571415" y="3223441"/>
                  <a:pt x="1577730" y="3193051"/>
                  <a:pt x="1610139" y="3160643"/>
                </a:cubicBezTo>
                <a:cubicBezTo>
                  <a:pt x="1633688" y="3137096"/>
                  <a:pt x="1658534" y="3114849"/>
                  <a:pt x="1669774" y="3081130"/>
                </a:cubicBezTo>
                <a:cubicBezTo>
                  <a:pt x="1692615" y="3012605"/>
                  <a:pt x="1674835" y="3036311"/>
                  <a:pt x="1709531" y="3001617"/>
                </a:cubicBezTo>
                <a:cubicBezTo>
                  <a:pt x="1745962" y="2892325"/>
                  <a:pt x="1726193" y="2963307"/>
                  <a:pt x="1709531" y="2713382"/>
                </a:cubicBezTo>
                <a:cubicBezTo>
                  <a:pt x="1708622" y="2699752"/>
                  <a:pt x="1702554" y="2686961"/>
                  <a:pt x="1699591" y="2673626"/>
                </a:cubicBezTo>
                <a:cubicBezTo>
                  <a:pt x="1695926" y="2657135"/>
                  <a:pt x="1693317" y="2640421"/>
                  <a:pt x="1689652" y="2623930"/>
                </a:cubicBezTo>
                <a:cubicBezTo>
                  <a:pt x="1679638" y="2578868"/>
                  <a:pt x="1676351" y="2574090"/>
                  <a:pt x="1659835" y="2524539"/>
                </a:cubicBezTo>
                <a:cubicBezTo>
                  <a:pt x="1659835" y="2524538"/>
                  <a:pt x="1639958" y="2464905"/>
                  <a:pt x="1639957" y="2464904"/>
                </a:cubicBezTo>
                <a:lnTo>
                  <a:pt x="1620078" y="2435087"/>
                </a:lnTo>
                <a:lnTo>
                  <a:pt x="1580322" y="2315817"/>
                </a:lnTo>
                <a:lnTo>
                  <a:pt x="1570383" y="2286000"/>
                </a:lnTo>
                <a:cubicBezTo>
                  <a:pt x="1567070" y="2276061"/>
                  <a:pt x="1566256" y="2264899"/>
                  <a:pt x="1560444" y="2256182"/>
                </a:cubicBezTo>
                <a:lnTo>
                  <a:pt x="1540565" y="2226365"/>
                </a:lnTo>
                <a:cubicBezTo>
                  <a:pt x="1537252" y="2216426"/>
                  <a:pt x="1535311" y="2205918"/>
                  <a:pt x="1530626" y="2196547"/>
                </a:cubicBezTo>
                <a:cubicBezTo>
                  <a:pt x="1525284" y="2185863"/>
                  <a:pt x="1515599" y="2177646"/>
                  <a:pt x="1510748" y="2166730"/>
                </a:cubicBezTo>
                <a:cubicBezTo>
                  <a:pt x="1474202" y="2084501"/>
                  <a:pt x="1511816" y="2128040"/>
                  <a:pt x="1470991" y="2087217"/>
                </a:cubicBezTo>
                <a:cubicBezTo>
                  <a:pt x="1464365" y="2067339"/>
                  <a:pt x="1462736" y="2045017"/>
                  <a:pt x="1451113" y="2027582"/>
                </a:cubicBezTo>
                <a:cubicBezTo>
                  <a:pt x="1437861" y="2007704"/>
                  <a:pt x="1418912" y="1990612"/>
                  <a:pt x="1411357" y="1967947"/>
                </a:cubicBezTo>
                <a:cubicBezTo>
                  <a:pt x="1397641" y="1926798"/>
                  <a:pt x="1407230" y="1946847"/>
                  <a:pt x="1381539" y="1908313"/>
                </a:cubicBezTo>
                <a:cubicBezTo>
                  <a:pt x="1374913" y="1888435"/>
                  <a:pt x="1366743" y="1869006"/>
                  <a:pt x="1361661" y="1848678"/>
                </a:cubicBezTo>
                <a:cubicBezTo>
                  <a:pt x="1359322" y="1839320"/>
                  <a:pt x="1348265" y="1790771"/>
                  <a:pt x="1341783" y="1779104"/>
                </a:cubicBezTo>
                <a:cubicBezTo>
                  <a:pt x="1330181" y="1758220"/>
                  <a:pt x="1309581" y="1742134"/>
                  <a:pt x="1302026" y="1719469"/>
                </a:cubicBezTo>
                <a:cubicBezTo>
                  <a:pt x="1286849" y="1673937"/>
                  <a:pt x="1298373" y="1698033"/>
                  <a:pt x="1262270" y="1649895"/>
                </a:cubicBezTo>
                <a:cubicBezTo>
                  <a:pt x="1255644" y="1630017"/>
                  <a:pt x="1254014" y="1607695"/>
                  <a:pt x="1242391" y="1590260"/>
                </a:cubicBezTo>
                <a:cubicBezTo>
                  <a:pt x="1204191" y="1532961"/>
                  <a:pt x="1237263" y="1588233"/>
                  <a:pt x="1212574" y="1530626"/>
                </a:cubicBezTo>
                <a:cubicBezTo>
                  <a:pt x="1206738" y="1517007"/>
                  <a:pt x="1198532" y="1504488"/>
                  <a:pt x="1192696" y="1490869"/>
                </a:cubicBezTo>
                <a:cubicBezTo>
                  <a:pt x="1188569" y="1481239"/>
                  <a:pt x="1185635" y="1471126"/>
                  <a:pt x="1182757" y="1461052"/>
                </a:cubicBezTo>
                <a:cubicBezTo>
                  <a:pt x="1179004" y="1447917"/>
                  <a:pt x="1178927" y="1433513"/>
                  <a:pt x="1172818" y="1421295"/>
                </a:cubicBezTo>
                <a:cubicBezTo>
                  <a:pt x="1168627" y="1412914"/>
                  <a:pt x="1159565" y="1408043"/>
                  <a:pt x="1152939" y="1401417"/>
                </a:cubicBezTo>
                <a:cubicBezTo>
                  <a:pt x="1146313" y="1381539"/>
                  <a:pt x="1142432" y="1360523"/>
                  <a:pt x="1133061" y="1341782"/>
                </a:cubicBezTo>
                <a:cubicBezTo>
                  <a:pt x="1107841" y="1291341"/>
                  <a:pt x="1121402" y="1314354"/>
                  <a:pt x="1093304" y="1272208"/>
                </a:cubicBezTo>
                <a:cubicBezTo>
                  <a:pt x="1089991" y="1262269"/>
                  <a:pt x="1086122" y="1252498"/>
                  <a:pt x="1083365" y="1242391"/>
                </a:cubicBezTo>
                <a:cubicBezTo>
                  <a:pt x="1076177" y="1216034"/>
                  <a:pt x="1072126" y="1188796"/>
                  <a:pt x="1063487" y="1162878"/>
                </a:cubicBezTo>
                <a:cubicBezTo>
                  <a:pt x="1030082" y="1062658"/>
                  <a:pt x="1081053" y="1218118"/>
                  <a:pt x="1043609" y="1093304"/>
                </a:cubicBezTo>
                <a:cubicBezTo>
                  <a:pt x="1037588" y="1073234"/>
                  <a:pt x="1028813" y="1053997"/>
                  <a:pt x="1023731" y="1033669"/>
                </a:cubicBezTo>
                <a:cubicBezTo>
                  <a:pt x="1011518" y="984822"/>
                  <a:pt x="1023450" y="1003572"/>
                  <a:pt x="993913" y="974034"/>
                </a:cubicBezTo>
                <a:cubicBezTo>
                  <a:pt x="990600" y="964095"/>
                  <a:pt x="989062" y="953375"/>
                  <a:pt x="983974" y="944217"/>
                </a:cubicBezTo>
                <a:cubicBezTo>
                  <a:pt x="972372" y="923333"/>
                  <a:pt x="951774" y="907246"/>
                  <a:pt x="944218" y="884582"/>
                </a:cubicBezTo>
                <a:cubicBezTo>
                  <a:pt x="934256" y="854700"/>
                  <a:pt x="935807" y="850635"/>
                  <a:pt x="914400" y="824947"/>
                </a:cubicBezTo>
                <a:cubicBezTo>
                  <a:pt x="905402" y="814149"/>
                  <a:pt x="893581" y="805928"/>
                  <a:pt x="884583" y="795130"/>
                </a:cubicBezTo>
                <a:cubicBezTo>
                  <a:pt x="876936" y="785953"/>
                  <a:pt x="872166" y="774641"/>
                  <a:pt x="864704" y="765313"/>
                </a:cubicBezTo>
                <a:cubicBezTo>
                  <a:pt x="858850" y="757996"/>
                  <a:pt x="850448" y="752931"/>
                  <a:pt x="844826" y="745434"/>
                </a:cubicBezTo>
                <a:cubicBezTo>
                  <a:pt x="830492" y="726322"/>
                  <a:pt x="821963" y="702693"/>
                  <a:pt x="805070" y="685800"/>
                </a:cubicBezTo>
                <a:cubicBezTo>
                  <a:pt x="798444" y="679174"/>
                  <a:pt x="791045" y="673239"/>
                  <a:pt x="785191" y="665921"/>
                </a:cubicBezTo>
                <a:cubicBezTo>
                  <a:pt x="777729" y="656593"/>
                  <a:pt x="773179" y="645094"/>
                  <a:pt x="765313" y="636104"/>
                </a:cubicBezTo>
                <a:cubicBezTo>
                  <a:pt x="749887" y="618474"/>
                  <a:pt x="732183" y="602973"/>
                  <a:pt x="715618" y="586408"/>
                </a:cubicBezTo>
                <a:cubicBezTo>
                  <a:pt x="708992" y="579782"/>
                  <a:pt x="703536" y="571728"/>
                  <a:pt x="695739" y="566530"/>
                </a:cubicBezTo>
                <a:cubicBezTo>
                  <a:pt x="685800" y="559904"/>
                  <a:pt x="675099" y="554299"/>
                  <a:pt x="665922" y="546652"/>
                </a:cubicBezTo>
                <a:cubicBezTo>
                  <a:pt x="589394" y="482879"/>
                  <a:pt x="680316" y="546309"/>
                  <a:pt x="606287" y="496956"/>
                </a:cubicBezTo>
                <a:cubicBezTo>
                  <a:pt x="570815" y="443748"/>
                  <a:pt x="594856" y="475586"/>
                  <a:pt x="526774" y="407504"/>
                </a:cubicBezTo>
                <a:lnTo>
                  <a:pt x="496957" y="377687"/>
                </a:lnTo>
                <a:cubicBezTo>
                  <a:pt x="490331" y="371061"/>
                  <a:pt x="484875" y="363006"/>
                  <a:pt x="477078" y="357808"/>
                </a:cubicBezTo>
                <a:cubicBezTo>
                  <a:pt x="467139" y="351182"/>
                  <a:pt x="456438" y="345577"/>
                  <a:pt x="447261" y="337930"/>
                </a:cubicBezTo>
                <a:cubicBezTo>
                  <a:pt x="397628" y="296569"/>
                  <a:pt x="440027" y="315641"/>
                  <a:pt x="387626" y="298174"/>
                </a:cubicBezTo>
                <a:cubicBezTo>
                  <a:pt x="381000" y="291548"/>
                  <a:pt x="375545" y="283493"/>
                  <a:pt x="367748" y="278295"/>
                </a:cubicBezTo>
                <a:cubicBezTo>
                  <a:pt x="355420" y="270076"/>
                  <a:pt x="339373" y="267902"/>
                  <a:pt x="327991" y="258417"/>
                </a:cubicBezTo>
                <a:cubicBezTo>
                  <a:pt x="293166" y="229397"/>
                  <a:pt x="324207" y="230305"/>
                  <a:pt x="288235" y="208721"/>
                </a:cubicBezTo>
                <a:cubicBezTo>
                  <a:pt x="279251" y="203331"/>
                  <a:pt x="268357" y="202095"/>
                  <a:pt x="258418" y="198782"/>
                </a:cubicBezTo>
                <a:cubicBezTo>
                  <a:pt x="190734" y="131101"/>
                  <a:pt x="296507" y="234270"/>
                  <a:pt x="208722" y="159026"/>
                </a:cubicBezTo>
                <a:cubicBezTo>
                  <a:pt x="194492" y="146829"/>
                  <a:pt x="182217" y="132521"/>
                  <a:pt x="168965" y="119269"/>
                </a:cubicBezTo>
                <a:cubicBezTo>
                  <a:pt x="160518" y="110822"/>
                  <a:pt x="148325" y="107038"/>
                  <a:pt x="139148" y="99391"/>
                </a:cubicBezTo>
                <a:cubicBezTo>
                  <a:pt x="128350" y="90393"/>
                  <a:pt x="121026" y="77371"/>
                  <a:pt x="109331" y="69574"/>
                </a:cubicBezTo>
                <a:cubicBezTo>
                  <a:pt x="100614" y="63762"/>
                  <a:pt x="88884" y="64320"/>
                  <a:pt x="79513" y="59634"/>
                </a:cubicBezTo>
                <a:cubicBezTo>
                  <a:pt x="2451" y="21102"/>
                  <a:pt x="94820" y="54797"/>
                  <a:pt x="19878" y="29817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46005D95-831F-C8BA-930E-050A64A66B25}"/>
              </a:ext>
            </a:extLst>
          </p:cNvPr>
          <p:cNvSpPr/>
          <p:nvPr/>
        </p:nvSpPr>
        <p:spPr>
          <a:xfrm>
            <a:off x="24119836" y="10910480"/>
            <a:ext cx="748070" cy="890547"/>
          </a:xfrm>
          <a:custGeom>
            <a:avLst/>
            <a:gdLst>
              <a:gd name="connsiteX0" fmla="*/ 834899 w 834899"/>
              <a:gd name="connsiteY0" fmla="*/ 993913 h 993913"/>
              <a:gd name="connsiteX1" fmla="*/ 447273 w 834899"/>
              <a:gd name="connsiteY1" fmla="*/ 546652 h 993913"/>
              <a:gd name="connsiteX2" fmla="*/ 288247 w 834899"/>
              <a:gd name="connsiteY2" fmla="*/ 288235 h 993913"/>
              <a:gd name="connsiteX3" fmla="*/ 69586 w 834899"/>
              <a:gd name="connsiteY3" fmla="*/ 59635 h 993913"/>
              <a:gd name="connsiteX4" fmla="*/ 12 w 834899"/>
              <a:gd name="connsiteY4" fmla="*/ 0 h 99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4899" h="993913">
                <a:moveTo>
                  <a:pt x="834899" y="993913"/>
                </a:moveTo>
                <a:cubicBezTo>
                  <a:pt x="705690" y="844826"/>
                  <a:pt x="568091" y="702617"/>
                  <a:pt x="447273" y="546652"/>
                </a:cubicBezTo>
                <a:cubicBezTo>
                  <a:pt x="385333" y="466694"/>
                  <a:pt x="347838" y="369959"/>
                  <a:pt x="288247" y="288235"/>
                </a:cubicBezTo>
                <a:cubicBezTo>
                  <a:pt x="132809" y="75063"/>
                  <a:pt x="186389" y="98569"/>
                  <a:pt x="69586" y="59635"/>
                </a:cubicBezTo>
                <a:cubicBezTo>
                  <a:pt x="-2684" y="8013"/>
                  <a:pt x="12" y="38439"/>
                  <a:pt x="1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F3E88B0E-C8AA-1A74-9185-DE0F3D6AC087}"/>
              </a:ext>
            </a:extLst>
          </p:cNvPr>
          <p:cNvSpPr/>
          <p:nvPr/>
        </p:nvSpPr>
        <p:spPr>
          <a:xfrm>
            <a:off x="23923928" y="10874861"/>
            <a:ext cx="187311" cy="534327"/>
          </a:xfrm>
          <a:custGeom>
            <a:avLst/>
            <a:gdLst>
              <a:gd name="connsiteX0" fmla="*/ 0 w 209053"/>
              <a:gd name="connsiteY0" fmla="*/ 596347 h 596347"/>
              <a:gd name="connsiteX1" fmla="*/ 9939 w 209053"/>
              <a:gd name="connsiteY1" fmla="*/ 457200 h 596347"/>
              <a:gd name="connsiteX2" fmla="*/ 29818 w 209053"/>
              <a:gd name="connsiteY2" fmla="*/ 357808 h 596347"/>
              <a:gd name="connsiteX3" fmla="*/ 59635 w 209053"/>
              <a:gd name="connsiteY3" fmla="*/ 248478 h 596347"/>
              <a:gd name="connsiteX4" fmla="*/ 99392 w 209053"/>
              <a:gd name="connsiteY4" fmla="*/ 188843 h 596347"/>
              <a:gd name="connsiteX5" fmla="*/ 119270 w 209053"/>
              <a:gd name="connsiteY5" fmla="*/ 159026 h 596347"/>
              <a:gd name="connsiteX6" fmla="*/ 168965 w 209053"/>
              <a:gd name="connsiteY6" fmla="*/ 109330 h 596347"/>
              <a:gd name="connsiteX7" fmla="*/ 198783 w 209053"/>
              <a:gd name="connsiteY7" fmla="*/ 59634 h 596347"/>
              <a:gd name="connsiteX8" fmla="*/ 208722 w 209053"/>
              <a:gd name="connsiteY8" fmla="*/ 0 h 5963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9053" h="596347">
                <a:moveTo>
                  <a:pt x="0" y="596347"/>
                </a:moveTo>
                <a:cubicBezTo>
                  <a:pt x="3313" y="549965"/>
                  <a:pt x="4171" y="503341"/>
                  <a:pt x="9939" y="457200"/>
                </a:cubicBezTo>
                <a:cubicBezTo>
                  <a:pt x="14130" y="423674"/>
                  <a:pt x="23192" y="390939"/>
                  <a:pt x="29818" y="357808"/>
                </a:cubicBezTo>
                <a:cubicBezTo>
                  <a:pt x="43867" y="287563"/>
                  <a:pt x="34414" y="324143"/>
                  <a:pt x="59635" y="248478"/>
                </a:cubicBezTo>
                <a:cubicBezTo>
                  <a:pt x="77102" y="196076"/>
                  <a:pt x="58029" y="238478"/>
                  <a:pt x="99392" y="188843"/>
                </a:cubicBezTo>
                <a:cubicBezTo>
                  <a:pt x="107039" y="179667"/>
                  <a:pt x="111404" y="168016"/>
                  <a:pt x="119270" y="159026"/>
                </a:cubicBezTo>
                <a:cubicBezTo>
                  <a:pt x="134696" y="141396"/>
                  <a:pt x="168965" y="109330"/>
                  <a:pt x="168965" y="109330"/>
                </a:cubicBezTo>
                <a:cubicBezTo>
                  <a:pt x="197125" y="24858"/>
                  <a:pt x="157851" y="127855"/>
                  <a:pt x="198783" y="59634"/>
                </a:cubicBezTo>
                <a:cubicBezTo>
                  <a:pt x="211865" y="37830"/>
                  <a:pt x="208722" y="23746"/>
                  <a:pt x="208722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19B3A909-4E30-4A73-5A73-A637FD2B6559}"/>
              </a:ext>
            </a:extLst>
          </p:cNvPr>
          <p:cNvSpPr/>
          <p:nvPr/>
        </p:nvSpPr>
        <p:spPr>
          <a:xfrm>
            <a:off x="23840939" y="11356870"/>
            <a:ext cx="144077" cy="1349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3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6AB2C35C-3547-0569-009F-722B896609B4}"/>
                  </a:ext>
                </a:extLst>
              </p:cNvPr>
              <p:cNvSpPr txBox="1"/>
              <p:nvPr/>
            </p:nvSpPr>
            <p:spPr>
              <a:xfrm>
                <a:off x="20858220" y="10184293"/>
                <a:ext cx="896111" cy="588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26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322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26" dirty="0"/>
              </a:p>
            </p:txBody>
          </p:sp>
        </mc:Choice>
        <mc:Fallback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6AB2C35C-3547-0569-009F-722B89660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8220" y="10184293"/>
                <a:ext cx="896111" cy="588751"/>
              </a:xfrm>
              <a:prstGeom prst="rect">
                <a:avLst/>
              </a:prstGeom>
              <a:blipFill>
                <a:blip r:embed="rId39"/>
                <a:stretch>
                  <a:fillRect b="-19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2EAA930-8F3A-6CF2-DC7E-1D4A304EA169}"/>
              </a:ext>
            </a:extLst>
          </p:cNvPr>
          <p:cNvGrpSpPr/>
          <p:nvPr/>
        </p:nvGrpSpPr>
        <p:grpSpPr>
          <a:xfrm>
            <a:off x="28201309" y="11134097"/>
            <a:ext cx="6929105" cy="5182319"/>
            <a:chOff x="16497732" y="9281963"/>
            <a:chExt cx="8661380" cy="6477896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54CB3EE-0B6C-FF55-E6EB-869A61D10FC7}"/>
                </a:ext>
              </a:extLst>
            </p:cNvPr>
            <p:cNvCxnSpPr>
              <a:cxnSpLocks/>
            </p:cNvCxnSpPr>
            <p:nvPr/>
          </p:nvCxnSpPr>
          <p:spPr>
            <a:xfrm>
              <a:off x="21398166" y="11585780"/>
              <a:ext cx="1011513" cy="1999383"/>
            </a:xfrm>
            <a:prstGeom prst="line">
              <a:avLst/>
            </a:prstGeom>
            <a:ln w="1016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FCCA859-A45D-81DD-8750-CE40BB82B334}"/>
                </a:ext>
              </a:extLst>
            </p:cNvPr>
            <p:cNvGrpSpPr/>
            <p:nvPr/>
          </p:nvGrpSpPr>
          <p:grpSpPr>
            <a:xfrm>
              <a:off x="16497732" y="9281963"/>
              <a:ext cx="8661380" cy="6477896"/>
              <a:chOff x="16497732" y="9281963"/>
              <a:chExt cx="8661380" cy="647789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F0781D2-2920-3D70-38AE-7664834335A6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F0781D2-2920-3D70-38AE-766483433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732" y="12145093"/>
                    <a:ext cx="1120139" cy="598080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9AE0F35B-B94A-53E3-86BC-995ECC78DB9B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50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509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9AE0F35B-B94A-53E3-86BC-995ECC78DB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8973" y="12530479"/>
                    <a:ext cx="1120139" cy="598080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A54016A-E1C0-E231-B9D3-E84A2E4ED906}"/>
                      </a:ext>
                    </a:extLst>
                  </p:cNvPr>
                  <p:cNvSpPr txBox="1"/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A54016A-E1C0-E231-B9D3-E84A2E4ED9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99070" y="9669414"/>
                    <a:ext cx="1120139" cy="66693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F53861E-B7BD-FF9E-94B7-86901E4B8BC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F53861E-B7BD-FF9E-94B7-86901E4B8B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94131" y="12079103"/>
                    <a:ext cx="1120139" cy="666930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3BA3F9C-A45D-0FC8-DF5D-A469191CBD57}"/>
                      </a:ext>
                    </a:extLst>
                  </p:cNvPr>
                  <p:cNvSpPr txBox="1"/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3BA3F9C-A45D-0FC8-DF5D-A469191CBD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083742" y="11829807"/>
                    <a:ext cx="1120139" cy="66693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D3F3098-DDB5-1428-81EE-3461306C0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67" i="1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D3F3098-DDB5-1428-81EE-3461306C0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25134" y="15092829"/>
                    <a:ext cx="1120139" cy="66693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F240E36-78F5-DB1C-98A2-5BB6289C71D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F240E36-78F5-DB1C-98A2-5BB6289C71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0974" y="15135139"/>
                    <a:ext cx="1120139" cy="59808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C78706D-BB80-1F6C-6BF3-D7F97BC9B0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𝐶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C78706D-BB80-1F6C-6BF3-D7F97BC9B0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1913" y="15148019"/>
                    <a:ext cx="1120139" cy="59808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D36D0395-1ECA-E830-7D17-C4620A4D41EB}"/>
                      </a:ext>
                    </a:extLst>
                  </p:cNvPr>
                  <p:cNvSpPr txBox="1"/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509" i="1">
                              <a:latin typeface="Cambria Math" panose="02040503050406030204" pitchFamily="18" charset="0"/>
                            </a:rPr>
                            <m:t>𝐷</m:t>
                          </m:r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D36D0395-1ECA-E830-7D17-C4620A4D41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22750" y="15161779"/>
                    <a:ext cx="1120139" cy="598080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A1102CD-E560-A8A7-9914-D22D885DCDB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A1102CD-E560-A8A7-9914-D22D885DCD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12687" y="13957929"/>
                    <a:ext cx="1120139" cy="666930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21C22A86-5A58-6FFB-D6D8-DAB2626213CF}"/>
                      </a:ext>
                    </a:extLst>
                  </p:cNvPr>
                  <p:cNvSpPr txBox="1"/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21C22A86-5A58-6FFB-D6D8-DAB262621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30835" y="14179572"/>
                    <a:ext cx="1120139" cy="66693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2AA17AA4-137D-24A5-4DD8-7B3ABE0E40B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2AA17AA4-137D-24A5-4DD8-7B3ABE0E40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38094" y="14337998"/>
                    <a:ext cx="1120139" cy="66693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51DF3AB-ACA7-256F-6CA7-44807FBE15C0}"/>
                      </a:ext>
                    </a:extLst>
                  </p:cNvPr>
                  <p:cNvSpPr txBox="1"/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67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867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US" sz="2509" dirty="0"/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F51DF3AB-ACA7-256F-6CA7-44807FBE15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53566" y="14379732"/>
                    <a:ext cx="1120139" cy="66693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b="-116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70276A4D-2694-198A-8B33-0E2F75C5BA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9" y="11620740"/>
                <a:ext cx="0" cy="176642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E6CAC5BA-23A5-AEA1-FDBB-C0BEB43DD7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399" y="11586775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317BBB19-ABA1-9053-25BD-3FAC09A895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70225" y="13391537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ACB9A6E2-56EA-7A1B-E230-BA88332D85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741" y="11593562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FE05C6AF-9C83-6A42-B050-236CE5713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53567" y="14485724"/>
                <a:ext cx="479147" cy="0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B5576BE-97EE-333B-54E5-CB479DA06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03662" y="11593562"/>
                <a:ext cx="0" cy="289216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02CF6EF0-F8B3-7C5B-5832-6EF2479BE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77952" y="13387162"/>
                <a:ext cx="1828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D9B64FD-79E3-DAA3-49E7-253CB8B148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25354" y="11586775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E96C7934-F28B-0F61-D0B0-2275DCC3A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58236" y="14480009"/>
                <a:ext cx="1775014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A80526A-CDDE-EB7C-C50C-129A504CB0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437623" y="13387162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2106709-2223-7C4F-4097-E94365839C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277952" y="11571156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612F88E9-EC25-6E4E-926C-D71458A76D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47844" y="11574012"/>
                <a:ext cx="1356931" cy="183746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CF732CF6-249D-CD40-5321-FC0D09A76A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353915" y="13396044"/>
                <a:ext cx="840329" cy="174409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67094A4-32E8-C776-1FA1-15E39CB93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87657" y="13416280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AF2D1633-CEFC-E249-DF1A-B033939CC9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583" y="13402275"/>
                <a:ext cx="860187" cy="1728678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467A3869-EDE1-752B-BDAC-2694215741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09798" y="1513932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87876E95-CF17-BFCC-57F7-065C872713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85167" y="1513125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B8B0C20B-07D9-2111-8706-FC7FC42BE6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601914" y="15138336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3CBFDE1-43BD-9EB3-0386-232186173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81574" y="15132921"/>
                <a:ext cx="95739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EF3AE0C5-A690-6C1D-C4FF-6881F17745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17750" y="9293142"/>
                <a:ext cx="16173" cy="229064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6A84EBB8-A743-10E3-8B6E-BAFDABCA79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91025" y="9281963"/>
                <a:ext cx="8790" cy="2308205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BC67C366-CC1A-93CB-74CC-732A36217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68960" y="11571156"/>
                <a:ext cx="1779474" cy="35960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D059F83E-985E-92DA-9689-B679F742BD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657489" y="13567925"/>
                <a:ext cx="754868" cy="1571401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8559FB1A-BA6A-7EE3-3885-60CE01E7F73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554886" y="14469705"/>
                <a:ext cx="300620" cy="679254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6284CD4F-6219-BD1C-C4B4-039F102BB1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2623" y="14511440"/>
                <a:ext cx="293460" cy="624637"/>
              </a:xfrm>
              <a:prstGeom prst="line">
                <a:avLst/>
              </a:prstGeom>
              <a:ln w="1016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29A4E417-0A9E-3C1B-F865-11C8A2FF27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17750" y="9301129"/>
                <a:ext cx="2641793" cy="678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39748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23789</TotalTime>
  <Words>1899</Words>
  <Application>Microsoft Macintosh PowerPoint</Application>
  <PresentationFormat>Custom</PresentationFormat>
  <Paragraphs>1128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Tabatabaee, Yasamin</cp:lastModifiedBy>
  <cp:revision>741</cp:revision>
  <cp:lastPrinted>2025-02-20T16:59:25Z</cp:lastPrinted>
  <dcterms:created xsi:type="dcterms:W3CDTF">2022-03-04T02:28:25Z</dcterms:created>
  <dcterms:modified xsi:type="dcterms:W3CDTF">2025-09-15T20:12:35Z</dcterms:modified>
</cp:coreProperties>
</file>