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3"/>
  </p:notesMasterIdLst>
  <p:sldIdLst>
    <p:sldId id="417" r:id="rId2"/>
  </p:sldIdLst>
  <p:sldSz cx="29260800" cy="2011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3F0"/>
    <a:srgbClr val="F498CE"/>
    <a:srgbClr val="FF40FF"/>
    <a:srgbClr val="C09000"/>
    <a:srgbClr val="712FA1"/>
    <a:srgbClr val="C55A0F"/>
    <a:srgbClr val="2D75B6"/>
    <a:srgbClr val="538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18"/>
    <p:restoredTop sz="95073"/>
  </p:normalViewPr>
  <p:slideViewPr>
    <p:cSldViewPr snapToGrid="0">
      <p:cViewPr varScale="1">
        <p:scale>
          <a:sx n="32" d="100"/>
          <a:sy n="32" d="100"/>
        </p:scale>
        <p:origin x="1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68111-3457-F442-A6D1-A65D3185FFC3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1143000"/>
            <a:ext cx="4489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4CDA4-44C5-4843-A689-9AC251318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46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917811" rtl="0" eaLnBrk="1" latinLnBrk="0" hangingPunct="1">
      <a:defRPr sz="2515" kern="1200">
        <a:solidFill>
          <a:schemeClr val="tx1"/>
        </a:solidFill>
        <a:latin typeface="+mn-lt"/>
        <a:ea typeface="+mn-ea"/>
        <a:cs typeface="+mn-cs"/>
      </a:defRPr>
    </a:lvl1pPr>
    <a:lvl2pPr marL="958908" algn="l" defTabSz="1917811" rtl="0" eaLnBrk="1" latinLnBrk="0" hangingPunct="1">
      <a:defRPr sz="2515" kern="1200">
        <a:solidFill>
          <a:schemeClr val="tx1"/>
        </a:solidFill>
        <a:latin typeface="+mn-lt"/>
        <a:ea typeface="+mn-ea"/>
        <a:cs typeface="+mn-cs"/>
      </a:defRPr>
    </a:lvl2pPr>
    <a:lvl3pPr marL="1917811" algn="l" defTabSz="1917811" rtl="0" eaLnBrk="1" latinLnBrk="0" hangingPunct="1">
      <a:defRPr sz="2515" kern="1200">
        <a:solidFill>
          <a:schemeClr val="tx1"/>
        </a:solidFill>
        <a:latin typeface="+mn-lt"/>
        <a:ea typeface="+mn-ea"/>
        <a:cs typeface="+mn-cs"/>
      </a:defRPr>
    </a:lvl3pPr>
    <a:lvl4pPr marL="2876719" algn="l" defTabSz="1917811" rtl="0" eaLnBrk="1" latinLnBrk="0" hangingPunct="1">
      <a:defRPr sz="2515" kern="1200">
        <a:solidFill>
          <a:schemeClr val="tx1"/>
        </a:solidFill>
        <a:latin typeface="+mn-lt"/>
        <a:ea typeface="+mn-ea"/>
        <a:cs typeface="+mn-cs"/>
      </a:defRPr>
    </a:lvl4pPr>
    <a:lvl5pPr marL="3835623" algn="l" defTabSz="1917811" rtl="0" eaLnBrk="1" latinLnBrk="0" hangingPunct="1">
      <a:defRPr sz="2515" kern="1200">
        <a:solidFill>
          <a:schemeClr val="tx1"/>
        </a:solidFill>
        <a:latin typeface="+mn-lt"/>
        <a:ea typeface="+mn-ea"/>
        <a:cs typeface="+mn-cs"/>
      </a:defRPr>
    </a:lvl5pPr>
    <a:lvl6pPr marL="4794527" algn="l" defTabSz="1917811" rtl="0" eaLnBrk="1" latinLnBrk="0" hangingPunct="1">
      <a:defRPr sz="2515" kern="1200">
        <a:solidFill>
          <a:schemeClr val="tx1"/>
        </a:solidFill>
        <a:latin typeface="+mn-lt"/>
        <a:ea typeface="+mn-ea"/>
        <a:cs typeface="+mn-cs"/>
      </a:defRPr>
    </a:lvl6pPr>
    <a:lvl7pPr marL="5753434" algn="l" defTabSz="1917811" rtl="0" eaLnBrk="1" latinLnBrk="0" hangingPunct="1">
      <a:defRPr sz="2515" kern="1200">
        <a:solidFill>
          <a:schemeClr val="tx1"/>
        </a:solidFill>
        <a:latin typeface="+mn-lt"/>
        <a:ea typeface="+mn-ea"/>
        <a:cs typeface="+mn-cs"/>
      </a:defRPr>
    </a:lvl7pPr>
    <a:lvl8pPr marL="6712343" algn="l" defTabSz="1917811" rtl="0" eaLnBrk="1" latinLnBrk="0" hangingPunct="1">
      <a:defRPr sz="2515" kern="1200">
        <a:solidFill>
          <a:schemeClr val="tx1"/>
        </a:solidFill>
        <a:latin typeface="+mn-lt"/>
        <a:ea typeface="+mn-ea"/>
        <a:cs typeface="+mn-cs"/>
      </a:defRPr>
    </a:lvl8pPr>
    <a:lvl9pPr marL="7671246" algn="l" defTabSz="1917811" rtl="0" eaLnBrk="1" latinLnBrk="0" hangingPunct="1">
      <a:defRPr sz="25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4560" y="3292265"/>
            <a:ext cx="24871680" cy="7003627"/>
          </a:xfrm>
        </p:spPr>
        <p:txBody>
          <a:bodyPr anchor="b"/>
          <a:lstStyle>
            <a:lvl1pPr algn="ctr">
              <a:defRPr sz="1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0" y="10565978"/>
            <a:ext cx="21945600" cy="4856902"/>
          </a:xfrm>
        </p:spPr>
        <p:txBody>
          <a:bodyPr/>
          <a:lstStyle>
            <a:lvl1pPr marL="0" indent="0" algn="ctr">
              <a:buNone/>
              <a:defRPr sz="7040"/>
            </a:lvl1pPr>
            <a:lvl2pPr marL="1341105" indent="0" algn="ctr">
              <a:buNone/>
              <a:defRPr sz="5867"/>
            </a:lvl2pPr>
            <a:lvl3pPr marL="2682210" indent="0" algn="ctr">
              <a:buNone/>
              <a:defRPr sz="5280"/>
            </a:lvl3pPr>
            <a:lvl4pPr marL="4023314" indent="0" algn="ctr">
              <a:buNone/>
              <a:defRPr sz="4693"/>
            </a:lvl4pPr>
            <a:lvl5pPr marL="5364419" indent="0" algn="ctr">
              <a:buNone/>
              <a:defRPr sz="4693"/>
            </a:lvl5pPr>
            <a:lvl6pPr marL="6705524" indent="0" algn="ctr">
              <a:buNone/>
              <a:defRPr sz="4693"/>
            </a:lvl6pPr>
            <a:lvl7pPr marL="8046629" indent="0" algn="ctr">
              <a:buNone/>
              <a:defRPr sz="4693"/>
            </a:lvl7pPr>
            <a:lvl8pPr marL="9387733" indent="0" algn="ctr">
              <a:buNone/>
              <a:defRPr sz="4693"/>
            </a:lvl8pPr>
            <a:lvl9pPr marL="10728838" indent="0" algn="ctr">
              <a:buNone/>
              <a:defRPr sz="46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1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1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442" y="5015236"/>
            <a:ext cx="25237440" cy="8368029"/>
          </a:xfrm>
        </p:spPr>
        <p:txBody>
          <a:bodyPr anchor="b"/>
          <a:lstStyle>
            <a:lvl1pPr>
              <a:defRPr sz="17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6442" y="13462429"/>
            <a:ext cx="25237440" cy="4400549"/>
          </a:xfrm>
        </p:spPr>
        <p:txBody>
          <a:bodyPr/>
          <a:lstStyle>
            <a:lvl1pPr marL="0" indent="0">
              <a:buNone/>
              <a:defRPr sz="7040">
                <a:solidFill>
                  <a:schemeClr val="tx1"/>
                </a:solidFill>
              </a:defRPr>
            </a:lvl1pPr>
            <a:lvl2pPr marL="1341105" indent="0">
              <a:buNone/>
              <a:defRPr sz="5867">
                <a:solidFill>
                  <a:schemeClr val="tx1">
                    <a:tint val="75000"/>
                  </a:schemeClr>
                </a:solidFill>
              </a:defRPr>
            </a:lvl2pPr>
            <a:lvl3pPr marL="2682210" indent="0">
              <a:buNone/>
              <a:defRPr sz="5280">
                <a:solidFill>
                  <a:schemeClr val="tx1">
                    <a:tint val="75000"/>
                  </a:schemeClr>
                </a:solidFill>
              </a:defRPr>
            </a:lvl3pPr>
            <a:lvl4pPr marL="4023314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4pPr>
            <a:lvl5pPr marL="5364419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5pPr>
            <a:lvl6pPr marL="6705524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6pPr>
            <a:lvl7pPr marL="8046629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7pPr>
            <a:lvl8pPr marL="9387733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8pPr>
            <a:lvl9pPr marL="10728838" indent="0">
              <a:buNone/>
              <a:defRPr sz="4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3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11680" y="5355167"/>
            <a:ext cx="12435840" cy="1276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13280" y="5355167"/>
            <a:ext cx="12435840" cy="12763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1" y="1071038"/>
            <a:ext cx="25237440" cy="38883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494" y="4931411"/>
            <a:ext cx="12378688" cy="2416809"/>
          </a:xfrm>
        </p:spPr>
        <p:txBody>
          <a:bodyPr anchor="b"/>
          <a:lstStyle>
            <a:lvl1pPr marL="0" indent="0">
              <a:buNone/>
              <a:defRPr sz="7040" b="1"/>
            </a:lvl1pPr>
            <a:lvl2pPr marL="1341105" indent="0">
              <a:buNone/>
              <a:defRPr sz="5867" b="1"/>
            </a:lvl2pPr>
            <a:lvl3pPr marL="2682210" indent="0">
              <a:buNone/>
              <a:defRPr sz="5280" b="1"/>
            </a:lvl3pPr>
            <a:lvl4pPr marL="4023314" indent="0">
              <a:buNone/>
              <a:defRPr sz="4693" b="1"/>
            </a:lvl4pPr>
            <a:lvl5pPr marL="5364419" indent="0">
              <a:buNone/>
              <a:defRPr sz="4693" b="1"/>
            </a:lvl5pPr>
            <a:lvl6pPr marL="6705524" indent="0">
              <a:buNone/>
              <a:defRPr sz="4693" b="1"/>
            </a:lvl6pPr>
            <a:lvl7pPr marL="8046629" indent="0">
              <a:buNone/>
              <a:defRPr sz="4693" b="1"/>
            </a:lvl7pPr>
            <a:lvl8pPr marL="9387733" indent="0">
              <a:buNone/>
              <a:defRPr sz="4693" b="1"/>
            </a:lvl8pPr>
            <a:lvl9pPr marL="10728838" indent="0">
              <a:buNone/>
              <a:defRPr sz="4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15494" y="7348220"/>
            <a:ext cx="12378688" cy="1080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13282" y="4931411"/>
            <a:ext cx="12439651" cy="2416809"/>
          </a:xfrm>
        </p:spPr>
        <p:txBody>
          <a:bodyPr anchor="b"/>
          <a:lstStyle>
            <a:lvl1pPr marL="0" indent="0">
              <a:buNone/>
              <a:defRPr sz="7040" b="1"/>
            </a:lvl1pPr>
            <a:lvl2pPr marL="1341105" indent="0">
              <a:buNone/>
              <a:defRPr sz="5867" b="1"/>
            </a:lvl2pPr>
            <a:lvl3pPr marL="2682210" indent="0">
              <a:buNone/>
              <a:defRPr sz="5280" b="1"/>
            </a:lvl3pPr>
            <a:lvl4pPr marL="4023314" indent="0">
              <a:buNone/>
              <a:defRPr sz="4693" b="1"/>
            </a:lvl4pPr>
            <a:lvl5pPr marL="5364419" indent="0">
              <a:buNone/>
              <a:defRPr sz="4693" b="1"/>
            </a:lvl5pPr>
            <a:lvl6pPr marL="6705524" indent="0">
              <a:buNone/>
              <a:defRPr sz="4693" b="1"/>
            </a:lvl6pPr>
            <a:lvl7pPr marL="8046629" indent="0">
              <a:buNone/>
              <a:defRPr sz="4693" b="1"/>
            </a:lvl7pPr>
            <a:lvl8pPr marL="9387733" indent="0">
              <a:buNone/>
              <a:defRPr sz="4693" b="1"/>
            </a:lvl8pPr>
            <a:lvl9pPr marL="10728838" indent="0">
              <a:buNone/>
              <a:defRPr sz="46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13282" y="7348220"/>
            <a:ext cx="12439651" cy="1080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3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61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1" y="1341120"/>
            <a:ext cx="9437370" cy="4693920"/>
          </a:xfrm>
        </p:spPr>
        <p:txBody>
          <a:bodyPr anchor="b"/>
          <a:lstStyle>
            <a:lvl1pPr>
              <a:defRPr sz="93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39651" y="2896451"/>
            <a:ext cx="14813280" cy="14295967"/>
          </a:xfrm>
        </p:spPr>
        <p:txBody>
          <a:bodyPr/>
          <a:lstStyle>
            <a:lvl1pPr>
              <a:defRPr sz="9387"/>
            </a:lvl1pPr>
            <a:lvl2pPr>
              <a:defRPr sz="8213"/>
            </a:lvl2pPr>
            <a:lvl3pPr>
              <a:defRPr sz="7040"/>
            </a:lvl3pPr>
            <a:lvl4pPr>
              <a:defRPr sz="5867"/>
            </a:lvl4pPr>
            <a:lvl5pPr>
              <a:defRPr sz="5867"/>
            </a:lvl5pPr>
            <a:lvl6pPr>
              <a:defRPr sz="5867"/>
            </a:lvl6pPr>
            <a:lvl7pPr>
              <a:defRPr sz="5867"/>
            </a:lvl7pPr>
            <a:lvl8pPr>
              <a:defRPr sz="5867"/>
            </a:lvl8pPr>
            <a:lvl9pPr>
              <a:defRPr sz="5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1" y="6035040"/>
            <a:ext cx="9437370" cy="11180658"/>
          </a:xfrm>
        </p:spPr>
        <p:txBody>
          <a:bodyPr/>
          <a:lstStyle>
            <a:lvl1pPr marL="0" indent="0">
              <a:buNone/>
              <a:defRPr sz="4693"/>
            </a:lvl1pPr>
            <a:lvl2pPr marL="1341105" indent="0">
              <a:buNone/>
              <a:defRPr sz="4107"/>
            </a:lvl2pPr>
            <a:lvl3pPr marL="2682210" indent="0">
              <a:buNone/>
              <a:defRPr sz="3520"/>
            </a:lvl3pPr>
            <a:lvl4pPr marL="4023314" indent="0">
              <a:buNone/>
              <a:defRPr sz="2933"/>
            </a:lvl4pPr>
            <a:lvl5pPr marL="5364419" indent="0">
              <a:buNone/>
              <a:defRPr sz="2933"/>
            </a:lvl5pPr>
            <a:lvl6pPr marL="6705524" indent="0">
              <a:buNone/>
              <a:defRPr sz="2933"/>
            </a:lvl6pPr>
            <a:lvl7pPr marL="8046629" indent="0">
              <a:buNone/>
              <a:defRPr sz="2933"/>
            </a:lvl7pPr>
            <a:lvl8pPr marL="9387733" indent="0">
              <a:buNone/>
              <a:defRPr sz="2933"/>
            </a:lvl8pPr>
            <a:lvl9pPr marL="10728838" indent="0">
              <a:buNone/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0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491" y="1341120"/>
            <a:ext cx="9437370" cy="4693920"/>
          </a:xfrm>
        </p:spPr>
        <p:txBody>
          <a:bodyPr anchor="b"/>
          <a:lstStyle>
            <a:lvl1pPr>
              <a:defRPr sz="93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39651" y="2896451"/>
            <a:ext cx="14813280" cy="14295967"/>
          </a:xfrm>
        </p:spPr>
        <p:txBody>
          <a:bodyPr anchor="t"/>
          <a:lstStyle>
            <a:lvl1pPr marL="0" indent="0">
              <a:buNone/>
              <a:defRPr sz="9387"/>
            </a:lvl1pPr>
            <a:lvl2pPr marL="1341105" indent="0">
              <a:buNone/>
              <a:defRPr sz="8213"/>
            </a:lvl2pPr>
            <a:lvl3pPr marL="2682210" indent="0">
              <a:buNone/>
              <a:defRPr sz="7040"/>
            </a:lvl3pPr>
            <a:lvl4pPr marL="4023314" indent="0">
              <a:buNone/>
              <a:defRPr sz="5867"/>
            </a:lvl4pPr>
            <a:lvl5pPr marL="5364419" indent="0">
              <a:buNone/>
              <a:defRPr sz="5867"/>
            </a:lvl5pPr>
            <a:lvl6pPr marL="6705524" indent="0">
              <a:buNone/>
              <a:defRPr sz="5867"/>
            </a:lvl6pPr>
            <a:lvl7pPr marL="8046629" indent="0">
              <a:buNone/>
              <a:defRPr sz="5867"/>
            </a:lvl7pPr>
            <a:lvl8pPr marL="9387733" indent="0">
              <a:buNone/>
              <a:defRPr sz="5867"/>
            </a:lvl8pPr>
            <a:lvl9pPr marL="10728838" indent="0">
              <a:buNone/>
              <a:defRPr sz="58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5491" y="6035040"/>
            <a:ext cx="9437370" cy="11180658"/>
          </a:xfrm>
        </p:spPr>
        <p:txBody>
          <a:bodyPr/>
          <a:lstStyle>
            <a:lvl1pPr marL="0" indent="0">
              <a:buNone/>
              <a:defRPr sz="4693"/>
            </a:lvl1pPr>
            <a:lvl2pPr marL="1341105" indent="0">
              <a:buNone/>
              <a:defRPr sz="4107"/>
            </a:lvl2pPr>
            <a:lvl3pPr marL="2682210" indent="0">
              <a:buNone/>
              <a:defRPr sz="3520"/>
            </a:lvl3pPr>
            <a:lvl4pPr marL="4023314" indent="0">
              <a:buNone/>
              <a:defRPr sz="2933"/>
            </a:lvl4pPr>
            <a:lvl5pPr marL="5364419" indent="0">
              <a:buNone/>
              <a:defRPr sz="2933"/>
            </a:lvl5pPr>
            <a:lvl6pPr marL="6705524" indent="0">
              <a:buNone/>
              <a:defRPr sz="2933"/>
            </a:lvl6pPr>
            <a:lvl7pPr marL="8046629" indent="0">
              <a:buNone/>
              <a:defRPr sz="2933"/>
            </a:lvl7pPr>
            <a:lvl8pPr marL="9387733" indent="0">
              <a:buNone/>
              <a:defRPr sz="2933"/>
            </a:lvl8pPr>
            <a:lvl9pPr marL="10728838" indent="0">
              <a:buNone/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1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939762" y="1071033"/>
            <a:ext cx="6309360" cy="1704805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11682" y="1071033"/>
            <a:ext cx="18562320" cy="1704805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7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11680" y="1071038"/>
            <a:ext cx="25237440" cy="3888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1680" y="5355167"/>
            <a:ext cx="25237440" cy="12763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11680" y="18645298"/>
            <a:ext cx="658368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92640" y="18645298"/>
            <a:ext cx="987552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665440" y="18645298"/>
            <a:ext cx="6583680" cy="1071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6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2682210" rtl="0" eaLnBrk="1" latinLnBrk="0" hangingPunct="1">
        <a:lnSpc>
          <a:spcPct val="90000"/>
        </a:lnSpc>
        <a:spcBef>
          <a:spcPct val="0"/>
        </a:spcBef>
        <a:buNone/>
        <a:defRPr sz="129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0552" indent="-670552" algn="l" defTabSz="2682210" rtl="0" eaLnBrk="1" latinLnBrk="0" hangingPunct="1">
        <a:lnSpc>
          <a:spcPct val="90000"/>
        </a:lnSpc>
        <a:spcBef>
          <a:spcPts val="2933"/>
        </a:spcBef>
        <a:buFont typeface="Arial" panose="020B0604020202020204" pitchFamily="34" charset="0"/>
        <a:buChar char="•"/>
        <a:defRPr sz="8213" kern="1200">
          <a:solidFill>
            <a:schemeClr val="tx1"/>
          </a:solidFill>
          <a:latin typeface="+mn-lt"/>
          <a:ea typeface="+mn-ea"/>
          <a:cs typeface="+mn-cs"/>
        </a:defRPr>
      </a:lvl1pPr>
      <a:lvl2pPr marL="2011657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7040" kern="1200">
          <a:solidFill>
            <a:schemeClr val="tx1"/>
          </a:solidFill>
          <a:latin typeface="+mn-lt"/>
          <a:ea typeface="+mn-ea"/>
          <a:cs typeface="+mn-cs"/>
        </a:defRPr>
      </a:lvl2pPr>
      <a:lvl3pPr marL="3352762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867" kern="1200">
          <a:solidFill>
            <a:schemeClr val="tx1"/>
          </a:solidFill>
          <a:latin typeface="+mn-lt"/>
          <a:ea typeface="+mn-ea"/>
          <a:cs typeface="+mn-cs"/>
        </a:defRPr>
      </a:lvl3pPr>
      <a:lvl4pPr marL="4693867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4pPr>
      <a:lvl5pPr marL="6034971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5pPr>
      <a:lvl6pPr marL="7376076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6pPr>
      <a:lvl7pPr marL="8717181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7pPr>
      <a:lvl8pPr marL="10058286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8pPr>
      <a:lvl9pPr marL="11399390" indent="-670552" algn="l" defTabSz="268221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1pPr>
      <a:lvl2pPr marL="1341105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2pPr>
      <a:lvl3pPr marL="2682210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3pPr>
      <a:lvl4pPr marL="4023314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4pPr>
      <a:lvl5pPr marL="5364419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5pPr>
      <a:lvl6pPr marL="6705524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6pPr>
      <a:lvl7pPr marL="8046629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7pPr>
      <a:lvl8pPr marL="9387733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8pPr>
      <a:lvl9pPr marL="10728838" algn="l" defTabSz="2682210" rtl="0" eaLnBrk="1" latinLnBrk="0" hangingPunct="1">
        <a:defRPr sz="5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9E6AC6-415F-4794-1C94-47601F9F36F1}"/>
              </a:ext>
            </a:extLst>
          </p:cNvPr>
          <p:cNvCxnSpPr>
            <a:cxnSpLocks/>
          </p:cNvCxnSpPr>
          <p:nvPr/>
        </p:nvCxnSpPr>
        <p:spPr>
          <a:xfrm flipV="1">
            <a:off x="14163908" y="11101169"/>
            <a:ext cx="228661" cy="408291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FC3289-75DD-0E15-BEB8-536D7584B234}"/>
              </a:ext>
            </a:extLst>
          </p:cNvPr>
          <p:cNvCxnSpPr>
            <a:cxnSpLocks/>
          </p:cNvCxnSpPr>
          <p:nvPr/>
        </p:nvCxnSpPr>
        <p:spPr>
          <a:xfrm>
            <a:off x="14730352" y="9245210"/>
            <a:ext cx="1784025" cy="2205533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507634-CB7D-25D1-C6CC-4E25AC1EC588}"/>
              </a:ext>
            </a:extLst>
          </p:cNvPr>
          <p:cNvCxnSpPr>
            <a:cxnSpLocks/>
          </p:cNvCxnSpPr>
          <p:nvPr/>
        </p:nvCxnSpPr>
        <p:spPr>
          <a:xfrm flipV="1">
            <a:off x="12859921" y="8623996"/>
            <a:ext cx="2317450" cy="2885463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84EDFB-0932-5B23-7E9B-E8ABAAC00D21}"/>
              </a:ext>
            </a:extLst>
          </p:cNvPr>
          <p:cNvCxnSpPr>
            <a:cxnSpLocks/>
          </p:cNvCxnSpPr>
          <p:nvPr/>
        </p:nvCxnSpPr>
        <p:spPr>
          <a:xfrm flipH="1" flipV="1">
            <a:off x="13794782" y="10310851"/>
            <a:ext cx="854719" cy="1139891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99099C-DA5C-6465-69F9-0DF2868F6EFC}"/>
              </a:ext>
            </a:extLst>
          </p:cNvPr>
          <p:cNvCxnSpPr>
            <a:cxnSpLocks/>
          </p:cNvCxnSpPr>
          <p:nvPr/>
        </p:nvCxnSpPr>
        <p:spPr>
          <a:xfrm flipH="1">
            <a:off x="15177371" y="10528016"/>
            <a:ext cx="537610" cy="1014989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690C5A-0BEB-6041-FF23-9DB0F5FC0F9A}"/>
              </a:ext>
            </a:extLst>
          </p:cNvPr>
          <p:cNvCxnSpPr>
            <a:cxnSpLocks/>
          </p:cNvCxnSpPr>
          <p:nvPr/>
        </p:nvCxnSpPr>
        <p:spPr>
          <a:xfrm flipH="1" flipV="1">
            <a:off x="13229049" y="11020803"/>
            <a:ext cx="294114" cy="488656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B755616-EB1F-FA00-812E-7D7E7661A8F3}"/>
              </a:ext>
            </a:extLst>
          </p:cNvPr>
          <p:cNvCxnSpPr>
            <a:cxnSpLocks/>
          </p:cNvCxnSpPr>
          <p:nvPr/>
        </p:nvCxnSpPr>
        <p:spPr>
          <a:xfrm>
            <a:off x="15135003" y="8590450"/>
            <a:ext cx="2335826" cy="2674681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306E11-32FE-09BA-823F-E3BA7758FCB0}"/>
              </a:ext>
            </a:extLst>
          </p:cNvPr>
          <p:cNvCxnSpPr>
            <a:cxnSpLocks/>
          </p:cNvCxnSpPr>
          <p:nvPr/>
        </p:nvCxnSpPr>
        <p:spPr>
          <a:xfrm>
            <a:off x="6499681" y="9174179"/>
            <a:ext cx="576148" cy="974243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11A514C-D3B6-4798-8647-052AFFDA5126}"/>
              </a:ext>
            </a:extLst>
          </p:cNvPr>
          <p:cNvCxnSpPr>
            <a:cxnSpLocks/>
          </p:cNvCxnSpPr>
          <p:nvPr/>
        </p:nvCxnSpPr>
        <p:spPr>
          <a:xfrm flipH="1">
            <a:off x="6397380" y="10431731"/>
            <a:ext cx="423069" cy="1526894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674A3D1-F0B2-B66F-60A6-E2E2BFB85AEE}"/>
              </a:ext>
            </a:extLst>
          </p:cNvPr>
          <p:cNvCxnSpPr>
            <a:cxnSpLocks/>
          </p:cNvCxnSpPr>
          <p:nvPr/>
        </p:nvCxnSpPr>
        <p:spPr>
          <a:xfrm flipV="1">
            <a:off x="5740986" y="9143485"/>
            <a:ext cx="758695" cy="1907658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75792B-253D-CC17-EEC7-46926932E0D5}"/>
              </a:ext>
            </a:extLst>
          </p:cNvPr>
          <p:cNvCxnSpPr>
            <a:cxnSpLocks/>
          </p:cNvCxnSpPr>
          <p:nvPr/>
        </p:nvCxnSpPr>
        <p:spPr>
          <a:xfrm flipH="1" flipV="1">
            <a:off x="6334486" y="9612674"/>
            <a:ext cx="842845" cy="1425463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F5B82C8-FB97-2076-AFA1-4AB716AE8303}"/>
              </a:ext>
            </a:extLst>
          </p:cNvPr>
          <p:cNvCxnSpPr>
            <a:cxnSpLocks/>
          </p:cNvCxnSpPr>
          <p:nvPr/>
        </p:nvCxnSpPr>
        <p:spPr>
          <a:xfrm flipH="1" flipV="1">
            <a:off x="6016900" y="10418725"/>
            <a:ext cx="173071" cy="436382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0AECE8E-F80D-392E-51C0-06FC24F637AA}"/>
              </a:ext>
            </a:extLst>
          </p:cNvPr>
          <p:cNvCxnSpPr>
            <a:cxnSpLocks/>
          </p:cNvCxnSpPr>
          <p:nvPr/>
        </p:nvCxnSpPr>
        <p:spPr>
          <a:xfrm>
            <a:off x="8666913" y="9143485"/>
            <a:ext cx="320473" cy="581069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0DCA9DF-F49C-B50D-D9C1-21BFFDBC3471}"/>
              </a:ext>
            </a:extLst>
          </p:cNvPr>
          <p:cNvCxnSpPr>
            <a:cxnSpLocks/>
          </p:cNvCxnSpPr>
          <p:nvPr/>
        </p:nvCxnSpPr>
        <p:spPr>
          <a:xfrm>
            <a:off x="8248344" y="10020466"/>
            <a:ext cx="80007" cy="227183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4F80A14-5DB3-1C47-DBA3-44FBDF146B5D}"/>
              </a:ext>
            </a:extLst>
          </p:cNvPr>
          <p:cNvCxnSpPr>
            <a:cxnSpLocks/>
            <a:stCxn id="59" idx="1"/>
          </p:cNvCxnSpPr>
          <p:nvPr/>
        </p:nvCxnSpPr>
        <p:spPr>
          <a:xfrm flipV="1">
            <a:off x="7597878" y="9146819"/>
            <a:ext cx="1069035" cy="2177709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016F99F-9A71-1C4A-D07A-2274FAE34B2B}"/>
              </a:ext>
            </a:extLst>
          </p:cNvPr>
          <p:cNvCxnSpPr>
            <a:cxnSpLocks/>
          </p:cNvCxnSpPr>
          <p:nvPr/>
        </p:nvCxnSpPr>
        <p:spPr>
          <a:xfrm flipH="1" flipV="1">
            <a:off x="8464714" y="9559224"/>
            <a:ext cx="555618" cy="1469161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8D7AD08-BCF2-51F6-3FA5-B98B452E7170}"/>
              </a:ext>
            </a:extLst>
          </p:cNvPr>
          <p:cNvCxnSpPr>
            <a:cxnSpLocks/>
          </p:cNvCxnSpPr>
          <p:nvPr/>
        </p:nvCxnSpPr>
        <p:spPr>
          <a:xfrm flipH="1" flipV="1">
            <a:off x="8109630" y="10281016"/>
            <a:ext cx="173071" cy="436382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81C234D-04F1-F86B-BC72-AA9EE5629621}"/>
              </a:ext>
            </a:extLst>
          </p:cNvPr>
          <p:cNvSpPr txBox="1"/>
          <p:nvPr/>
        </p:nvSpPr>
        <p:spPr>
          <a:xfrm>
            <a:off x="7597878" y="11048522"/>
            <a:ext cx="342317" cy="55201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14785E-1F02-8D4F-D0CC-1A43E0CE4A43}"/>
              </a:ext>
            </a:extLst>
          </p:cNvPr>
          <p:cNvSpPr txBox="1"/>
          <p:nvPr/>
        </p:nvSpPr>
        <p:spPr>
          <a:xfrm>
            <a:off x="8192884" y="10657189"/>
            <a:ext cx="352982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F72390-4904-E3C2-238A-114F5D0011C4}"/>
              </a:ext>
            </a:extLst>
          </p:cNvPr>
          <p:cNvSpPr txBox="1"/>
          <p:nvPr/>
        </p:nvSpPr>
        <p:spPr>
          <a:xfrm>
            <a:off x="8902584" y="11019048"/>
            <a:ext cx="394660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2414C5-8CBB-A765-1FEF-FDD65876B1E7}"/>
              </a:ext>
            </a:extLst>
          </p:cNvPr>
          <p:cNvSpPr txBox="1"/>
          <p:nvPr/>
        </p:nvSpPr>
        <p:spPr>
          <a:xfrm>
            <a:off x="8889597" y="9649710"/>
            <a:ext cx="397866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7E650C-6222-FC72-EB7C-900F6AA3D0D7}"/>
              </a:ext>
            </a:extLst>
          </p:cNvPr>
          <p:cNvSpPr txBox="1"/>
          <p:nvPr/>
        </p:nvSpPr>
        <p:spPr>
          <a:xfrm>
            <a:off x="5589033" y="10975850"/>
            <a:ext cx="372218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E80429-444E-CB07-0FA8-5A0F8774CC78}"/>
              </a:ext>
            </a:extLst>
          </p:cNvPr>
          <p:cNvSpPr txBox="1"/>
          <p:nvPr/>
        </p:nvSpPr>
        <p:spPr>
          <a:xfrm>
            <a:off x="6040937" y="10797354"/>
            <a:ext cx="394660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ACB607-7C78-11A0-6179-7EDD09E0D87F}"/>
              </a:ext>
            </a:extLst>
          </p:cNvPr>
          <p:cNvSpPr txBox="1"/>
          <p:nvPr/>
        </p:nvSpPr>
        <p:spPr>
          <a:xfrm>
            <a:off x="6999634" y="10971299"/>
            <a:ext cx="352982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9809CE-AB8F-4F72-2C42-09338D8B12D4}"/>
              </a:ext>
            </a:extLst>
          </p:cNvPr>
          <p:cNvSpPr txBox="1"/>
          <p:nvPr/>
        </p:nvSpPr>
        <p:spPr>
          <a:xfrm>
            <a:off x="6958840" y="10113407"/>
            <a:ext cx="397866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5F3B3BC-9F20-9939-844E-7E9109736C34}"/>
              </a:ext>
            </a:extLst>
          </p:cNvPr>
          <p:cNvCxnSpPr>
            <a:cxnSpLocks/>
          </p:cNvCxnSpPr>
          <p:nvPr/>
        </p:nvCxnSpPr>
        <p:spPr>
          <a:xfrm flipV="1">
            <a:off x="6002559" y="9588354"/>
            <a:ext cx="325630" cy="843378"/>
          </a:xfrm>
          <a:prstGeom prst="line">
            <a:avLst/>
          </a:prstGeom>
          <a:ln w="889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4AA1762-874C-D5C1-4EE3-E027CED23703}"/>
              </a:ext>
            </a:extLst>
          </p:cNvPr>
          <p:cNvCxnSpPr>
            <a:cxnSpLocks/>
          </p:cNvCxnSpPr>
          <p:nvPr/>
        </p:nvCxnSpPr>
        <p:spPr>
          <a:xfrm flipV="1">
            <a:off x="8092914" y="9559224"/>
            <a:ext cx="365503" cy="753202"/>
          </a:xfrm>
          <a:prstGeom prst="line">
            <a:avLst/>
          </a:prstGeom>
          <a:ln w="889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DA7F133-D9AA-5CAD-99AD-A3EDA6F6F588}"/>
              </a:ext>
            </a:extLst>
          </p:cNvPr>
          <p:cNvCxnSpPr>
            <a:cxnSpLocks/>
          </p:cNvCxnSpPr>
          <p:nvPr/>
        </p:nvCxnSpPr>
        <p:spPr>
          <a:xfrm>
            <a:off x="10512156" y="10601087"/>
            <a:ext cx="303795" cy="697171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90C3508-EE4C-55F3-85D8-04423226A2AA}"/>
              </a:ext>
            </a:extLst>
          </p:cNvPr>
          <p:cNvCxnSpPr>
            <a:cxnSpLocks/>
          </p:cNvCxnSpPr>
          <p:nvPr/>
        </p:nvCxnSpPr>
        <p:spPr>
          <a:xfrm flipH="1">
            <a:off x="11228876" y="10140231"/>
            <a:ext cx="423069" cy="1526894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23F6B67-44CD-0E1A-3FBF-749AB34F7A73}"/>
              </a:ext>
            </a:extLst>
          </p:cNvPr>
          <p:cNvCxnSpPr>
            <a:cxnSpLocks/>
          </p:cNvCxnSpPr>
          <p:nvPr/>
        </p:nvCxnSpPr>
        <p:spPr>
          <a:xfrm flipV="1">
            <a:off x="10300348" y="9310041"/>
            <a:ext cx="856055" cy="1645994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BDA1DFF-24B7-2344-A219-0FE1BFB07E8C}"/>
              </a:ext>
            </a:extLst>
          </p:cNvPr>
          <p:cNvCxnSpPr>
            <a:cxnSpLocks/>
          </p:cNvCxnSpPr>
          <p:nvPr/>
        </p:nvCxnSpPr>
        <p:spPr>
          <a:xfrm flipH="1" flipV="1">
            <a:off x="11165982" y="9321175"/>
            <a:ext cx="842845" cy="1425463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53138B9-1057-A4C3-E8EC-9B61F4802B36}"/>
              </a:ext>
            </a:extLst>
          </p:cNvPr>
          <p:cNvCxnSpPr>
            <a:cxnSpLocks/>
          </p:cNvCxnSpPr>
          <p:nvPr/>
        </p:nvCxnSpPr>
        <p:spPr>
          <a:xfrm flipV="1">
            <a:off x="11021469" y="9695323"/>
            <a:ext cx="339129" cy="868285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8E148770-DA15-D170-C199-E2780902918B}"/>
              </a:ext>
            </a:extLst>
          </p:cNvPr>
          <p:cNvSpPr txBox="1"/>
          <p:nvPr/>
        </p:nvSpPr>
        <p:spPr>
          <a:xfrm>
            <a:off x="10100174" y="10947203"/>
            <a:ext cx="372218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608DD0D-C11C-039F-7A60-3A582656C384}"/>
              </a:ext>
            </a:extLst>
          </p:cNvPr>
          <p:cNvSpPr txBox="1"/>
          <p:nvPr/>
        </p:nvSpPr>
        <p:spPr>
          <a:xfrm>
            <a:off x="10872434" y="10505852"/>
            <a:ext cx="394660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5AA427A-FBCB-DE1F-C638-05470047C89E}"/>
              </a:ext>
            </a:extLst>
          </p:cNvPr>
          <p:cNvSpPr txBox="1"/>
          <p:nvPr/>
        </p:nvSpPr>
        <p:spPr>
          <a:xfrm>
            <a:off x="11831131" y="10679799"/>
            <a:ext cx="352982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5D979EA-A94D-2BA5-B9F0-68CE3B2541B0}"/>
              </a:ext>
            </a:extLst>
          </p:cNvPr>
          <p:cNvSpPr txBox="1"/>
          <p:nvPr/>
        </p:nvSpPr>
        <p:spPr>
          <a:xfrm>
            <a:off x="11089543" y="11657160"/>
            <a:ext cx="397866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40D7A18-52AA-49B8-9E9A-8324275AB6CC}"/>
              </a:ext>
            </a:extLst>
          </p:cNvPr>
          <p:cNvCxnSpPr>
            <a:cxnSpLocks/>
          </p:cNvCxnSpPr>
          <p:nvPr/>
        </p:nvCxnSpPr>
        <p:spPr>
          <a:xfrm flipH="1" flipV="1">
            <a:off x="11372754" y="9672224"/>
            <a:ext cx="285063" cy="476196"/>
          </a:xfrm>
          <a:prstGeom prst="line">
            <a:avLst/>
          </a:prstGeom>
          <a:ln w="889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>
            <a:extLst>
              <a:ext uri="{FF2B5EF4-FFF2-40B4-BE49-F238E27FC236}">
                <a16:creationId xmlns:a16="http://schemas.microsoft.com/office/drawing/2014/main" id="{49BBC1BC-D3DD-4BAE-A8C3-97DE47DEDC3C}"/>
              </a:ext>
            </a:extLst>
          </p:cNvPr>
          <p:cNvSpPr/>
          <p:nvPr/>
        </p:nvSpPr>
        <p:spPr>
          <a:xfrm>
            <a:off x="9486920" y="10438356"/>
            <a:ext cx="101502" cy="11430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1139EDD3-1C9F-E8EE-E3FF-563421FD04E5}"/>
              </a:ext>
            </a:extLst>
          </p:cNvPr>
          <p:cNvSpPr/>
          <p:nvPr/>
        </p:nvSpPr>
        <p:spPr>
          <a:xfrm>
            <a:off x="9706190" y="10442134"/>
            <a:ext cx="101502" cy="11430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ACB9C45-7459-4151-3F69-3D241BEBFABC}"/>
              </a:ext>
            </a:extLst>
          </p:cNvPr>
          <p:cNvSpPr/>
          <p:nvPr/>
        </p:nvSpPr>
        <p:spPr>
          <a:xfrm>
            <a:off x="9944520" y="10449698"/>
            <a:ext cx="101502" cy="11430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3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8340399-D644-B947-8052-1B03F93E966C}"/>
              </a:ext>
            </a:extLst>
          </p:cNvPr>
          <p:cNvSpPr txBox="1"/>
          <p:nvPr/>
        </p:nvSpPr>
        <p:spPr>
          <a:xfrm>
            <a:off x="7450007" y="11814791"/>
            <a:ext cx="3134833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Gene trees in SU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6F5CC41-3FB6-BFD5-5BBE-AD6A67CEA394}"/>
                  </a:ext>
                </a:extLst>
              </p:cNvPr>
              <p:cNvSpPr txBox="1"/>
              <p:nvPr/>
            </p:nvSpPr>
            <p:spPr>
              <a:xfrm>
                <a:off x="6163078" y="8396828"/>
                <a:ext cx="661143" cy="5520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8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987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98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987" dirty="0"/>
              </a:p>
            </p:txBody>
          </p:sp>
        </mc:Choice>
        <mc:Fallback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6F5CC41-3FB6-BFD5-5BBE-AD6A67CEA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078" y="8396828"/>
                <a:ext cx="661143" cy="552011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95A458C-55C4-5460-8D1C-454983743F2A}"/>
                  </a:ext>
                </a:extLst>
              </p:cNvPr>
              <p:cNvSpPr txBox="1"/>
              <p:nvPr/>
            </p:nvSpPr>
            <p:spPr>
              <a:xfrm>
                <a:off x="8227460" y="8396828"/>
                <a:ext cx="669991" cy="5520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8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987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987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987" dirty="0"/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95A458C-55C4-5460-8D1C-454983743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460" y="8396828"/>
                <a:ext cx="669991" cy="552011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F0C709E-6F24-89D0-A075-8BB362FDD9BA}"/>
                  </a:ext>
                </a:extLst>
              </p:cNvPr>
              <p:cNvSpPr txBox="1"/>
              <p:nvPr/>
            </p:nvSpPr>
            <p:spPr>
              <a:xfrm>
                <a:off x="10775325" y="8479991"/>
                <a:ext cx="718530" cy="5520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8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987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987" i="1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US" sz="2987" dirty="0"/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2F0C709E-6F24-89D0-A075-8BB362FDD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5325" y="8479991"/>
                <a:ext cx="718530" cy="552011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78071BE-E94F-7002-77CA-E941BAA71786}"/>
              </a:ext>
            </a:extLst>
          </p:cNvPr>
          <p:cNvCxnSpPr>
            <a:cxnSpLocks/>
          </p:cNvCxnSpPr>
          <p:nvPr/>
        </p:nvCxnSpPr>
        <p:spPr>
          <a:xfrm flipH="1">
            <a:off x="16961395" y="10916055"/>
            <a:ext cx="195245" cy="389258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E782B73A-FDDE-206F-6AA3-8AE76400A21A}"/>
              </a:ext>
            </a:extLst>
          </p:cNvPr>
          <p:cNvSpPr txBox="1"/>
          <p:nvPr/>
        </p:nvSpPr>
        <p:spPr>
          <a:xfrm>
            <a:off x="12693779" y="11504972"/>
            <a:ext cx="423514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C61D370-246A-C29E-3FC6-0D9CCF298E80}"/>
              </a:ext>
            </a:extLst>
          </p:cNvPr>
          <p:cNvSpPr txBox="1"/>
          <p:nvPr/>
        </p:nvSpPr>
        <p:spPr>
          <a:xfrm>
            <a:off x="14497840" y="11501708"/>
            <a:ext cx="418704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D2737888-2CDD-22A2-E181-64E3DCABBD11}"/>
              </a:ext>
            </a:extLst>
          </p:cNvPr>
          <p:cNvSpPr txBox="1"/>
          <p:nvPr/>
        </p:nvSpPr>
        <p:spPr>
          <a:xfrm>
            <a:off x="15026642" y="11511036"/>
            <a:ext cx="399468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0046E5F-B699-92AE-3C66-DF24D8B40A75}"/>
              </a:ext>
            </a:extLst>
          </p:cNvPr>
          <p:cNvSpPr txBox="1"/>
          <p:nvPr/>
        </p:nvSpPr>
        <p:spPr>
          <a:xfrm>
            <a:off x="16828023" y="11339688"/>
            <a:ext cx="437940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6AB323E-6B62-3462-55FE-572851264D3B}"/>
              </a:ext>
            </a:extLst>
          </p:cNvPr>
          <p:cNvSpPr txBox="1"/>
          <p:nvPr/>
        </p:nvSpPr>
        <p:spPr>
          <a:xfrm>
            <a:off x="14063291" y="11884451"/>
            <a:ext cx="3378489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Species tree in CU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9650686-BC2A-7985-4EA4-2EB20A92C75B}"/>
              </a:ext>
            </a:extLst>
          </p:cNvPr>
          <p:cNvCxnSpPr>
            <a:cxnSpLocks/>
          </p:cNvCxnSpPr>
          <p:nvPr/>
        </p:nvCxnSpPr>
        <p:spPr>
          <a:xfrm flipV="1">
            <a:off x="13817825" y="9194245"/>
            <a:ext cx="883661" cy="1132103"/>
          </a:xfrm>
          <a:prstGeom prst="line">
            <a:avLst/>
          </a:prstGeom>
          <a:ln w="139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0458EE1-52F8-F31E-073F-34BA0921ABF2}"/>
                  </a:ext>
                </a:extLst>
              </p:cNvPr>
              <p:cNvSpPr txBox="1"/>
              <p:nvPr/>
            </p:nvSpPr>
            <p:spPr>
              <a:xfrm>
                <a:off x="12238917" y="7466758"/>
                <a:ext cx="1671163" cy="1083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413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3413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413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sz="3413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3413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413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413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3413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413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13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413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413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13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413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413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60458EE1-52F8-F31E-073F-34BA0921A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8917" y="7466758"/>
                <a:ext cx="1671163" cy="1083502"/>
              </a:xfrm>
              <a:prstGeom prst="rect">
                <a:avLst/>
              </a:prstGeom>
              <a:blipFill>
                <a:blip r:embed="rId5"/>
                <a:stretch>
                  <a:fillRect l="-5263" t="-8140" r="-1504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1FF60C77-705C-F7BB-B7A7-6438FC35B537}"/>
              </a:ext>
            </a:extLst>
          </p:cNvPr>
          <p:cNvCxnSpPr>
            <a:cxnSpLocks/>
          </p:cNvCxnSpPr>
          <p:nvPr/>
        </p:nvCxnSpPr>
        <p:spPr>
          <a:xfrm flipV="1">
            <a:off x="19924297" y="11125833"/>
            <a:ext cx="435287" cy="805236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2290CF86-1AF2-5A5A-4B1E-EFB70FD64D5C}"/>
              </a:ext>
            </a:extLst>
          </p:cNvPr>
          <p:cNvCxnSpPr>
            <a:cxnSpLocks/>
          </p:cNvCxnSpPr>
          <p:nvPr/>
        </p:nvCxnSpPr>
        <p:spPr>
          <a:xfrm>
            <a:off x="20436631" y="9482734"/>
            <a:ext cx="1250891" cy="1768263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73A44CB9-A4B4-AB65-366C-48BD6B219EEB}"/>
              </a:ext>
            </a:extLst>
          </p:cNvPr>
          <p:cNvCxnSpPr>
            <a:cxnSpLocks/>
          </p:cNvCxnSpPr>
          <p:nvPr/>
        </p:nvCxnSpPr>
        <p:spPr>
          <a:xfrm flipV="1">
            <a:off x="18575078" y="8648659"/>
            <a:ext cx="2569309" cy="3254720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C9B30EE6-7BE1-8FFA-47D4-05BA55917C1A}"/>
              </a:ext>
            </a:extLst>
          </p:cNvPr>
          <p:cNvCxnSpPr>
            <a:cxnSpLocks/>
          </p:cNvCxnSpPr>
          <p:nvPr/>
        </p:nvCxnSpPr>
        <p:spPr>
          <a:xfrm flipH="1" flipV="1">
            <a:off x="19761796" y="10335516"/>
            <a:ext cx="854719" cy="1139891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C48351B5-B886-CE08-A002-41BD0985FE07}"/>
              </a:ext>
            </a:extLst>
          </p:cNvPr>
          <p:cNvCxnSpPr>
            <a:cxnSpLocks/>
          </p:cNvCxnSpPr>
          <p:nvPr/>
        </p:nvCxnSpPr>
        <p:spPr>
          <a:xfrm flipH="1">
            <a:off x="20613364" y="10201288"/>
            <a:ext cx="269757" cy="516109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2E8BE772-48A5-3257-976F-163FC018A873}"/>
              </a:ext>
            </a:extLst>
          </p:cNvPr>
          <p:cNvCxnSpPr>
            <a:cxnSpLocks/>
          </p:cNvCxnSpPr>
          <p:nvPr/>
        </p:nvCxnSpPr>
        <p:spPr>
          <a:xfrm flipH="1" flipV="1">
            <a:off x="19427257" y="10732649"/>
            <a:ext cx="294114" cy="488656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FD6A84F3-DB00-62CD-0869-0FD5ADA7A5BA}"/>
              </a:ext>
            </a:extLst>
          </p:cNvPr>
          <p:cNvCxnSpPr>
            <a:cxnSpLocks/>
          </p:cNvCxnSpPr>
          <p:nvPr/>
        </p:nvCxnSpPr>
        <p:spPr>
          <a:xfrm>
            <a:off x="21102018" y="8615115"/>
            <a:ext cx="2584125" cy="3061051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C4E30E8F-7B6B-384D-1AFE-4B93A537D084}"/>
              </a:ext>
            </a:extLst>
          </p:cNvPr>
          <p:cNvCxnSpPr>
            <a:cxnSpLocks/>
          </p:cNvCxnSpPr>
          <p:nvPr/>
        </p:nvCxnSpPr>
        <p:spPr>
          <a:xfrm flipH="1">
            <a:off x="22466797" y="10940721"/>
            <a:ext cx="656859" cy="1627801"/>
          </a:xfrm>
          <a:prstGeom prst="line">
            <a:avLst/>
          </a:prstGeom>
          <a:ln w="127000">
            <a:solidFill>
              <a:schemeClr val="bg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FC9223EB-DE0C-E456-B2D7-180914D899AF}"/>
              </a:ext>
            </a:extLst>
          </p:cNvPr>
          <p:cNvSpPr txBox="1"/>
          <p:nvPr/>
        </p:nvSpPr>
        <p:spPr>
          <a:xfrm>
            <a:off x="18415493" y="11903381"/>
            <a:ext cx="423514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F522DD0-4004-CEE9-7423-8EE4A2D4B718}"/>
              </a:ext>
            </a:extLst>
          </p:cNvPr>
          <p:cNvSpPr txBox="1"/>
          <p:nvPr/>
        </p:nvSpPr>
        <p:spPr>
          <a:xfrm>
            <a:off x="20464854" y="11526373"/>
            <a:ext cx="418704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45049E53-6EDF-1807-921C-D4837826BE5D}"/>
              </a:ext>
            </a:extLst>
          </p:cNvPr>
          <p:cNvSpPr txBox="1"/>
          <p:nvPr/>
        </p:nvSpPr>
        <p:spPr>
          <a:xfrm>
            <a:off x="20786765" y="10347360"/>
            <a:ext cx="399468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C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BDF424D-D1C3-CE84-42FD-55EB5F066D57}"/>
              </a:ext>
            </a:extLst>
          </p:cNvPr>
          <p:cNvSpPr txBox="1"/>
          <p:nvPr/>
        </p:nvSpPr>
        <p:spPr>
          <a:xfrm>
            <a:off x="22540739" y="12404012"/>
            <a:ext cx="437940" cy="55201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987" dirty="0">
                <a:latin typeface="Cambria Math" panose="02040503050406030204" pitchFamily="18" charset="0"/>
                <a:ea typeface="Cambria Math" panose="02040503050406030204" pitchFamily="18" charset="0"/>
              </a:rPr>
              <a:t>D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037B1A0-E513-6F63-0042-264F27466CC3}"/>
              </a:ext>
            </a:extLst>
          </p:cNvPr>
          <p:cNvSpPr txBox="1"/>
          <p:nvPr/>
        </p:nvSpPr>
        <p:spPr>
          <a:xfrm>
            <a:off x="19637968" y="7882537"/>
            <a:ext cx="3344826" cy="617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13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Species tree in SU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997F640-725A-211E-3992-049D3F82C8E6}"/>
              </a:ext>
            </a:extLst>
          </p:cNvPr>
          <p:cNvCxnSpPr>
            <a:cxnSpLocks/>
          </p:cNvCxnSpPr>
          <p:nvPr/>
        </p:nvCxnSpPr>
        <p:spPr>
          <a:xfrm flipV="1">
            <a:off x="19784838" y="9559223"/>
            <a:ext cx="649122" cy="791789"/>
          </a:xfrm>
          <a:prstGeom prst="line">
            <a:avLst/>
          </a:prstGeom>
          <a:ln w="13970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E91DB83-89B7-DDAF-47EA-FB56485F1EEE}"/>
              </a:ext>
            </a:extLst>
          </p:cNvPr>
          <p:cNvCxnSpPr>
            <a:cxnSpLocks/>
          </p:cNvCxnSpPr>
          <p:nvPr/>
        </p:nvCxnSpPr>
        <p:spPr>
          <a:xfrm>
            <a:off x="17566937" y="10140228"/>
            <a:ext cx="1629127" cy="0"/>
          </a:xfrm>
          <a:prstGeom prst="straightConnector1">
            <a:avLst/>
          </a:prstGeom>
          <a:ln w="571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EAC75CAB-441F-56B5-7C5D-C600656245CC}"/>
              </a:ext>
            </a:extLst>
          </p:cNvPr>
          <p:cNvSpPr txBox="1"/>
          <p:nvPr/>
        </p:nvSpPr>
        <p:spPr>
          <a:xfrm>
            <a:off x="5932833" y="7981536"/>
            <a:ext cx="1648015" cy="552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87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Matching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ED06B85B-7411-982F-8105-E295AFA21866}"/>
              </a:ext>
            </a:extLst>
          </p:cNvPr>
          <p:cNvSpPr txBox="1"/>
          <p:nvPr/>
        </p:nvSpPr>
        <p:spPr>
          <a:xfrm>
            <a:off x="7783293" y="7988862"/>
            <a:ext cx="2395015" cy="5520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87" dirty="0">
                <a:solidFill>
                  <a:srgbClr val="C0000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Non-matching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77BC4E9-2FE1-FA7D-DB6A-603D4B9CE009}"/>
                  </a:ext>
                </a:extLst>
              </p:cNvPr>
              <p:cNvSpPr txBox="1"/>
              <p:nvPr/>
            </p:nvSpPr>
            <p:spPr>
              <a:xfrm>
                <a:off x="12143313" y="8771998"/>
                <a:ext cx="1839606" cy="1098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4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en-US" sz="34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4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sz="34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sz="34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3413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413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413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3413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4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34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4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413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𝑁𝑀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413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77BC4E9-2FE1-FA7D-DB6A-603D4B9CE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3313" y="8771998"/>
                <a:ext cx="1839606" cy="1098634"/>
              </a:xfrm>
              <a:prstGeom prst="rect">
                <a:avLst/>
              </a:prstGeom>
              <a:blipFill>
                <a:blip r:embed="rId6"/>
                <a:stretch>
                  <a:fillRect l="-5479" t="-6818" r="-685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8C7395B5-9BB7-4DB5-F9AF-16A1F90E8E2A}"/>
                  </a:ext>
                </a:extLst>
              </p:cNvPr>
              <p:cNvSpPr txBox="1"/>
              <p:nvPr/>
            </p:nvSpPr>
            <p:spPr>
              <a:xfrm>
                <a:off x="19553923" y="9148354"/>
                <a:ext cx="694229" cy="683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4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4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384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384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8C7395B5-9BB7-4DB5-F9AF-16A1F90E8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3923" y="9148354"/>
                <a:ext cx="694229" cy="683264"/>
              </a:xfrm>
              <a:prstGeom prst="rect">
                <a:avLst/>
              </a:prstGeom>
              <a:blipFill>
                <a:blip r:embed="rId7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8E20FD58-9020-8E53-D525-4445E21918A8}"/>
                  </a:ext>
                </a:extLst>
              </p:cNvPr>
              <p:cNvSpPr txBox="1"/>
              <p:nvPr/>
            </p:nvSpPr>
            <p:spPr>
              <a:xfrm>
                <a:off x="14234430" y="9698517"/>
                <a:ext cx="708656" cy="683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4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4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384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384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8E20FD58-9020-8E53-D525-4445E2191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4430" y="9698517"/>
                <a:ext cx="708656" cy="683264"/>
              </a:xfrm>
              <a:prstGeom prst="rect">
                <a:avLst/>
              </a:prstGeom>
              <a:blipFill>
                <a:blip r:embed="rId8"/>
                <a:stretch>
                  <a:fillRect l="-1754" b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4C22B21-EB7A-94D4-798A-FE7DFEBC7DD2}"/>
              </a:ext>
            </a:extLst>
          </p:cNvPr>
          <p:cNvSpPr txBox="1"/>
          <p:nvPr/>
        </p:nvSpPr>
        <p:spPr>
          <a:xfrm>
            <a:off x="5586251" y="7276928"/>
            <a:ext cx="619080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4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A)</a:t>
            </a:r>
          </a:p>
        </p:txBody>
      </p:sp>
    </p:spTree>
    <p:extLst>
      <p:ext uri="{BB962C8B-B14F-4D97-AF65-F5344CB8AC3E}">
        <p14:creationId xmlns:p14="http://schemas.microsoft.com/office/powerpoint/2010/main" val="226434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23790</TotalTime>
  <Words>47</Words>
  <Application>Microsoft Macintosh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Tabatabaee, Yasamin</cp:lastModifiedBy>
  <cp:revision>743</cp:revision>
  <cp:lastPrinted>2025-02-20T16:59:25Z</cp:lastPrinted>
  <dcterms:created xsi:type="dcterms:W3CDTF">2022-03-04T02:28:25Z</dcterms:created>
  <dcterms:modified xsi:type="dcterms:W3CDTF">2025-09-15T21:23:16Z</dcterms:modified>
</cp:coreProperties>
</file>